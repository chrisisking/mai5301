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7" r:id="rId4"/>
    <p:sldId id="327" r:id="rId5"/>
    <p:sldId id="329" r:id="rId6"/>
    <p:sldId id="330" r:id="rId7"/>
    <p:sldId id="308" r:id="rId8"/>
    <p:sldId id="314" r:id="rId9"/>
    <p:sldId id="315" r:id="rId10"/>
    <p:sldId id="298" r:id="rId11"/>
    <p:sldId id="299" r:id="rId12"/>
    <p:sldId id="269" r:id="rId13"/>
    <p:sldId id="325" r:id="rId14"/>
    <p:sldId id="326" r:id="rId15"/>
    <p:sldId id="316" r:id="rId16"/>
    <p:sldId id="317" r:id="rId17"/>
    <p:sldId id="328" r:id="rId18"/>
    <p:sldId id="331" r:id="rId19"/>
    <p:sldId id="332" r:id="rId20"/>
    <p:sldId id="333" r:id="rId21"/>
    <p:sldId id="334" r:id="rId22"/>
    <p:sldId id="33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000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2BA2E6-C168-4310-B4AD-8737653FD8BB}" v="144" dt="2026-01-30T00:49:32.4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lton Sarius" userId="e41e4170-a0b5-4ce6-bed1-533b1cecee6e" providerId="ADAL" clId="{0AB84215-D5DE-4B51-994D-7B1DCB931E97}"/>
    <pc:docChg chg="undo redo custSel addSld delSld modSld sldOrd">
      <pc:chgData name="Hilton Sarius" userId="e41e4170-a0b5-4ce6-bed1-533b1cecee6e" providerId="ADAL" clId="{0AB84215-D5DE-4B51-994D-7B1DCB931E97}" dt="2026-01-30T00:51:28.070" v="1086" actId="20577"/>
      <pc:docMkLst>
        <pc:docMk/>
      </pc:docMkLst>
      <pc:sldChg chg="addSp delSp modSp mod addAnim delAnim">
        <pc:chgData name="Hilton Sarius" userId="e41e4170-a0b5-4ce6-bed1-533b1cecee6e" providerId="ADAL" clId="{0AB84215-D5DE-4B51-994D-7B1DCB931E97}" dt="2026-01-29T01:44:20.126" v="521" actId="26606"/>
        <pc:sldMkLst>
          <pc:docMk/>
          <pc:sldMk cId="2292098910" sldId="256"/>
        </pc:sldMkLst>
        <pc:spChg chg="mod">
          <ac:chgData name="Hilton Sarius" userId="e41e4170-a0b5-4ce6-bed1-533b1cecee6e" providerId="ADAL" clId="{0AB84215-D5DE-4B51-994D-7B1DCB931E97}" dt="2026-01-29T01:44:20.126" v="521" actId="26606"/>
          <ac:spMkLst>
            <pc:docMk/>
            <pc:sldMk cId="2292098910" sldId="256"/>
            <ac:spMk id="2" creationId="{6BAD479B-97C7-ACBE-792A-874EA2018EC5}"/>
          </ac:spMkLst>
        </pc:spChg>
        <pc:spChg chg="mod">
          <ac:chgData name="Hilton Sarius" userId="e41e4170-a0b5-4ce6-bed1-533b1cecee6e" providerId="ADAL" clId="{0AB84215-D5DE-4B51-994D-7B1DCB931E97}" dt="2026-01-29T01:44:20.126" v="521" actId="26606"/>
          <ac:spMkLst>
            <pc:docMk/>
            <pc:sldMk cId="2292098910" sldId="256"/>
            <ac:spMk id="3" creationId="{2AE763AF-0B70-9C74-CACA-1E0A80D0EDC8}"/>
          </ac:spMkLst>
        </pc:spChg>
        <pc:spChg chg="del">
          <ac:chgData name="Hilton Sarius" userId="e41e4170-a0b5-4ce6-bed1-533b1cecee6e" providerId="ADAL" clId="{0AB84215-D5DE-4B51-994D-7B1DCB931E97}" dt="2026-01-29T01:41:25.846" v="476" actId="26606"/>
          <ac:spMkLst>
            <pc:docMk/>
            <pc:sldMk cId="2292098910" sldId="256"/>
            <ac:spMk id="8" creationId="{EFA9B6C6-A247-48A8-9A1C-1E36FA9456B5}"/>
          </ac:spMkLst>
        </pc:spChg>
        <pc:spChg chg="del">
          <ac:chgData name="Hilton Sarius" userId="e41e4170-a0b5-4ce6-bed1-533b1cecee6e" providerId="ADAL" clId="{0AB84215-D5DE-4B51-994D-7B1DCB931E97}" dt="2026-01-29T01:41:25.846" v="476" actId="26606"/>
          <ac:spMkLst>
            <pc:docMk/>
            <pc:sldMk cId="2292098910" sldId="256"/>
            <ac:spMk id="10" creationId="{C5CB530E-515E-412C-9DF1-5F8FFBD6F383}"/>
          </ac:spMkLst>
        </pc:spChg>
        <pc:spChg chg="del">
          <ac:chgData name="Hilton Sarius" userId="e41e4170-a0b5-4ce6-bed1-533b1cecee6e" providerId="ADAL" clId="{0AB84215-D5DE-4B51-994D-7B1DCB931E97}" dt="2026-01-29T01:41:25.846" v="476" actId="26606"/>
          <ac:spMkLst>
            <pc:docMk/>
            <pc:sldMk cId="2292098910" sldId="256"/>
            <ac:spMk id="12" creationId="{712D4376-A578-4FF1-94FC-245E7A6A489F}"/>
          </ac:spMkLst>
        </pc:spChg>
        <pc:spChg chg="del">
          <ac:chgData name="Hilton Sarius" userId="e41e4170-a0b5-4ce6-bed1-533b1cecee6e" providerId="ADAL" clId="{0AB84215-D5DE-4B51-994D-7B1DCB931E97}" dt="2026-01-29T01:41:25.846" v="476" actId="26606"/>
          <ac:spMkLst>
            <pc:docMk/>
            <pc:sldMk cId="2292098910" sldId="256"/>
            <ac:spMk id="14" creationId="{AEA7509D-F04F-40CB-A0B3-EEF16499CC9F}"/>
          </ac:spMkLst>
        </pc:spChg>
        <pc:spChg chg="add del">
          <ac:chgData name="Hilton Sarius" userId="e41e4170-a0b5-4ce6-bed1-533b1cecee6e" providerId="ADAL" clId="{0AB84215-D5DE-4B51-994D-7B1DCB931E97}" dt="2026-01-29T01:44:20.126" v="521" actId="26606"/>
          <ac:spMkLst>
            <pc:docMk/>
            <pc:sldMk cId="2292098910" sldId="256"/>
            <ac:spMk id="21" creationId="{91DC6ABD-215C-4EA8-A483-CEF5B99AB385}"/>
          </ac:spMkLst>
        </pc:spChg>
        <pc:spChg chg="add del">
          <ac:chgData name="Hilton Sarius" userId="e41e4170-a0b5-4ce6-bed1-533b1cecee6e" providerId="ADAL" clId="{0AB84215-D5DE-4B51-994D-7B1DCB931E97}" dt="2026-01-29T01:44:20.126" v="521" actId="26606"/>
          <ac:spMkLst>
            <pc:docMk/>
            <pc:sldMk cId="2292098910" sldId="256"/>
            <ac:spMk id="27" creationId="{04357C93-F0CB-4A1C-8F77-4E9063789819}"/>
          </ac:spMkLst>
        </pc:spChg>
        <pc:spChg chg="add">
          <ac:chgData name="Hilton Sarius" userId="e41e4170-a0b5-4ce6-bed1-533b1cecee6e" providerId="ADAL" clId="{0AB84215-D5DE-4B51-994D-7B1DCB931E97}" dt="2026-01-29T01:44:20.126" v="521" actId="26606"/>
          <ac:spMkLst>
            <pc:docMk/>
            <pc:sldMk cId="2292098910" sldId="256"/>
            <ac:spMk id="29" creationId="{5BF4DF2C-F028-4921-9C23-41303F650A62}"/>
          </ac:spMkLst>
        </pc:spChg>
        <pc:spChg chg="add">
          <ac:chgData name="Hilton Sarius" userId="e41e4170-a0b5-4ce6-bed1-533b1cecee6e" providerId="ADAL" clId="{0AB84215-D5DE-4B51-994D-7B1DCB931E97}" dt="2026-01-29T01:44:20.126" v="521" actId="26606"/>
          <ac:spMkLst>
            <pc:docMk/>
            <pc:sldMk cId="2292098910" sldId="256"/>
            <ac:spMk id="30" creationId="{158B3569-73B2-4D05-8E95-886A6EE17F1F}"/>
          </ac:spMkLst>
        </pc:spChg>
        <pc:spChg chg="add del">
          <ac:chgData name="Hilton Sarius" userId="e41e4170-a0b5-4ce6-bed1-533b1cecee6e" providerId="ADAL" clId="{0AB84215-D5DE-4B51-994D-7B1DCB931E97}" dt="2026-01-29T01:43:48.979" v="510" actId="26606"/>
          <ac:spMkLst>
            <pc:docMk/>
            <pc:sldMk cId="2292098910" sldId="256"/>
            <ac:spMk id="32" creationId="{91DC6ABD-215C-4EA8-A483-CEF5B99AB385}"/>
          </ac:spMkLst>
        </pc:spChg>
        <pc:spChg chg="add del">
          <ac:chgData name="Hilton Sarius" userId="e41e4170-a0b5-4ce6-bed1-533b1cecee6e" providerId="ADAL" clId="{0AB84215-D5DE-4B51-994D-7B1DCB931E97}" dt="2026-01-29T01:43:48.979" v="510" actId="26606"/>
          <ac:spMkLst>
            <pc:docMk/>
            <pc:sldMk cId="2292098910" sldId="256"/>
            <ac:spMk id="38" creationId="{04357C93-F0CB-4A1C-8F77-4E9063789819}"/>
          </ac:spMkLst>
        </pc:spChg>
        <pc:spChg chg="add del">
          <ac:chgData name="Hilton Sarius" userId="e41e4170-a0b5-4ce6-bed1-533b1cecee6e" providerId="ADAL" clId="{0AB84215-D5DE-4B51-994D-7B1DCB931E97}" dt="2026-01-29T01:43:50.741" v="514" actId="26606"/>
          <ac:spMkLst>
            <pc:docMk/>
            <pc:sldMk cId="2292098910" sldId="256"/>
            <ac:spMk id="39" creationId="{B81933D1-5615-42C7-9C0B-4EB7105CCE2D}"/>
          </ac:spMkLst>
        </pc:spChg>
        <pc:spChg chg="add del">
          <ac:chgData name="Hilton Sarius" userId="e41e4170-a0b5-4ce6-bed1-533b1cecee6e" providerId="ADAL" clId="{0AB84215-D5DE-4B51-994D-7B1DCB931E97}" dt="2026-01-29T01:43:49.638" v="512" actId="26606"/>
          <ac:spMkLst>
            <pc:docMk/>
            <pc:sldMk cId="2292098910" sldId="256"/>
            <ac:spMk id="40" creationId="{93245F62-CCC4-49E4-B95B-EA6C1E790510}"/>
          </ac:spMkLst>
        </pc:spChg>
        <pc:spChg chg="add del">
          <ac:chgData name="Hilton Sarius" userId="e41e4170-a0b5-4ce6-bed1-533b1cecee6e" providerId="ADAL" clId="{0AB84215-D5DE-4B51-994D-7B1DCB931E97}" dt="2026-01-29T01:43:49.638" v="512" actId="26606"/>
          <ac:spMkLst>
            <pc:docMk/>
            <pc:sldMk cId="2292098910" sldId="256"/>
            <ac:spMk id="41" creationId="{E6C0DD6B-6AA3-448F-9B99-8386295BC1B4}"/>
          </ac:spMkLst>
        </pc:spChg>
        <pc:spChg chg="add del">
          <ac:chgData name="Hilton Sarius" userId="e41e4170-a0b5-4ce6-bed1-533b1cecee6e" providerId="ADAL" clId="{0AB84215-D5DE-4B51-994D-7B1DCB931E97}" dt="2026-01-29T01:43:50.741" v="514" actId="26606"/>
          <ac:spMkLst>
            <pc:docMk/>
            <pc:sldMk cId="2292098910" sldId="256"/>
            <ac:spMk id="43" creationId="{47942995-B07F-4636-9A06-C6A104B260A8}"/>
          </ac:spMkLst>
        </pc:spChg>
        <pc:spChg chg="add del">
          <ac:chgData name="Hilton Sarius" userId="e41e4170-a0b5-4ce6-bed1-533b1cecee6e" providerId="ADAL" clId="{0AB84215-D5DE-4B51-994D-7B1DCB931E97}" dt="2026-01-29T01:43:50.741" v="514" actId="26606"/>
          <ac:spMkLst>
            <pc:docMk/>
            <pc:sldMk cId="2292098910" sldId="256"/>
            <ac:spMk id="45" creationId="{19C9EAEA-39D0-4B0E-A0EB-51E7B26740B1}"/>
          </ac:spMkLst>
        </pc:spChg>
        <pc:spChg chg="add del">
          <ac:chgData name="Hilton Sarius" userId="e41e4170-a0b5-4ce6-bed1-533b1cecee6e" providerId="ADAL" clId="{0AB84215-D5DE-4B51-994D-7B1DCB931E97}" dt="2026-01-29T01:44:05.023" v="516" actId="26606"/>
          <ac:spMkLst>
            <pc:docMk/>
            <pc:sldMk cId="2292098910" sldId="256"/>
            <ac:spMk id="47" creationId="{93245F62-CCC4-49E4-B95B-EA6C1E790510}"/>
          </ac:spMkLst>
        </pc:spChg>
        <pc:spChg chg="add del">
          <ac:chgData name="Hilton Sarius" userId="e41e4170-a0b5-4ce6-bed1-533b1cecee6e" providerId="ADAL" clId="{0AB84215-D5DE-4B51-994D-7B1DCB931E97}" dt="2026-01-29T01:44:05.023" v="516" actId="26606"/>
          <ac:spMkLst>
            <pc:docMk/>
            <pc:sldMk cId="2292098910" sldId="256"/>
            <ac:spMk id="48" creationId="{E6C0DD6B-6AA3-448F-9B99-8386295BC1B4}"/>
          </ac:spMkLst>
        </pc:spChg>
        <pc:spChg chg="add del">
          <ac:chgData name="Hilton Sarius" userId="e41e4170-a0b5-4ce6-bed1-533b1cecee6e" providerId="ADAL" clId="{0AB84215-D5DE-4B51-994D-7B1DCB931E97}" dt="2026-01-29T01:44:07.514" v="520" actId="26606"/>
          <ac:spMkLst>
            <pc:docMk/>
            <pc:sldMk cId="2292098910" sldId="256"/>
            <ac:spMk id="50" creationId="{C3896A03-3945-419A-B66B-4EE266EDD152}"/>
          </ac:spMkLst>
        </pc:spChg>
        <pc:spChg chg="add del">
          <ac:chgData name="Hilton Sarius" userId="e41e4170-a0b5-4ce6-bed1-533b1cecee6e" providerId="ADAL" clId="{0AB84215-D5DE-4B51-994D-7B1DCB931E97}" dt="2026-01-29T01:44:07.514" v="520" actId="26606"/>
          <ac:spMkLst>
            <pc:docMk/>
            <pc:sldMk cId="2292098910" sldId="256"/>
            <ac:spMk id="51" creationId="{B34F5AD2-EDBD-4BBD-A55C-EAFFD0C7097A}"/>
          </ac:spMkLst>
        </pc:spChg>
        <pc:grpChg chg="add del">
          <ac:chgData name="Hilton Sarius" userId="e41e4170-a0b5-4ce6-bed1-533b1cecee6e" providerId="ADAL" clId="{0AB84215-D5DE-4B51-994D-7B1DCB931E97}" dt="2026-01-29T01:44:20.126" v="521" actId="26606"/>
          <ac:grpSpMkLst>
            <pc:docMk/>
            <pc:sldMk cId="2292098910" sldId="256"/>
            <ac:grpSpMk id="23" creationId="{3AF6A671-C637-4547-85F4-51B6D1881399}"/>
          </ac:grpSpMkLst>
        </pc:grpChg>
        <pc:grpChg chg="add">
          <ac:chgData name="Hilton Sarius" userId="e41e4170-a0b5-4ce6-bed1-533b1cecee6e" providerId="ADAL" clId="{0AB84215-D5DE-4B51-994D-7B1DCB931E97}" dt="2026-01-29T01:44:20.126" v="521" actId="26606"/>
          <ac:grpSpMkLst>
            <pc:docMk/>
            <pc:sldMk cId="2292098910" sldId="256"/>
            <ac:grpSpMk id="31" creationId="{892B7B61-D701-474B-AE8F-EA238B550A78}"/>
          </ac:grpSpMkLst>
        </pc:grpChg>
        <pc:grpChg chg="add del">
          <ac:chgData name="Hilton Sarius" userId="e41e4170-a0b5-4ce6-bed1-533b1cecee6e" providerId="ADAL" clId="{0AB84215-D5DE-4B51-994D-7B1DCB931E97}" dt="2026-01-29T01:43:48.979" v="510" actId="26606"/>
          <ac:grpSpMkLst>
            <pc:docMk/>
            <pc:sldMk cId="2292098910" sldId="256"/>
            <ac:grpSpMk id="34" creationId="{3AF6A671-C637-4547-85F4-51B6D1881399}"/>
          </ac:grpSpMkLst>
        </pc:grpChg>
        <pc:grpChg chg="add del">
          <ac:chgData name="Hilton Sarius" userId="e41e4170-a0b5-4ce6-bed1-533b1cecee6e" providerId="ADAL" clId="{0AB84215-D5DE-4B51-994D-7B1DCB931E97}" dt="2026-01-29T01:43:50.741" v="514" actId="26606"/>
          <ac:grpSpMkLst>
            <pc:docMk/>
            <pc:sldMk cId="2292098910" sldId="256"/>
            <ac:grpSpMk id="44" creationId="{032D8612-31EB-44CF-A1D0-14FD4C705424}"/>
          </ac:grpSpMkLst>
        </pc:grpChg>
        <pc:picChg chg="add mod">
          <ac:chgData name="Hilton Sarius" userId="e41e4170-a0b5-4ce6-bed1-533b1cecee6e" providerId="ADAL" clId="{0AB84215-D5DE-4B51-994D-7B1DCB931E97}" dt="2026-01-29T01:44:20.126" v="521" actId="26606"/>
          <ac:picMkLst>
            <pc:docMk/>
            <pc:sldMk cId="2292098910" sldId="256"/>
            <ac:picMk id="5" creationId="{02A3B640-7088-0AC7-2ADF-0E8162CDDE50}"/>
          </ac:picMkLst>
        </pc:picChg>
        <pc:cxnChg chg="add">
          <ac:chgData name="Hilton Sarius" userId="e41e4170-a0b5-4ce6-bed1-533b1cecee6e" providerId="ADAL" clId="{0AB84215-D5DE-4B51-994D-7B1DCB931E97}" dt="2026-01-29T01:44:20.126" v="521" actId="26606"/>
          <ac:cxnSpMkLst>
            <pc:docMk/>
            <pc:sldMk cId="2292098910" sldId="256"/>
            <ac:cxnSpMk id="36" creationId="{56020367-4FD5-4596-8E10-C5F095CD8DBF}"/>
          </ac:cxnSpMkLst>
        </pc:cxnChg>
      </pc:sldChg>
      <pc:sldChg chg="addSp delSp modSp add del mod">
        <pc:chgData name="Hilton Sarius" userId="e41e4170-a0b5-4ce6-bed1-533b1cecee6e" providerId="ADAL" clId="{0AB84215-D5DE-4B51-994D-7B1DCB931E97}" dt="2026-01-30T00:49:43.956" v="1056" actId="47"/>
        <pc:sldMkLst>
          <pc:docMk/>
          <pc:sldMk cId="2469108662" sldId="257"/>
        </pc:sldMkLst>
        <pc:spChg chg="mod">
          <ac:chgData name="Hilton Sarius" userId="e41e4170-a0b5-4ce6-bed1-533b1cecee6e" providerId="ADAL" clId="{0AB84215-D5DE-4B51-994D-7B1DCB931E97}" dt="2026-01-30T00:48:00.810" v="1016" actId="122"/>
          <ac:spMkLst>
            <pc:docMk/>
            <pc:sldMk cId="2469108662" sldId="257"/>
            <ac:spMk id="2" creationId="{EB1733CF-B240-562E-5832-B87100AFFD37}"/>
          </ac:spMkLst>
        </pc:spChg>
        <pc:spChg chg="del">
          <ac:chgData name="Hilton Sarius" userId="e41e4170-a0b5-4ce6-bed1-533b1cecee6e" providerId="ADAL" clId="{0AB84215-D5DE-4B51-994D-7B1DCB931E97}" dt="2026-01-29T02:23:04.616" v="611" actId="478"/>
          <ac:spMkLst>
            <pc:docMk/>
            <pc:sldMk cId="2469108662" sldId="257"/>
            <ac:spMk id="3" creationId="{56F795A1-7532-397E-BD37-3BD9C68BFF03}"/>
          </ac:spMkLst>
        </pc:spChg>
        <pc:spChg chg="del">
          <ac:chgData name="Hilton Sarius" userId="e41e4170-a0b5-4ce6-bed1-533b1cecee6e" providerId="ADAL" clId="{0AB84215-D5DE-4B51-994D-7B1DCB931E97}" dt="2026-01-29T02:23:04.616" v="611" actId="478"/>
          <ac:spMkLst>
            <pc:docMk/>
            <pc:sldMk cId="2469108662" sldId="257"/>
            <ac:spMk id="6" creationId="{EFA60169-4A52-AA66-D894-07EE90FA26C3}"/>
          </ac:spMkLst>
        </pc:spChg>
        <pc:spChg chg="del">
          <ac:chgData name="Hilton Sarius" userId="e41e4170-a0b5-4ce6-bed1-533b1cecee6e" providerId="ADAL" clId="{0AB84215-D5DE-4B51-994D-7B1DCB931E97}" dt="2026-01-29T02:23:04.616" v="611" actId="478"/>
          <ac:spMkLst>
            <pc:docMk/>
            <pc:sldMk cId="2469108662" sldId="257"/>
            <ac:spMk id="7" creationId="{D1ABB051-6FE9-BFD5-44D8-E1066F84E2E0}"/>
          </ac:spMkLst>
        </pc:spChg>
        <pc:spChg chg="del">
          <ac:chgData name="Hilton Sarius" userId="e41e4170-a0b5-4ce6-bed1-533b1cecee6e" providerId="ADAL" clId="{0AB84215-D5DE-4B51-994D-7B1DCB931E97}" dt="2026-01-29T02:23:04.616" v="611" actId="478"/>
          <ac:spMkLst>
            <pc:docMk/>
            <pc:sldMk cId="2469108662" sldId="257"/>
            <ac:spMk id="8" creationId="{4CFC2C78-3E01-58A9-841B-0F908D2F706C}"/>
          </ac:spMkLst>
        </pc:spChg>
        <pc:spChg chg="del">
          <ac:chgData name="Hilton Sarius" userId="e41e4170-a0b5-4ce6-bed1-533b1cecee6e" providerId="ADAL" clId="{0AB84215-D5DE-4B51-994D-7B1DCB931E97}" dt="2026-01-29T02:23:04.616" v="611" actId="478"/>
          <ac:spMkLst>
            <pc:docMk/>
            <pc:sldMk cId="2469108662" sldId="257"/>
            <ac:spMk id="18" creationId="{33A8D345-9770-8BEB-1A71-359C46BEEB9F}"/>
          </ac:spMkLst>
        </pc:spChg>
        <pc:spChg chg="del">
          <ac:chgData name="Hilton Sarius" userId="e41e4170-a0b5-4ce6-bed1-533b1cecee6e" providerId="ADAL" clId="{0AB84215-D5DE-4B51-994D-7B1DCB931E97}" dt="2026-01-29T02:23:04.616" v="611" actId="478"/>
          <ac:spMkLst>
            <pc:docMk/>
            <pc:sldMk cId="2469108662" sldId="257"/>
            <ac:spMk id="22" creationId="{AD5DE895-6F64-E0F7-9068-7810E06596AC}"/>
          </ac:spMkLst>
        </pc:spChg>
        <pc:spChg chg="del">
          <ac:chgData name="Hilton Sarius" userId="e41e4170-a0b5-4ce6-bed1-533b1cecee6e" providerId="ADAL" clId="{0AB84215-D5DE-4B51-994D-7B1DCB931E97}" dt="2026-01-29T02:23:04.616" v="611" actId="478"/>
          <ac:spMkLst>
            <pc:docMk/>
            <pc:sldMk cId="2469108662" sldId="257"/>
            <ac:spMk id="23" creationId="{95AD15F4-08F6-40A4-EA75-761C0DF1812F}"/>
          </ac:spMkLst>
        </pc:spChg>
        <pc:spChg chg="add del mod">
          <ac:chgData name="Hilton Sarius" userId="e41e4170-a0b5-4ce6-bed1-533b1cecee6e" providerId="ADAL" clId="{0AB84215-D5DE-4B51-994D-7B1DCB931E97}" dt="2026-01-29T02:23:14.240" v="622" actId="478"/>
          <ac:spMkLst>
            <pc:docMk/>
            <pc:sldMk cId="2469108662" sldId="257"/>
            <ac:spMk id="37" creationId="{C071B18C-D9DE-4AE4-0459-BEC50B75366B}"/>
          </ac:spMkLst>
        </pc:spChg>
        <pc:picChg chg="del">
          <ac:chgData name="Hilton Sarius" userId="e41e4170-a0b5-4ce6-bed1-533b1cecee6e" providerId="ADAL" clId="{0AB84215-D5DE-4B51-994D-7B1DCB931E97}" dt="2026-01-29T02:23:04.616" v="611" actId="478"/>
          <ac:picMkLst>
            <pc:docMk/>
            <pc:sldMk cId="2469108662" sldId="257"/>
            <ac:picMk id="12" creationId="{1789FF55-79AC-B65C-52E2-46B2A6690A90}"/>
          </ac:picMkLst>
        </pc:picChg>
        <pc:picChg chg="del">
          <ac:chgData name="Hilton Sarius" userId="e41e4170-a0b5-4ce6-bed1-533b1cecee6e" providerId="ADAL" clId="{0AB84215-D5DE-4B51-994D-7B1DCB931E97}" dt="2026-01-29T02:23:04.616" v="611" actId="478"/>
          <ac:picMkLst>
            <pc:docMk/>
            <pc:sldMk cId="2469108662" sldId="257"/>
            <ac:picMk id="14" creationId="{1F7AA812-821B-D56E-E72E-B199509C5936}"/>
          </ac:picMkLst>
        </pc:picChg>
      </pc:sldChg>
      <pc:sldChg chg="addSp delSp modSp mod">
        <pc:chgData name="Hilton Sarius" userId="e41e4170-a0b5-4ce6-bed1-533b1cecee6e" providerId="ADAL" clId="{0AB84215-D5DE-4B51-994D-7B1DCB931E97}" dt="2026-01-30T00:48:44.164" v="1024" actId="20577"/>
        <pc:sldMkLst>
          <pc:docMk/>
          <pc:sldMk cId="1235335610" sldId="258"/>
        </pc:sldMkLst>
        <pc:spChg chg="mod">
          <ac:chgData name="Hilton Sarius" userId="e41e4170-a0b5-4ce6-bed1-533b1cecee6e" providerId="ADAL" clId="{0AB84215-D5DE-4B51-994D-7B1DCB931E97}" dt="2026-01-29T00:40:37.114" v="92" actId="14100"/>
          <ac:spMkLst>
            <pc:docMk/>
            <pc:sldMk cId="1235335610" sldId="258"/>
            <ac:spMk id="2" creationId="{428ABF6D-83D6-40A1-4B92-285433CE96A4}"/>
          </ac:spMkLst>
        </pc:spChg>
        <pc:spChg chg="add mod">
          <ac:chgData name="Hilton Sarius" userId="e41e4170-a0b5-4ce6-bed1-533b1cecee6e" providerId="ADAL" clId="{0AB84215-D5DE-4B51-994D-7B1DCB931E97}" dt="2026-01-30T00:48:44.164" v="1024" actId="20577"/>
          <ac:spMkLst>
            <pc:docMk/>
            <pc:sldMk cId="1235335610" sldId="258"/>
            <ac:spMk id="3" creationId="{D12C6992-85D6-CD58-2849-ED91C3210759}"/>
          </ac:spMkLst>
        </pc:spChg>
        <pc:spChg chg="mod">
          <ac:chgData name="Hilton Sarius" userId="e41e4170-a0b5-4ce6-bed1-533b1cecee6e" providerId="ADAL" clId="{0AB84215-D5DE-4B51-994D-7B1DCB931E97}" dt="2026-01-29T00:38:20.896" v="6" actId="1076"/>
          <ac:spMkLst>
            <pc:docMk/>
            <pc:sldMk cId="1235335610" sldId="258"/>
            <ac:spMk id="10" creationId="{CFC5BDB8-8799-9C12-8DFD-D6C70869DC31}"/>
          </ac:spMkLst>
        </pc:spChg>
        <pc:spChg chg="add mod">
          <ac:chgData name="Hilton Sarius" userId="e41e4170-a0b5-4ce6-bed1-533b1cecee6e" providerId="ADAL" clId="{0AB84215-D5DE-4B51-994D-7B1DCB931E97}" dt="2026-01-29T00:39:06.454" v="17" actId="14100"/>
          <ac:spMkLst>
            <pc:docMk/>
            <pc:sldMk cId="1235335610" sldId="258"/>
            <ac:spMk id="11" creationId="{938BF53E-8BBB-9265-C9BE-0CE7AB6896F9}"/>
          </ac:spMkLst>
        </pc:spChg>
        <pc:spChg chg="add mod">
          <ac:chgData name="Hilton Sarius" userId="e41e4170-a0b5-4ce6-bed1-533b1cecee6e" providerId="ADAL" clId="{0AB84215-D5DE-4B51-994D-7B1DCB931E97}" dt="2026-01-29T00:41:22.082" v="105" actId="255"/>
          <ac:spMkLst>
            <pc:docMk/>
            <pc:sldMk cId="1235335610" sldId="258"/>
            <ac:spMk id="12" creationId="{326E1793-F5C3-6E80-B1D4-21CB88E5AC35}"/>
          </ac:spMkLst>
        </pc:spChg>
        <pc:picChg chg="del">
          <ac:chgData name="Hilton Sarius" userId="e41e4170-a0b5-4ce6-bed1-533b1cecee6e" providerId="ADAL" clId="{0AB84215-D5DE-4B51-994D-7B1DCB931E97}" dt="2026-01-29T00:38:02.217" v="1" actId="478"/>
          <ac:picMkLst>
            <pc:docMk/>
            <pc:sldMk cId="1235335610" sldId="258"/>
            <ac:picMk id="7" creationId="{CE4F0202-3E9F-73BE-A27D-C708F1F2A2A4}"/>
          </ac:picMkLst>
        </pc:picChg>
        <pc:picChg chg="del">
          <ac:chgData name="Hilton Sarius" userId="e41e4170-a0b5-4ce6-bed1-533b1cecee6e" providerId="ADAL" clId="{0AB84215-D5DE-4B51-994D-7B1DCB931E97}" dt="2026-01-29T00:38:02.794" v="2" actId="478"/>
          <ac:picMkLst>
            <pc:docMk/>
            <pc:sldMk cId="1235335610" sldId="258"/>
            <ac:picMk id="9" creationId="{CD22BE2C-D538-3CC6-F54C-379C751AC8F6}"/>
          </ac:picMkLst>
        </pc:picChg>
      </pc:sldChg>
      <pc:sldChg chg="addSp delSp modSp mod">
        <pc:chgData name="Hilton Sarius" userId="e41e4170-a0b5-4ce6-bed1-533b1cecee6e" providerId="ADAL" clId="{0AB84215-D5DE-4B51-994D-7B1DCB931E97}" dt="2026-01-30T00:50:49.359" v="1076" actId="20577"/>
        <pc:sldMkLst>
          <pc:docMk/>
          <pc:sldMk cId="1796135665" sldId="269"/>
        </pc:sldMkLst>
        <pc:spChg chg="add mod">
          <ac:chgData name="Hilton Sarius" userId="e41e4170-a0b5-4ce6-bed1-533b1cecee6e" providerId="ADAL" clId="{0AB84215-D5DE-4B51-994D-7B1DCB931E97}" dt="2026-01-30T00:50:49.359" v="1076" actId="20577"/>
          <ac:spMkLst>
            <pc:docMk/>
            <pc:sldMk cId="1796135665" sldId="269"/>
            <ac:spMk id="2" creationId="{34F7B0FA-B88F-1E4A-57E4-4858D8C884CA}"/>
          </ac:spMkLst>
        </pc:spChg>
        <pc:spChg chg="del">
          <ac:chgData name="Hilton Sarius" userId="e41e4170-a0b5-4ce6-bed1-533b1cecee6e" providerId="ADAL" clId="{0AB84215-D5DE-4B51-994D-7B1DCB931E97}" dt="2026-01-29T01:45:13.237" v="523" actId="478"/>
          <ac:spMkLst>
            <pc:docMk/>
            <pc:sldMk cId="1796135665" sldId="269"/>
            <ac:spMk id="2" creationId="{7C52D582-3E75-653B-166F-A300B11010FC}"/>
          </ac:spMkLst>
        </pc:spChg>
        <pc:spChg chg="mod">
          <ac:chgData name="Hilton Sarius" userId="e41e4170-a0b5-4ce6-bed1-533b1cecee6e" providerId="ADAL" clId="{0AB84215-D5DE-4B51-994D-7B1DCB931E97}" dt="2026-01-29T01:56:18.060" v="556" actId="20577"/>
          <ac:spMkLst>
            <pc:docMk/>
            <pc:sldMk cId="1796135665" sldId="269"/>
            <ac:spMk id="3" creationId="{04D8925D-9582-89CE-42CA-03F823205B19}"/>
          </ac:spMkLst>
        </pc:spChg>
        <pc:spChg chg="mod">
          <ac:chgData name="Hilton Sarius" userId="e41e4170-a0b5-4ce6-bed1-533b1cecee6e" providerId="ADAL" clId="{0AB84215-D5DE-4B51-994D-7B1DCB931E97}" dt="2026-01-29T01:43:01.482" v="489" actId="207"/>
          <ac:spMkLst>
            <pc:docMk/>
            <pc:sldMk cId="1796135665" sldId="269"/>
            <ac:spMk id="4" creationId="{61F990E1-CB2E-71A1-FB0D-5C4156E41FFF}"/>
          </ac:spMkLst>
        </pc:spChg>
        <pc:spChg chg="add mod">
          <ac:chgData name="Hilton Sarius" userId="e41e4170-a0b5-4ce6-bed1-533b1cecee6e" providerId="ADAL" clId="{0AB84215-D5DE-4B51-994D-7B1DCB931E97}" dt="2026-01-29T01:45:26.865" v="525"/>
          <ac:spMkLst>
            <pc:docMk/>
            <pc:sldMk cId="1796135665" sldId="269"/>
            <ac:spMk id="5" creationId="{4B11EDE5-D97B-2481-E948-59E7D2EE3574}"/>
          </ac:spMkLst>
        </pc:spChg>
        <pc:spChg chg="add mod">
          <ac:chgData name="Hilton Sarius" userId="e41e4170-a0b5-4ce6-bed1-533b1cecee6e" providerId="ADAL" clId="{0AB84215-D5DE-4B51-994D-7B1DCB931E97}" dt="2026-01-29T01:55:51.520" v="553" actId="113"/>
          <ac:spMkLst>
            <pc:docMk/>
            <pc:sldMk cId="1796135665" sldId="269"/>
            <ac:spMk id="6" creationId="{A35248E8-3C6A-E122-B1A4-78056055C0FB}"/>
          </ac:spMkLst>
        </pc:spChg>
        <pc:spChg chg="add del mod">
          <ac:chgData name="Hilton Sarius" userId="e41e4170-a0b5-4ce6-bed1-533b1cecee6e" providerId="ADAL" clId="{0AB84215-D5DE-4B51-994D-7B1DCB931E97}" dt="2026-01-29T01:45:15.724" v="524" actId="478"/>
          <ac:spMkLst>
            <pc:docMk/>
            <pc:sldMk cId="1796135665" sldId="269"/>
            <ac:spMk id="8" creationId="{8FDEFCE9-A59D-7478-CF2F-F3C5B3D8F612}"/>
          </ac:spMkLst>
        </pc:spChg>
      </pc:sldChg>
      <pc:sldChg chg="del">
        <pc:chgData name="Hilton Sarius" userId="e41e4170-a0b5-4ce6-bed1-533b1cecee6e" providerId="ADAL" clId="{0AB84215-D5DE-4B51-994D-7B1DCB931E97}" dt="2026-01-30T00:47:53.250" v="1012" actId="47"/>
        <pc:sldMkLst>
          <pc:docMk/>
          <pc:sldMk cId="1537454865" sldId="278"/>
        </pc:sldMkLst>
      </pc:sldChg>
      <pc:sldChg chg="del">
        <pc:chgData name="Hilton Sarius" userId="e41e4170-a0b5-4ce6-bed1-533b1cecee6e" providerId="ADAL" clId="{0AB84215-D5DE-4B51-994D-7B1DCB931E97}" dt="2026-01-29T01:43:11.050" v="490" actId="47"/>
        <pc:sldMkLst>
          <pc:docMk/>
          <pc:sldMk cId="813486983" sldId="279"/>
        </pc:sldMkLst>
      </pc:sldChg>
      <pc:sldChg chg="del">
        <pc:chgData name="Hilton Sarius" userId="e41e4170-a0b5-4ce6-bed1-533b1cecee6e" providerId="ADAL" clId="{0AB84215-D5DE-4B51-994D-7B1DCB931E97}" dt="2026-01-29T01:43:15.288" v="491" actId="47"/>
        <pc:sldMkLst>
          <pc:docMk/>
          <pc:sldMk cId="283948250" sldId="280"/>
        </pc:sldMkLst>
      </pc:sldChg>
      <pc:sldChg chg="del">
        <pc:chgData name="Hilton Sarius" userId="e41e4170-a0b5-4ce6-bed1-533b1cecee6e" providerId="ADAL" clId="{0AB84215-D5DE-4B51-994D-7B1DCB931E97}" dt="2026-01-29T01:43:15.921" v="492" actId="47"/>
        <pc:sldMkLst>
          <pc:docMk/>
          <pc:sldMk cId="1469732810" sldId="281"/>
        </pc:sldMkLst>
      </pc:sldChg>
      <pc:sldChg chg="del">
        <pc:chgData name="Hilton Sarius" userId="e41e4170-a0b5-4ce6-bed1-533b1cecee6e" providerId="ADAL" clId="{0AB84215-D5DE-4B51-994D-7B1DCB931E97}" dt="2026-01-29T01:43:16.107" v="493" actId="47"/>
        <pc:sldMkLst>
          <pc:docMk/>
          <pc:sldMk cId="1461017449" sldId="282"/>
        </pc:sldMkLst>
      </pc:sldChg>
      <pc:sldChg chg="del">
        <pc:chgData name="Hilton Sarius" userId="e41e4170-a0b5-4ce6-bed1-533b1cecee6e" providerId="ADAL" clId="{0AB84215-D5DE-4B51-994D-7B1DCB931E97}" dt="2026-01-29T01:43:16.312" v="494" actId="47"/>
        <pc:sldMkLst>
          <pc:docMk/>
          <pc:sldMk cId="2404513347" sldId="283"/>
        </pc:sldMkLst>
      </pc:sldChg>
      <pc:sldChg chg="del">
        <pc:chgData name="Hilton Sarius" userId="e41e4170-a0b5-4ce6-bed1-533b1cecee6e" providerId="ADAL" clId="{0AB84215-D5DE-4B51-994D-7B1DCB931E97}" dt="2026-01-29T01:43:16.525" v="495" actId="47"/>
        <pc:sldMkLst>
          <pc:docMk/>
          <pc:sldMk cId="2378334888" sldId="284"/>
        </pc:sldMkLst>
      </pc:sldChg>
      <pc:sldChg chg="del">
        <pc:chgData name="Hilton Sarius" userId="e41e4170-a0b5-4ce6-bed1-533b1cecee6e" providerId="ADAL" clId="{0AB84215-D5DE-4B51-994D-7B1DCB931E97}" dt="2026-01-29T01:43:17.786" v="496" actId="47"/>
        <pc:sldMkLst>
          <pc:docMk/>
          <pc:sldMk cId="4177855181" sldId="285"/>
        </pc:sldMkLst>
      </pc:sldChg>
      <pc:sldChg chg="del">
        <pc:chgData name="Hilton Sarius" userId="e41e4170-a0b5-4ce6-bed1-533b1cecee6e" providerId="ADAL" clId="{0AB84215-D5DE-4B51-994D-7B1DCB931E97}" dt="2026-01-29T01:43:18.043" v="497" actId="47"/>
        <pc:sldMkLst>
          <pc:docMk/>
          <pc:sldMk cId="502321666" sldId="286"/>
        </pc:sldMkLst>
      </pc:sldChg>
      <pc:sldChg chg="del">
        <pc:chgData name="Hilton Sarius" userId="e41e4170-a0b5-4ce6-bed1-533b1cecee6e" providerId="ADAL" clId="{0AB84215-D5DE-4B51-994D-7B1DCB931E97}" dt="2026-01-29T01:43:18.280" v="498" actId="47"/>
        <pc:sldMkLst>
          <pc:docMk/>
          <pc:sldMk cId="1876900548" sldId="287"/>
        </pc:sldMkLst>
      </pc:sldChg>
      <pc:sldChg chg="del">
        <pc:chgData name="Hilton Sarius" userId="e41e4170-a0b5-4ce6-bed1-533b1cecee6e" providerId="ADAL" clId="{0AB84215-D5DE-4B51-994D-7B1DCB931E97}" dt="2026-01-29T01:43:19.070" v="499" actId="47"/>
        <pc:sldMkLst>
          <pc:docMk/>
          <pc:sldMk cId="653839185" sldId="288"/>
        </pc:sldMkLst>
      </pc:sldChg>
      <pc:sldChg chg="addSp delSp modSp mod">
        <pc:chgData name="Hilton Sarius" userId="e41e4170-a0b5-4ce6-bed1-533b1cecee6e" providerId="ADAL" clId="{0AB84215-D5DE-4B51-994D-7B1DCB931E97}" dt="2026-01-30T00:50:41.419" v="1072" actId="20577"/>
        <pc:sldMkLst>
          <pc:docMk/>
          <pc:sldMk cId="459147442" sldId="298"/>
        </pc:sldMkLst>
        <pc:spChg chg="add mod">
          <ac:chgData name="Hilton Sarius" userId="e41e4170-a0b5-4ce6-bed1-533b1cecee6e" providerId="ADAL" clId="{0AB84215-D5DE-4B51-994D-7B1DCB931E97}" dt="2026-01-30T00:50:41.419" v="1072" actId="20577"/>
          <ac:spMkLst>
            <pc:docMk/>
            <pc:sldMk cId="459147442" sldId="298"/>
            <ac:spMk id="2" creationId="{1118964F-F6CE-3823-48BC-AF78E50F02EA}"/>
          </ac:spMkLst>
        </pc:spChg>
        <pc:spChg chg="del">
          <ac:chgData name="Hilton Sarius" userId="e41e4170-a0b5-4ce6-bed1-533b1cecee6e" providerId="ADAL" clId="{0AB84215-D5DE-4B51-994D-7B1DCB931E97}" dt="2026-01-29T00:41:41.487" v="109" actId="478"/>
          <ac:spMkLst>
            <pc:docMk/>
            <pc:sldMk cId="459147442" sldId="298"/>
            <ac:spMk id="2" creationId="{F0025D95-22B6-9824-A2ED-F6FAD01328EC}"/>
          </ac:spMkLst>
        </pc:spChg>
        <pc:spChg chg="add del mod">
          <ac:chgData name="Hilton Sarius" userId="e41e4170-a0b5-4ce6-bed1-533b1cecee6e" providerId="ADAL" clId="{0AB84215-D5DE-4B51-994D-7B1DCB931E97}" dt="2026-01-29T00:41:46.522" v="112" actId="478"/>
          <ac:spMkLst>
            <pc:docMk/>
            <pc:sldMk cId="459147442" sldId="298"/>
            <ac:spMk id="5" creationId="{8DDC3792-ED9C-02DF-3E04-3FEA3B6ED902}"/>
          </ac:spMkLst>
        </pc:spChg>
        <pc:spChg chg="add mod">
          <ac:chgData name="Hilton Sarius" userId="e41e4170-a0b5-4ce6-bed1-533b1cecee6e" providerId="ADAL" clId="{0AB84215-D5DE-4B51-994D-7B1DCB931E97}" dt="2026-01-29T00:41:47.779" v="113"/>
          <ac:spMkLst>
            <pc:docMk/>
            <pc:sldMk cId="459147442" sldId="298"/>
            <ac:spMk id="6" creationId="{3409FE34-AD28-70EB-AA61-AFAD2B3B5A81}"/>
          </ac:spMkLst>
        </pc:spChg>
        <pc:spChg chg="add mod">
          <ac:chgData name="Hilton Sarius" userId="e41e4170-a0b5-4ce6-bed1-533b1cecee6e" providerId="ADAL" clId="{0AB84215-D5DE-4B51-994D-7B1DCB931E97}" dt="2026-01-30T00:26:53.620" v="925" actId="20577"/>
          <ac:spMkLst>
            <pc:docMk/>
            <pc:sldMk cId="459147442" sldId="298"/>
            <ac:spMk id="8" creationId="{0F1FB782-C0B6-075B-B208-369225C09E89}"/>
          </ac:spMkLst>
        </pc:spChg>
        <pc:spChg chg="add del">
          <ac:chgData name="Hilton Sarius" userId="e41e4170-a0b5-4ce6-bed1-533b1cecee6e" providerId="ADAL" clId="{0AB84215-D5DE-4B51-994D-7B1DCB931E97}" dt="2026-01-29T00:41:44.595" v="111" actId="478"/>
          <ac:spMkLst>
            <pc:docMk/>
            <pc:sldMk cId="459147442" sldId="298"/>
            <ac:spMk id="10" creationId="{CDE817C4-7787-5EC9-E3C2-3E8A1F6640C5}"/>
          </ac:spMkLst>
        </pc:spChg>
      </pc:sldChg>
      <pc:sldChg chg="addSp delSp modSp mod">
        <pc:chgData name="Hilton Sarius" userId="e41e4170-a0b5-4ce6-bed1-533b1cecee6e" providerId="ADAL" clId="{0AB84215-D5DE-4B51-994D-7B1DCB931E97}" dt="2026-01-30T00:50:45.713" v="1075" actId="20577"/>
        <pc:sldMkLst>
          <pc:docMk/>
          <pc:sldMk cId="4001386082" sldId="299"/>
        </pc:sldMkLst>
        <pc:spChg chg="add mod">
          <ac:chgData name="Hilton Sarius" userId="e41e4170-a0b5-4ce6-bed1-533b1cecee6e" providerId="ADAL" clId="{0AB84215-D5DE-4B51-994D-7B1DCB931E97}" dt="2026-01-30T00:50:45.713" v="1075" actId="20577"/>
          <ac:spMkLst>
            <pc:docMk/>
            <pc:sldMk cId="4001386082" sldId="299"/>
            <ac:spMk id="2" creationId="{394D8CAB-0719-6D48-E017-DB2398132839}"/>
          </ac:spMkLst>
        </pc:spChg>
        <pc:spChg chg="del">
          <ac:chgData name="Hilton Sarius" userId="e41e4170-a0b5-4ce6-bed1-533b1cecee6e" providerId="ADAL" clId="{0AB84215-D5DE-4B51-994D-7B1DCB931E97}" dt="2026-01-29T00:41:54.931" v="114" actId="478"/>
          <ac:spMkLst>
            <pc:docMk/>
            <pc:sldMk cId="4001386082" sldId="299"/>
            <ac:spMk id="2" creationId="{E9781D6A-8DA0-86AC-737D-C2650A6FBAE3}"/>
          </ac:spMkLst>
        </pc:spChg>
        <pc:spChg chg="add del mod">
          <ac:chgData name="Hilton Sarius" userId="e41e4170-a0b5-4ce6-bed1-533b1cecee6e" providerId="ADAL" clId="{0AB84215-D5DE-4B51-994D-7B1DCB931E97}" dt="2026-01-29T00:41:57.244" v="115" actId="478"/>
          <ac:spMkLst>
            <pc:docMk/>
            <pc:sldMk cId="4001386082" sldId="299"/>
            <ac:spMk id="5" creationId="{FBDF81B7-02CE-3B6A-61E1-5A40AFE14B30}"/>
          </ac:spMkLst>
        </pc:spChg>
        <pc:spChg chg="add mod">
          <ac:chgData name="Hilton Sarius" userId="e41e4170-a0b5-4ce6-bed1-533b1cecee6e" providerId="ADAL" clId="{0AB84215-D5DE-4B51-994D-7B1DCB931E97}" dt="2026-01-29T00:41:58.403" v="116"/>
          <ac:spMkLst>
            <pc:docMk/>
            <pc:sldMk cId="4001386082" sldId="299"/>
            <ac:spMk id="6" creationId="{1674131C-58AD-522F-2C84-D0BBB22F85F7}"/>
          </ac:spMkLst>
        </pc:spChg>
        <pc:spChg chg="add mod">
          <ac:chgData name="Hilton Sarius" userId="e41e4170-a0b5-4ce6-bed1-533b1cecee6e" providerId="ADAL" clId="{0AB84215-D5DE-4B51-994D-7B1DCB931E97}" dt="2026-01-30T00:27:00.623" v="926"/>
          <ac:spMkLst>
            <pc:docMk/>
            <pc:sldMk cId="4001386082" sldId="299"/>
            <ac:spMk id="8" creationId="{9BE0DE71-0998-D9F6-DAB6-E7450D36390B}"/>
          </ac:spMkLst>
        </pc:spChg>
      </pc:sldChg>
      <pc:sldChg chg="del">
        <pc:chgData name="Hilton Sarius" userId="e41e4170-a0b5-4ce6-bed1-533b1cecee6e" providerId="ADAL" clId="{0AB84215-D5DE-4B51-994D-7B1DCB931E97}" dt="2026-01-29T00:42:01.034" v="117" actId="47"/>
        <pc:sldMkLst>
          <pc:docMk/>
          <pc:sldMk cId="373635040" sldId="300"/>
        </pc:sldMkLst>
      </pc:sldChg>
      <pc:sldChg chg="del">
        <pc:chgData name="Hilton Sarius" userId="e41e4170-a0b5-4ce6-bed1-533b1cecee6e" providerId="ADAL" clId="{0AB84215-D5DE-4B51-994D-7B1DCB931E97}" dt="2026-01-29T00:42:02.190" v="118" actId="47"/>
        <pc:sldMkLst>
          <pc:docMk/>
          <pc:sldMk cId="3589749106" sldId="301"/>
        </pc:sldMkLst>
      </pc:sldChg>
      <pc:sldChg chg="del">
        <pc:chgData name="Hilton Sarius" userId="e41e4170-a0b5-4ce6-bed1-533b1cecee6e" providerId="ADAL" clId="{0AB84215-D5DE-4B51-994D-7B1DCB931E97}" dt="2026-01-29T00:42:02.554" v="119" actId="47"/>
        <pc:sldMkLst>
          <pc:docMk/>
          <pc:sldMk cId="2921205355" sldId="302"/>
        </pc:sldMkLst>
      </pc:sldChg>
      <pc:sldChg chg="del">
        <pc:chgData name="Hilton Sarius" userId="e41e4170-a0b5-4ce6-bed1-533b1cecee6e" providerId="ADAL" clId="{0AB84215-D5DE-4B51-994D-7B1DCB931E97}" dt="2026-01-29T00:42:02.795" v="120" actId="47"/>
        <pc:sldMkLst>
          <pc:docMk/>
          <pc:sldMk cId="2429916995" sldId="303"/>
        </pc:sldMkLst>
      </pc:sldChg>
      <pc:sldChg chg="del">
        <pc:chgData name="Hilton Sarius" userId="e41e4170-a0b5-4ce6-bed1-533b1cecee6e" providerId="ADAL" clId="{0AB84215-D5DE-4B51-994D-7B1DCB931E97}" dt="2026-01-29T00:42:03.470" v="121" actId="47"/>
        <pc:sldMkLst>
          <pc:docMk/>
          <pc:sldMk cId="3759019716" sldId="304"/>
        </pc:sldMkLst>
      </pc:sldChg>
      <pc:sldChg chg="del">
        <pc:chgData name="Hilton Sarius" userId="e41e4170-a0b5-4ce6-bed1-533b1cecee6e" providerId="ADAL" clId="{0AB84215-D5DE-4B51-994D-7B1DCB931E97}" dt="2026-01-29T00:42:03.714" v="122" actId="47"/>
        <pc:sldMkLst>
          <pc:docMk/>
          <pc:sldMk cId="4145434319" sldId="305"/>
        </pc:sldMkLst>
      </pc:sldChg>
      <pc:sldChg chg="del">
        <pc:chgData name="Hilton Sarius" userId="e41e4170-a0b5-4ce6-bed1-533b1cecee6e" providerId="ADAL" clId="{0AB84215-D5DE-4B51-994D-7B1DCB931E97}" dt="2026-01-29T00:42:04.581" v="123" actId="47"/>
        <pc:sldMkLst>
          <pc:docMk/>
          <pc:sldMk cId="2504908523" sldId="306"/>
        </pc:sldMkLst>
      </pc:sldChg>
      <pc:sldChg chg="addSp delSp modSp add mod">
        <pc:chgData name="Hilton Sarius" userId="e41e4170-a0b5-4ce6-bed1-533b1cecee6e" providerId="ADAL" clId="{0AB84215-D5DE-4B51-994D-7B1DCB931E97}" dt="2026-01-30T00:50:05.095" v="1060" actId="20577"/>
        <pc:sldMkLst>
          <pc:docMk/>
          <pc:sldMk cId="649961336" sldId="307"/>
        </pc:sldMkLst>
        <pc:spChg chg="del">
          <ac:chgData name="Hilton Sarius" userId="e41e4170-a0b5-4ce6-bed1-533b1cecee6e" providerId="ADAL" clId="{0AB84215-D5DE-4B51-994D-7B1DCB931E97}" dt="2026-01-29T00:41:34.493" v="106" actId="478"/>
          <ac:spMkLst>
            <pc:docMk/>
            <pc:sldMk cId="649961336" sldId="307"/>
            <ac:spMk id="2" creationId="{5402AEFF-9EB2-7196-0B55-3394936A2A19}"/>
          </ac:spMkLst>
        </pc:spChg>
        <pc:spChg chg="add mod">
          <ac:chgData name="Hilton Sarius" userId="e41e4170-a0b5-4ce6-bed1-533b1cecee6e" providerId="ADAL" clId="{0AB84215-D5DE-4B51-994D-7B1DCB931E97}" dt="2026-01-30T00:50:05.095" v="1060" actId="20577"/>
          <ac:spMkLst>
            <pc:docMk/>
            <pc:sldMk cId="649961336" sldId="307"/>
            <ac:spMk id="2" creationId="{5E1A66FA-A6C5-B5F3-79A5-46AD6B0C07AE}"/>
          </ac:spMkLst>
        </pc:spChg>
        <pc:spChg chg="add del mod">
          <ac:chgData name="Hilton Sarius" userId="e41e4170-a0b5-4ce6-bed1-533b1cecee6e" providerId="ADAL" clId="{0AB84215-D5DE-4B51-994D-7B1DCB931E97}" dt="2026-01-29T00:41:36.129" v="107" actId="478"/>
          <ac:spMkLst>
            <pc:docMk/>
            <pc:sldMk cId="649961336" sldId="307"/>
            <ac:spMk id="4" creationId="{50306CFA-36F2-9C4E-8293-7BE68394E71A}"/>
          </ac:spMkLst>
        </pc:spChg>
        <pc:spChg chg="add mod">
          <ac:chgData name="Hilton Sarius" userId="e41e4170-a0b5-4ce6-bed1-533b1cecee6e" providerId="ADAL" clId="{0AB84215-D5DE-4B51-994D-7B1DCB931E97}" dt="2026-01-29T00:41:37.110" v="108"/>
          <ac:spMkLst>
            <pc:docMk/>
            <pc:sldMk cId="649961336" sldId="307"/>
            <ac:spMk id="5" creationId="{93E4EC79-B11F-9F3B-56B3-A9860A09125C}"/>
          </ac:spMkLst>
        </pc:spChg>
        <pc:spChg chg="add mod">
          <ac:chgData name="Hilton Sarius" userId="e41e4170-a0b5-4ce6-bed1-533b1cecee6e" providerId="ADAL" clId="{0AB84215-D5DE-4B51-994D-7B1DCB931E97}" dt="2026-01-29T00:42:32.700" v="133" actId="113"/>
          <ac:spMkLst>
            <pc:docMk/>
            <pc:sldMk cId="649961336" sldId="307"/>
            <ac:spMk id="6" creationId="{F65BCB23-CDFD-085C-660B-6DF2330B684F}"/>
          </ac:spMkLst>
        </pc:spChg>
        <pc:spChg chg="add">
          <ac:chgData name="Hilton Sarius" userId="e41e4170-a0b5-4ce6-bed1-533b1cecee6e" providerId="ADAL" clId="{0AB84215-D5DE-4B51-994D-7B1DCB931E97}" dt="2026-01-29T00:43:21.621" v="141"/>
          <ac:spMkLst>
            <pc:docMk/>
            <pc:sldMk cId="649961336" sldId="307"/>
            <ac:spMk id="8" creationId="{5744E6AA-F221-6134-D169-412CBC420626}"/>
          </ac:spMkLst>
        </pc:spChg>
        <pc:spChg chg="add mod">
          <ac:chgData name="Hilton Sarius" userId="e41e4170-a0b5-4ce6-bed1-533b1cecee6e" providerId="ADAL" clId="{0AB84215-D5DE-4B51-994D-7B1DCB931E97}" dt="2026-01-29T01:04:01.584" v="159" actId="1076"/>
          <ac:spMkLst>
            <pc:docMk/>
            <pc:sldMk cId="649961336" sldId="307"/>
            <ac:spMk id="11" creationId="{4A0F2316-26FE-9970-E7E3-48D80672B13E}"/>
          </ac:spMkLst>
        </pc:spChg>
        <pc:spChg chg="add">
          <ac:chgData name="Hilton Sarius" userId="e41e4170-a0b5-4ce6-bed1-533b1cecee6e" providerId="ADAL" clId="{0AB84215-D5DE-4B51-994D-7B1DCB931E97}" dt="2026-01-29T00:43:24.322" v="143"/>
          <ac:spMkLst>
            <pc:docMk/>
            <pc:sldMk cId="649961336" sldId="307"/>
            <ac:spMk id="12" creationId="{15550362-C9EA-92DB-DC64-059A984C98B1}"/>
          </ac:spMkLst>
        </pc:spChg>
        <pc:spChg chg="add">
          <ac:chgData name="Hilton Sarius" userId="e41e4170-a0b5-4ce6-bed1-533b1cecee6e" providerId="ADAL" clId="{0AB84215-D5DE-4B51-994D-7B1DCB931E97}" dt="2026-01-29T00:43:26.500" v="144"/>
          <ac:spMkLst>
            <pc:docMk/>
            <pc:sldMk cId="649961336" sldId="307"/>
            <ac:spMk id="13" creationId="{82E2BB82-D3BB-1726-C2D2-0A65A0411C83}"/>
          </ac:spMkLst>
        </pc:spChg>
        <pc:spChg chg="add">
          <ac:chgData name="Hilton Sarius" userId="e41e4170-a0b5-4ce6-bed1-533b1cecee6e" providerId="ADAL" clId="{0AB84215-D5DE-4B51-994D-7B1DCB931E97}" dt="2026-01-29T00:43:30.181" v="145"/>
          <ac:spMkLst>
            <pc:docMk/>
            <pc:sldMk cId="649961336" sldId="307"/>
            <ac:spMk id="14" creationId="{D88406E6-7B9A-7EFC-5753-1E358FFE8A23}"/>
          </ac:spMkLst>
        </pc:spChg>
        <pc:spChg chg="add mod">
          <ac:chgData name="Hilton Sarius" userId="e41e4170-a0b5-4ce6-bed1-533b1cecee6e" providerId="ADAL" clId="{0AB84215-D5DE-4B51-994D-7B1DCB931E97}" dt="2026-01-29T01:03:33.674" v="156" actId="6549"/>
          <ac:spMkLst>
            <pc:docMk/>
            <pc:sldMk cId="649961336" sldId="307"/>
            <ac:spMk id="15" creationId="{33961AF5-1D0F-BFBF-772C-ED37A219E999}"/>
          </ac:spMkLst>
        </pc:spChg>
        <pc:picChg chg="mod">
          <ac:chgData name="Hilton Sarius" userId="e41e4170-a0b5-4ce6-bed1-533b1cecee6e" providerId="ADAL" clId="{0AB84215-D5DE-4B51-994D-7B1DCB931E97}" dt="2026-01-29T01:03:58.327" v="158" actId="1076"/>
          <ac:picMkLst>
            <pc:docMk/>
            <pc:sldMk cId="649961336" sldId="307"/>
            <ac:picMk id="7" creationId="{682870C7-8657-9416-C934-2CA5D9013A05}"/>
          </ac:picMkLst>
        </pc:picChg>
        <pc:picChg chg="mod">
          <ac:chgData name="Hilton Sarius" userId="e41e4170-a0b5-4ce6-bed1-533b1cecee6e" providerId="ADAL" clId="{0AB84215-D5DE-4B51-994D-7B1DCB931E97}" dt="2026-01-29T00:43:08.811" v="140" actId="14100"/>
          <ac:picMkLst>
            <pc:docMk/>
            <pc:sldMk cId="649961336" sldId="307"/>
            <ac:picMk id="9" creationId="{66D5938A-43F8-BAB6-DE13-CBAA4BCE961D}"/>
          </ac:picMkLst>
        </pc:picChg>
      </pc:sldChg>
      <pc:sldChg chg="addSp delSp modSp add mod ord">
        <pc:chgData name="Hilton Sarius" userId="e41e4170-a0b5-4ce6-bed1-533b1cecee6e" providerId="ADAL" clId="{0AB84215-D5DE-4B51-994D-7B1DCB931E97}" dt="2026-01-30T00:50:26.923" v="1066" actId="20577"/>
        <pc:sldMkLst>
          <pc:docMk/>
          <pc:sldMk cId="3802882959" sldId="308"/>
        </pc:sldMkLst>
        <pc:spChg chg="add mod">
          <ac:chgData name="Hilton Sarius" userId="e41e4170-a0b5-4ce6-bed1-533b1cecee6e" providerId="ADAL" clId="{0AB84215-D5DE-4B51-994D-7B1DCB931E97}" dt="2026-01-29T01:13:34.430" v="203" actId="947"/>
          <ac:spMkLst>
            <pc:docMk/>
            <pc:sldMk cId="3802882959" sldId="308"/>
            <ac:spMk id="2" creationId="{38CEF075-B6E1-F930-C1CE-9C20422085BE}"/>
          </ac:spMkLst>
        </pc:spChg>
        <pc:spChg chg="add mod">
          <ac:chgData name="Hilton Sarius" userId="e41e4170-a0b5-4ce6-bed1-533b1cecee6e" providerId="ADAL" clId="{0AB84215-D5DE-4B51-994D-7B1DCB931E97}" dt="2026-01-30T00:50:26.923" v="1066" actId="20577"/>
          <ac:spMkLst>
            <pc:docMk/>
            <pc:sldMk cId="3802882959" sldId="308"/>
            <ac:spMk id="3" creationId="{7AAFB7E4-7820-35CB-DD70-331AEA8C4378}"/>
          </ac:spMkLst>
        </pc:spChg>
        <pc:spChg chg="add mod">
          <ac:chgData name="Hilton Sarius" userId="e41e4170-a0b5-4ce6-bed1-533b1cecee6e" providerId="ADAL" clId="{0AB84215-D5DE-4B51-994D-7B1DCB931E97}" dt="2026-01-29T01:14:19.158" v="205" actId="947"/>
          <ac:spMkLst>
            <pc:docMk/>
            <pc:sldMk cId="3802882959" sldId="308"/>
            <ac:spMk id="4" creationId="{3512D193-E028-BEC1-6BED-436E208AB76D}"/>
          </ac:spMkLst>
        </pc:spChg>
        <pc:spChg chg="mod">
          <ac:chgData name="Hilton Sarius" userId="e41e4170-a0b5-4ce6-bed1-533b1cecee6e" providerId="ADAL" clId="{0AB84215-D5DE-4B51-994D-7B1DCB931E97}" dt="2026-01-29T01:09:15.783" v="181" actId="20577"/>
          <ac:spMkLst>
            <pc:docMk/>
            <pc:sldMk cId="3802882959" sldId="308"/>
            <ac:spMk id="8" creationId="{23947AE9-6171-8D7D-A932-C9A20CB61503}"/>
          </ac:spMkLst>
        </pc:spChg>
        <pc:spChg chg="mod">
          <ac:chgData name="Hilton Sarius" userId="e41e4170-a0b5-4ce6-bed1-533b1cecee6e" providerId="ADAL" clId="{0AB84215-D5DE-4B51-994D-7B1DCB931E97}" dt="2026-01-29T01:10:39.209" v="193" actId="1035"/>
          <ac:spMkLst>
            <pc:docMk/>
            <pc:sldMk cId="3802882959" sldId="308"/>
            <ac:spMk id="10" creationId="{78E9F4FB-BC4E-5357-AEE9-3399C617EABE}"/>
          </ac:spMkLst>
        </pc:spChg>
        <pc:picChg chg="del">
          <ac:chgData name="Hilton Sarius" userId="e41e4170-a0b5-4ce6-bed1-533b1cecee6e" providerId="ADAL" clId="{0AB84215-D5DE-4B51-994D-7B1DCB931E97}" dt="2026-01-29T00:42:08.641" v="125" actId="478"/>
          <ac:picMkLst>
            <pc:docMk/>
            <pc:sldMk cId="3802882959" sldId="308"/>
            <ac:picMk id="3" creationId="{6CB3CEC6-A207-880E-1B87-CDA6FFE55E18}"/>
          </ac:picMkLst>
        </pc:picChg>
      </pc:sldChg>
      <pc:sldChg chg="add del">
        <pc:chgData name="Hilton Sarius" userId="e41e4170-a0b5-4ce6-bed1-533b1cecee6e" providerId="ADAL" clId="{0AB84215-D5DE-4B51-994D-7B1DCB931E97}" dt="2026-01-29T01:37:44.534" v="449" actId="47"/>
        <pc:sldMkLst>
          <pc:docMk/>
          <pc:sldMk cId="1963366767" sldId="309"/>
        </pc:sldMkLst>
      </pc:sldChg>
      <pc:sldChg chg="add del">
        <pc:chgData name="Hilton Sarius" userId="e41e4170-a0b5-4ce6-bed1-533b1cecee6e" providerId="ADAL" clId="{0AB84215-D5DE-4B51-994D-7B1DCB931E97}" dt="2026-01-29T01:37:46.789" v="450" actId="47"/>
        <pc:sldMkLst>
          <pc:docMk/>
          <pc:sldMk cId="2391557343" sldId="310"/>
        </pc:sldMkLst>
      </pc:sldChg>
      <pc:sldChg chg="add del">
        <pc:chgData name="Hilton Sarius" userId="e41e4170-a0b5-4ce6-bed1-533b1cecee6e" providerId="ADAL" clId="{0AB84215-D5DE-4B51-994D-7B1DCB931E97}" dt="2026-01-29T01:37:48.943" v="451" actId="47"/>
        <pc:sldMkLst>
          <pc:docMk/>
          <pc:sldMk cId="2505618582" sldId="311"/>
        </pc:sldMkLst>
      </pc:sldChg>
      <pc:sldChg chg="add del">
        <pc:chgData name="Hilton Sarius" userId="e41e4170-a0b5-4ce6-bed1-533b1cecee6e" providerId="ADAL" clId="{0AB84215-D5DE-4B51-994D-7B1DCB931E97}" dt="2026-01-29T01:37:51.637" v="452" actId="47"/>
        <pc:sldMkLst>
          <pc:docMk/>
          <pc:sldMk cId="1913852983" sldId="312"/>
        </pc:sldMkLst>
      </pc:sldChg>
      <pc:sldChg chg="add del">
        <pc:chgData name="Hilton Sarius" userId="e41e4170-a0b5-4ce6-bed1-533b1cecee6e" providerId="ADAL" clId="{0AB84215-D5DE-4B51-994D-7B1DCB931E97}" dt="2026-01-29T01:37:53.011" v="453" actId="47"/>
        <pc:sldMkLst>
          <pc:docMk/>
          <pc:sldMk cId="67623405" sldId="313"/>
        </pc:sldMkLst>
      </pc:sldChg>
      <pc:sldChg chg="addSp delSp modSp add mod">
        <pc:chgData name="Hilton Sarius" userId="e41e4170-a0b5-4ce6-bed1-533b1cecee6e" providerId="ADAL" clId="{0AB84215-D5DE-4B51-994D-7B1DCB931E97}" dt="2026-01-30T00:50:32.323" v="1068" actId="20577"/>
        <pc:sldMkLst>
          <pc:docMk/>
          <pc:sldMk cId="485613139" sldId="314"/>
        </pc:sldMkLst>
        <pc:spChg chg="mod">
          <ac:chgData name="Hilton Sarius" userId="e41e4170-a0b5-4ce6-bed1-533b1cecee6e" providerId="ADAL" clId="{0AB84215-D5DE-4B51-994D-7B1DCB931E97}" dt="2026-01-29T01:26:10.414" v="221" actId="14100"/>
          <ac:spMkLst>
            <pc:docMk/>
            <pc:sldMk cId="485613139" sldId="314"/>
            <ac:spMk id="2" creationId="{8C4550A8-65E2-B643-3C0E-7818A70D4B7E}"/>
          </ac:spMkLst>
        </pc:spChg>
        <pc:spChg chg="add mod">
          <ac:chgData name="Hilton Sarius" userId="e41e4170-a0b5-4ce6-bed1-533b1cecee6e" providerId="ADAL" clId="{0AB84215-D5DE-4B51-994D-7B1DCB931E97}" dt="2026-01-30T00:50:32.323" v="1068" actId="20577"/>
          <ac:spMkLst>
            <pc:docMk/>
            <pc:sldMk cId="485613139" sldId="314"/>
            <ac:spMk id="3" creationId="{A1D3223C-C354-A771-9067-CED532AD59B2}"/>
          </ac:spMkLst>
        </pc:spChg>
        <pc:spChg chg="del mod">
          <ac:chgData name="Hilton Sarius" userId="e41e4170-a0b5-4ce6-bed1-533b1cecee6e" providerId="ADAL" clId="{0AB84215-D5DE-4B51-994D-7B1DCB931E97}" dt="2026-01-29T01:24:36.718" v="212" actId="478"/>
          <ac:spMkLst>
            <pc:docMk/>
            <pc:sldMk cId="485613139" sldId="314"/>
            <ac:spMk id="4" creationId="{CFDBA410-D455-DB93-E050-407E4E4D3C30}"/>
          </ac:spMkLst>
        </pc:spChg>
        <pc:spChg chg="add mod">
          <ac:chgData name="Hilton Sarius" userId="e41e4170-a0b5-4ce6-bed1-533b1cecee6e" providerId="ADAL" clId="{0AB84215-D5DE-4B51-994D-7B1DCB931E97}" dt="2026-01-29T01:26:07.063" v="220" actId="14100"/>
          <ac:spMkLst>
            <pc:docMk/>
            <pc:sldMk cId="485613139" sldId="314"/>
            <ac:spMk id="7" creationId="{28105DA1-C08F-E423-2319-E321DE40DF67}"/>
          </ac:spMkLst>
        </pc:spChg>
        <pc:spChg chg="mod">
          <ac:chgData name="Hilton Sarius" userId="e41e4170-a0b5-4ce6-bed1-533b1cecee6e" providerId="ADAL" clId="{0AB84215-D5DE-4B51-994D-7B1DCB931E97}" dt="2026-01-29T01:15:14.550" v="209" actId="113"/>
          <ac:spMkLst>
            <pc:docMk/>
            <pc:sldMk cId="485613139" sldId="314"/>
            <ac:spMk id="8" creationId="{4BED488B-A7BE-4633-301F-B46D8297FBDF}"/>
          </ac:spMkLst>
        </pc:spChg>
        <pc:spChg chg="add mod">
          <ac:chgData name="Hilton Sarius" userId="e41e4170-a0b5-4ce6-bed1-533b1cecee6e" providerId="ADAL" clId="{0AB84215-D5DE-4B51-994D-7B1DCB931E97}" dt="2026-01-29T01:27:54.134" v="243" actId="14100"/>
          <ac:spMkLst>
            <pc:docMk/>
            <pc:sldMk cId="485613139" sldId="314"/>
            <ac:spMk id="9" creationId="{DCA3A034-4C71-24D8-0DB3-183160B1CA67}"/>
          </ac:spMkLst>
        </pc:spChg>
        <pc:picChg chg="add mod">
          <ac:chgData name="Hilton Sarius" userId="e41e4170-a0b5-4ce6-bed1-533b1cecee6e" providerId="ADAL" clId="{0AB84215-D5DE-4B51-994D-7B1DCB931E97}" dt="2026-01-29T01:24:40.972" v="213" actId="1076"/>
          <ac:picMkLst>
            <pc:docMk/>
            <pc:sldMk cId="485613139" sldId="314"/>
            <ac:picMk id="5" creationId="{829A5CA9-4D38-5CB5-A656-CB3EB983E220}"/>
          </ac:picMkLst>
        </pc:picChg>
      </pc:sldChg>
      <pc:sldChg chg="addSp delSp modSp add mod">
        <pc:chgData name="Hilton Sarius" userId="e41e4170-a0b5-4ce6-bed1-533b1cecee6e" providerId="ADAL" clId="{0AB84215-D5DE-4B51-994D-7B1DCB931E97}" dt="2026-01-30T00:50:36.418" v="1070" actId="20577"/>
        <pc:sldMkLst>
          <pc:docMk/>
          <pc:sldMk cId="3497536748" sldId="315"/>
        </pc:sldMkLst>
        <pc:spChg chg="mod">
          <ac:chgData name="Hilton Sarius" userId="e41e4170-a0b5-4ce6-bed1-533b1cecee6e" providerId="ADAL" clId="{0AB84215-D5DE-4B51-994D-7B1DCB931E97}" dt="2026-01-29T01:34:29.475" v="436" actId="113"/>
          <ac:spMkLst>
            <pc:docMk/>
            <pc:sldMk cId="3497536748" sldId="315"/>
            <ac:spMk id="2" creationId="{35BFD6BE-B8D3-6F6D-99CD-000853AFCC0A}"/>
          </ac:spMkLst>
        </pc:spChg>
        <pc:spChg chg="add mod">
          <ac:chgData name="Hilton Sarius" userId="e41e4170-a0b5-4ce6-bed1-533b1cecee6e" providerId="ADAL" clId="{0AB84215-D5DE-4B51-994D-7B1DCB931E97}" dt="2026-01-30T00:50:36.418" v="1070" actId="20577"/>
          <ac:spMkLst>
            <pc:docMk/>
            <pc:sldMk cId="3497536748" sldId="315"/>
            <ac:spMk id="3" creationId="{71B98723-A412-9FCB-F33E-9661D976EDC3}"/>
          </ac:spMkLst>
        </pc:spChg>
        <pc:spChg chg="mod">
          <ac:chgData name="Hilton Sarius" userId="e41e4170-a0b5-4ce6-bed1-533b1cecee6e" providerId="ADAL" clId="{0AB84215-D5DE-4B51-994D-7B1DCB931E97}" dt="2026-01-29T01:34:26.610" v="435" actId="113"/>
          <ac:spMkLst>
            <pc:docMk/>
            <pc:sldMk cId="3497536748" sldId="315"/>
            <ac:spMk id="7" creationId="{27A5A0C6-5070-ACC6-FF17-6899394E280C}"/>
          </ac:spMkLst>
        </pc:spChg>
        <pc:spChg chg="mod">
          <ac:chgData name="Hilton Sarius" userId="e41e4170-a0b5-4ce6-bed1-533b1cecee6e" providerId="ADAL" clId="{0AB84215-D5DE-4B51-994D-7B1DCB931E97}" dt="2026-01-29T01:36:04.324" v="448" actId="20577"/>
          <ac:spMkLst>
            <pc:docMk/>
            <pc:sldMk cId="3497536748" sldId="315"/>
            <ac:spMk id="8" creationId="{249E4145-8AA8-4429-1EE5-B9BA0C0359A8}"/>
          </ac:spMkLst>
        </pc:spChg>
        <pc:spChg chg="mod">
          <ac:chgData name="Hilton Sarius" userId="e41e4170-a0b5-4ce6-bed1-533b1cecee6e" providerId="ADAL" clId="{0AB84215-D5DE-4B51-994D-7B1DCB931E97}" dt="2026-01-29T01:34:24.048" v="434" actId="113"/>
          <ac:spMkLst>
            <pc:docMk/>
            <pc:sldMk cId="3497536748" sldId="315"/>
            <ac:spMk id="9" creationId="{572D5C28-BC2B-9A98-B3D2-C93807597E41}"/>
          </ac:spMkLst>
        </pc:spChg>
        <pc:picChg chg="del">
          <ac:chgData name="Hilton Sarius" userId="e41e4170-a0b5-4ce6-bed1-533b1cecee6e" providerId="ADAL" clId="{0AB84215-D5DE-4B51-994D-7B1DCB931E97}" dt="2026-01-29T01:28:09.196" v="245" actId="478"/>
          <ac:picMkLst>
            <pc:docMk/>
            <pc:sldMk cId="3497536748" sldId="315"/>
            <ac:picMk id="5" creationId="{0949A1B6-9C37-BBCF-C172-A34FDAAB1CA0}"/>
          </ac:picMkLst>
        </pc:picChg>
      </pc:sldChg>
      <pc:sldChg chg="add del">
        <pc:chgData name="Hilton Sarius" userId="e41e4170-a0b5-4ce6-bed1-533b1cecee6e" providerId="ADAL" clId="{0AB84215-D5DE-4B51-994D-7B1DCB931E97}" dt="2026-01-29T01:45:59.848" v="526" actId="47"/>
        <pc:sldMkLst>
          <pc:docMk/>
          <pc:sldMk cId="1342119168" sldId="316"/>
        </pc:sldMkLst>
      </pc:sldChg>
      <pc:sldChg chg="addSp modSp add mod">
        <pc:chgData name="Hilton Sarius" userId="e41e4170-a0b5-4ce6-bed1-533b1cecee6e" providerId="ADAL" clId="{0AB84215-D5DE-4B51-994D-7B1DCB931E97}" dt="2026-01-30T00:51:01.346" v="1079" actId="20577"/>
        <pc:sldMkLst>
          <pc:docMk/>
          <pc:sldMk cId="3191595058" sldId="316"/>
        </pc:sldMkLst>
        <pc:spChg chg="add mod">
          <ac:chgData name="Hilton Sarius" userId="e41e4170-a0b5-4ce6-bed1-533b1cecee6e" providerId="ADAL" clId="{0AB84215-D5DE-4B51-994D-7B1DCB931E97}" dt="2026-01-30T00:51:01.346" v="1079" actId="20577"/>
          <ac:spMkLst>
            <pc:docMk/>
            <pc:sldMk cId="3191595058" sldId="316"/>
            <ac:spMk id="2" creationId="{3F98975B-3A00-A7B0-42CF-1DD9E98E250D}"/>
          </ac:spMkLst>
        </pc:spChg>
        <pc:spChg chg="mod">
          <ac:chgData name="Hilton Sarius" userId="e41e4170-a0b5-4ce6-bed1-533b1cecee6e" providerId="ADAL" clId="{0AB84215-D5DE-4B51-994D-7B1DCB931E97}" dt="2026-01-29T01:57:26.457" v="559"/>
          <ac:spMkLst>
            <pc:docMk/>
            <pc:sldMk cId="3191595058" sldId="316"/>
            <ac:spMk id="3" creationId="{4A157B0C-B35A-9E00-F4BC-7DF3D8F52221}"/>
          </ac:spMkLst>
        </pc:spChg>
        <pc:spChg chg="mod">
          <ac:chgData name="Hilton Sarius" userId="e41e4170-a0b5-4ce6-bed1-533b1cecee6e" providerId="ADAL" clId="{0AB84215-D5DE-4B51-994D-7B1DCB931E97}" dt="2026-01-29T01:57:15.989" v="558" actId="113"/>
          <ac:spMkLst>
            <pc:docMk/>
            <pc:sldMk cId="3191595058" sldId="316"/>
            <ac:spMk id="6" creationId="{AF2B13F7-C974-DD79-EAA6-50A379829A02}"/>
          </ac:spMkLst>
        </pc:spChg>
      </pc:sldChg>
      <pc:sldChg chg="add del">
        <pc:chgData name="Hilton Sarius" userId="e41e4170-a0b5-4ce6-bed1-533b1cecee6e" providerId="ADAL" clId="{0AB84215-D5DE-4B51-994D-7B1DCB931E97}" dt="2026-01-29T01:46:00.335" v="527" actId="47"/>
        <pc:sldMkLst>
          <pc:docMk/>
          <pc:sldMk cId="902899060" sldId="317"/>
        </pc:sldMkLst>
      </pc:sldChg>
      <pc:sldChg chg="addSp modSp add mod">
        <pc:chgData name="Hilton Sarius" userId="e41e4170-a0b5-4ce6-bed1-533b1cecee6e" providerId="ADAL" clId="{0AB84215-D5DE-4B51-994D-7B1DCB931E97}" dt="2026-01-30T00:51:06.002" v="1080" actId="20577"/>
        <pc:sldMkLst>
          <pc:docMk/>
          <pc:sldMk cId="2261108738" sldId="317"/>
        </pc:sldMkLst>
        <pc:spChg chg="add mod">
          <ac:chgData name="Hilton Sarius" userId="e41e4170-a0b5-4ce6-bed1-533b1cecee6e" providerId="ADAL" clId="{0AB84215-D5DE-4B51-994D-7B1DCB931E97}" dt="2026-01-30T00:51:06.002" v="1080" actId="20577"/>
          <ac:spMkLst>
            <pc:docMk/>
            <pc:sldMk cId="2261108738" sldId="317"/>
            <ac:spMk id="2" creationId="{80A8508E-1A73-D34D-F321-935DC7918F31}"/>
          </ac:spMkLst>
        </pc:spChg>
        <pc:spChg chg="mod">
          <ac:chgData name="Hilton Sarius" userId="e41e4170-a0b5-4ce6-bed1-533b1cecee6e" providerId="ADAL" clId="{0AB84215-D5DE-4B51-994D-7B1DCB931E97}" dt="2026-01-29T02:12:26.961" v="593"/>
          <ac:spMkLst>
            <pc:docMk/>
            <pc:sldMk cId="2261108738" sldId="317"/>
            <ac:spMk id="3" creationId="{E1049FF3-FAB6-7A2B-635E-D631987A36A7}"/>
          </ac:spMkLst>
        </pc:spChg>
        <pc:spChg chg="mod">
          <ac:chgData name="Hilton Sarius" userId="e41e4170-a0b5-4ce6-bed1-533b1cecee6e" providerId="ADAL" clId="{0AB84215-D5DE-4B51-994D-7B1DCB931E97}" dt="2026-01-29T02:12:52.564" v="598" actId="113"/>
          <ac:spMkLst>
            <pc:docMk/>
            <pc:sldMk cId="2261108738" sldId="317"/>
            <ac:spMk id="6" creationId="{4442B027-14D3-F7F2-8867-40733AD461BC}"/>
          </ac:spMkLst>
        </pc:spChg>
      </pc:sldChg>
      <pc:sldChg chg="add del">
        <pc:chgData name="Hilton Sarius" userId="e41e4170-a0b5-4ce6-bed1-533b1cecee6e" providerId="ADAL" clId="{0AB84215-D5DE-4B51-994D-7B1DCB931E97}" dt="2026-01-29T01:46:00.504" v="528" actId="47"/>
        <pc:sldMkLst>
          <pc:docMk/>
          <pc:sldMk cId="1730035191" sldId="318"/>
        </pc:sldMkLst>
      </pc:sldChg>
      <pc:sldChg chg="add del">
        <pc:chgData name="Hilton Sarius" userId="e41e4170-a0b5-4ce6-bed1-533b1cecee6e" providerId="ADAL" clId="{0AB84215-D5DE-4B51-994D-7B1DCB931E97}" dt="2026-01-29T02:22:43.379" v="601" actId="47"/>
        <pc:sldMkLst>
          <pc:docMk/>
          <pc:sldMk cId="2118450443" sldId="318"/>
        </pc:sldMkLst>
      </pc:sldChg>
      <pc:sldChg chg="add del">
        <pc:chgData name="Hilton Sarius" userId="e41e4170-a0b5-4ce6-bed1-533b1cecee6e" providerId="ADAL" clId="{0AB84215-D5DE-4B51-994D-7B1DCB931E97}" dt="2026-01-29T01:46:00.667" v="529" actId="47"/>
        <pc:sldMkLst>
          <pc:docMk/>
          <pc:sldMk cId="556893168" sldId="319"/>
        </pc:sldMkLst>
      </pc:sldChg>
      <pc:sldChg chg="add del">
        <pc:chgData name="Hilton Sarius" userId="e41e4170-a0b5-4ce6-bed1-533b1cecee6e" providerId="ADAL" clId="{0AB84215-D5DE-4B51-994D-7B1DCB931E97}" dt="2026-01-29T02:22:43.636" v="602" actId="47"/>
        <pc:sldMkLst>
          <pc:docMk/>
          <pc:sldMk cId="2258485006" sldId="319"/>
        </pc:sldMkLst>
      </pc:sldChg>
      <pc:sldChg chg="add del">
        <pc:chgData name="Hilton Sarius" userId="e41e4170-a0b5-4ce6-bed1-533b1cecee6e" providerId="ADAL" clId="{0AB84215-D5DE-4B51-994D-7B1DCB931E97}" dt="2026-01-29T01:46:00.873" v="530" actId="47"/>
        <pc:sldMkLst>
          <pc:docMk/>
          <pc:sldMk cId="960129051" sldId="320"/>
        </pc:sldMkLst>
      </pc:sldChg>
      <pc:sldChg chg="add del">
        <pc:chgData name="Hilton Sarius" userId="e41e4170-a0b5-4ce6-bed1-533b1cecee6e" providerId="ADAL" clId="{0AB84215-D5DE-4B51-994D-7B1DCB931E97}" dt="2026-01-29T02:22:44.567" v="603" actId="47"/>
        <pc:sldMkLst>
          <pc:docMk/>
          <pc:sldMk cId="2585052375" sldId="320"/>
        </pc:sldMkLst>
      </pc:sldChg>
      <pc:sldChg chg="add del">
        <pc:chgData name="Hilton Sarius" userId="e41e4170-a0b5-4ce6-bed1-533b1cecee6e" providerId="ADAL" clId="{0AB84215-D5DE-4B51-994D-7B1DCB931E97}" dt="2026-01-29T01:46:01.561" v="531" actId="47"/>
        <pc:sldMkLst>
          <pc:docMk/>
          <pc:sldMk cId="2247190067" sldId="321"/>
        </pc:sldMkLst>
      </pc:sldChg>
      <pc:sldChg chg="add del">
        <pc:chgData name="Hilton Sarius" userId="e41e4170-a0b5-4ce6-bed1-533b1cecee6e" providerId="ADAL" clId="{0AB84215-D5DE-4B51-994D-7B1DCB931E97}" dt="2026-01-29T02:22:44.817" v="604" actId="47"/>
        <pc:sldMkLst>
          <pc:docMk/>
          <pc:sldMk cId="3017396900" sldId="321"/>
        </pc:sldMkLst>
      </pc:sldChg>
      <pc:sldChg chg="add del">
        <pc:chgData name="Hilton Sarius" userId="e41e4170-a0b5-4ce6-bed1-533b1cecee6e" providerId="ADAL" clId="{0AB84215-D5DE-4B51-994D-7B1DCB931E97}" dt="2026-01-29T02:22:45.714" v="605" actId="47"/>
        <pc:sldMkLst>
          <pc:docMk/>
          <pc:sldMk cId="1422016873" sldId="322"/>
        </pc:sldMkLst>
      </pc:sldChg>
      <pc:sldChg chg="add del">
        <pc:chgData name="Hilton Sarius" userId="e41e4170-a0b5-4ce6-bed1-533b1cecee6e" providerId="ADAL" clId="{0AB84215-D5DE-4B51-994D-7B1DCB931E97}" dt="2026-01-29T01:46:01.806" v="532" actId="47"/>
        <pc:sldMkLst>
          <pc:docMk/>
          <pc:sldMk cId="3379408348" sldId="322"/>
        </pc:sldMkLst>
      </pc:sldChg>
      <pc:sldChg chg="add del">
        <pc:chgData name="Hilton Sarius" userId="e41e4170-a0b5-4ce6-bed1-533b1cecee6e" providerId="ADAL" clId="{0AB84215-D5DE-4B51-994D-7B1DCB931E97}" dt="2026-01-29T02:22:46.105" v="606" actId="47"/>
        <pc:sldMkLst>
          <pc:docMk/>
          <pc:sldMk cId="1565023477" sldId="323"/>
        </pc:sldMkLst>
      </pc:sldChg>
      <pc:sldChg chg="add del">
        <pc:chgData name="Hilton Sarius" userId="e41e4170-a0b5-4ce6-bed1-533b1cecee6e" providerId="ADAL" clId="{0AB84215-D5DE-4B51-994D-7B1DCB931E97}" dt="2026-01-29T01:46:02.055" v="533" actId="47"/>
        <pc:sldMkLst>
          <pc:docMk/>
          <pc:sldMk cId="3679286488" sldId="323"/>
        </pc:sldMkLst>
      </pc:sldChg>
      <pc:sldChg chg="add del">
        <pc:chgData name="Hilton Sarius" userId="e41e4170-a0b5-4ce6-bed1-533b1cecee6e" providerId="ADAL" clId="{0AB84215-D5DE-4B51-994D-7B1DCB931E97}" dt="2026-01-29T02:22:47.523" v="607" actId="47"/>
        <pc:sldMkLst>
          <pc:docMk/>
          <pc:sldMk cId="13703604" sldId="324"/>
        </pc:sldMkLst>
      </pc:sldChg>
      <pc:sldChg chg="add del">
        <pc:chgData name="Hilton Sarius" userId="e41e4170-a0b5-4ce6-bed1-533b1cecee6e" providerId="ADAL" clId="{0AB84215-D5DE-4B51-994D-7B1DCB931E97}" dt="2026-01-29T01:46:02.597" v="534" actId="47"/>
        <pc:sldMkLst>
          <pc:docMk/>
          <pc:sldMk cId="3213722749" sldId="324"/>
        </pc:sldMkLst>
      </pc:sldChg>
      <pc:sldChg chg="addSp delSp modSp add mod">
        <pc:chgData name="Hilton Sarius" userId="e41e4170-a0b5-4ce6-bed1-533b1cecee6e" providerId="ADAL" clId="{0AB84215-D5DE-4B51-994D-7B1DCB931E97}" dt="2026-01-30T00:50:54.249" v="1077" actId="20577"/>
        <pc:sldMkLst>
          <pc:docMk/>
          <pc:sldMk cId="4090767476" sldId="325"/>
        </pc:sldMkLst>
        <pc:spChg chg="add del mod">
          <ac:chgData name="Hilton Sarius" userId="e41e4170-a0b5-4ce6-bed1-533b1cecee6e" providerId="ADAL" clId="{0AB84215-D5DE-4B51-994D-7B1DCB931E97}" dt="2026-01-29T02:02:13.926" v="573" actId="478"/>
          <ac:spMkLst>
            <pc:docMk/>
            <pc:sldMk cId="4090767476" sldId="325"/>
            <ac:spMk id="2" creationId="{15D4E119-BFD3-4CB5-1F10-61249F560693}"/>
          </ac:spMkLst>
        </pc:spChg>
        <pc:spChg chg="add mod">
          <ac:chgData name="Hilton Sarius" userId="e41e4170-a0b5-4ce6-bed1-533b1cecee6e" providerId="ADAL" clId="{0AB84215-D5DE-4B51-994D-7B1DCB931E97}" dt="2026-01-30T00:50:54.249" v="1077" actId="20577"/>
          <ac:spMkLst>
            <pc:docMk/>
            <pc:sldMk cId="4090767476" sldId="325"/>
            <ac:spMk id="2" creationId="{C022FCDF-C181-2339-279B-AA43A9DAD6A1}"/>
          </ac:spMkLst>
        </pc:spChg>
        <pc:spChg chg="mod">
          <ac:chgData name="Hilton Sarius" userId="e41e4170-a0b5-4ce6-bed1-533b1cecee6e" providerId="ADAL" clId="{0AB84215-D5DE-4B51-994D-7B1DCB931E97}" dt="2026-01-29T02:00:44.266" v="571" actId="6549"/>
          <ac:spMkLst>
            <pc:docMk/>
            <pc:sldMk cId="4090767476" sldId="325"/>
            <ac:spMk id="3" creationId="{615DD0F6-1823-A894-F889-92C1D23394D3}"/>
          </ac:spMkLst>
        </pc:spChg>
        <pc:spChg chg="mod">
          <ac:chgData name="Hilton Sarius" userId="e41e4170-a0b5-4ce6-bed1-533b1cecee6e" providerId="ADAL" clId="{0AB84215-D5DE-4B51-994D-7B1DCB931E97}" dt="2026-01-29T02:00:24.745" v="565" actId="255"/>
          <ac:spMkLst>
            <pc:docMk/>
            <pc:sldMk cId="4090767476" sldId="325"/>
            <ac:spMk id="6" creationId="{F4859E9B-FC32-4A78-1E51-2EBC1D376175}"/>
          </ac:spMkLst>
        </pc:spChg>
      </pc:sldChg>
      <pc:sldChg chg="addSp modSp add mod">
        <pc:chgData name="Hilton Sarius" userId="e41e4170-a0b5-4ce6-bed1-533b1cecee6e" providerId="ADAL" clId="{0AB84215-D5DE-4B51-994D-7B1DCB931E97}" dt="2026-01-30T00:50:57.930" v="1078" actId="20577"/>
        <pc:sldMkLst>
          <pc:docMk/>
          <pc:sldMk cId="952757445" sldId="326"/>
        </pc:sldMkLst>
        <pc:spChg chg="add mod">
          <ac:chgData name="Hilton Sarius" userId="e41e4170-a0b5-4ce6-bed1-533b1cecee6e" providerId="ADAL" clId="{0AB84215-D5DE-4B51-994D-7B1DCB931E97}" dt="2026-01-30T00:50:57.930" v="1078" actId="20577"/>
          <ac:spMkLst>
            <pc:docMk/>
            <pc:sldMk cId="952757445" sldId="326"/>
            <ac:spMk id="2" creationId="{0C255545-3500-40B9-ECE1-0BA3E075015D}"/>
          </ac:spMkLst>
        </pc:spChg>
        <pc:spChg chg="mod">
          <ac:chgData name="Hilton Sarius" userId="e41e4170-a0b5-4ce6-bed1-533b1cecee6e" providerId="ADAL" clId="{0AB84215-D5DE-4B51-994D-7B1DCB931E97}" dt="2026-01-29T02:04:03.861" v="592" actId="6549"/>
          <ac:spMkLst>
            <pc:docMk/>
            <pc:sldMk cId="952757445" sldId="326"/>
            <ac:spMk id="3" creationId="{87B2F664-CEBA-C75D-3C6A-AFCCD2137942}"/>
          </ac:spMkLst>
        </pc:spChg>
        <pc:spChg chg="mod">
          <ac:chgData name="Hilton Sarius" userId="e41e4170-a0b5-4ce6-bed1-533b1cecee6e" providerId="ADAL" clId="{0AB84215-D5DE-4B51-994D-7B1DCB931E97}" dt="2026-01-29T02:02:34.366" v="578"/>
          <ac:spMkLst>
            <pc:docMk/>
            <pc:sldMk cId="952757445" sldId="326"/>
            <ac:spMk id="6" creationId="{69BCF2E7-B0E9-9557-DCF0-55B94B662E82}"/>
          </ac:spMkLst>
        </pc:spChg>
        <pc:picChg chg="add mod">
          <ac:chgData name="Hilton Sarius" userId="e41e4170-a0b5-4ce6-bed1-533b1cecee6e" providerId="ADAL" clId="{0AB84215-D5DE-4B51-994D-7B1DCB931E97}" dt="2026-01-29T02:03:36.570" v="588" actId="1076"/>
          <ac:picMkLst>
            <pc:docMk/>
            <pc:sldMk cId="952757445" sldId="326"/>
            <ac:picMk id="7" creationId="{BF311612-83B4-C329-4B78-1C5F56FE4AEC}"/>
          </ac:picMkLst>
        </pc:picChg>
      </pc:sldChg>
      <pc:sldChg chg="add del">
        <pc:chgData name="Hilton Sarius" userId="e41e4170-a0b5-4ce6-bed1-533b1cecee6e" providerId="ADAL" clId="{0AB84215-D5DE-4B51-994D-7B1DCB931E97}" dt="2026-01-29T02:22:40.643" v="600" actId="47"/>
        <pc:sldMkLst>
          <pc:docMk/>
          <pc:sldMk cId="1858458016" sldId="327"/>
        </pc:sldMkLst>
      </pc:sldChg>
      <pc:sldChg chg="addSp modSp add mod ord">
        <pc:chgData name="Hilton Sarius" userId="e41e4170-a0b5-4ce6-bed1-533b1cecee6e" providerId="ADAL" clId="{0AB84215-D5DE-4B51-994D-7B1DCB931E97}" dt="2026-01-30T00:50:10.154" v="1061" actId="20577"/>
        <pc:sldMkLst>
          <pc:docMk/>
          <pc:sldMk cId="3639931627" sldId="327"/>
        </pc:sldMkLst>
        <pc:spChg chg="mod">
          <ac:chgData name="Hilton Sarius" userId="e41e4170-a0b5-4ce6-bed1-533b1cecee6e" providerId="ADAL" clId="{0AB84215-D5DE-4B51-994D-7B1DCB931E97}" dt="2026-01-30T00:17:49.198" v="664" actId="20577"/>
          <ac:spMkLst>
            <pc:docMk/>
            <pc:sldMk cId="3639931627" sldId="327"/>
            <ac:spMk id="2" creationId="{FC15C663-58C8-8A51-832F-DCB1DE6EFA96}"/>
          </ac:spMkLst>
        </pc:spChg>
        <pc:spChg chg="add mod">
          <ac:chgData name="Hilton Sarius" userId="e41e4170-a0b5-4ce6-bed1-533b1cecee6e" providerId="ADAL" clId="{0AB84215-D5DE-4B51-994D-7B1DCB931E97}" dt="2026-01-30T00:16:40.071" v="639"/>
          <ac:spMkLst>
            <pc:docMk/>
            <pc:sldMk cId="3639931627" sldId="327"/>
            <ac:spMk id="4" creationId="{956E47CB-17D5-DB2B-3B3E-4418A6145CA3}"/>
          </ac:spMkLst>
        </pc:spChg>
        <pc:spChg chg="add mod ord">
          <ac:chgData name="Hilton Sarius" userId="e41e4170-a0b5-4ce6-bed1-533b1cecee6e" providerId="ADAL" clId="{0AB84215-D5DE-4B51-994D-7B1DCB931E97}" dt="2026-01-30T00:16:48.369" v="641" actId="167"/>
          <ac:spMkLst>
            <pc:docMk/>
            <pc:sldMk cId="3639931627" sldId="327"/>
            <ac:spMk id="5" creationId="{EDF225DF-4159-27BE-B02D-7B88F0188978}"/>
          </ac:spMkLst>
        </pc:spChg>
        <pc:spChg chg="add mod">
          <ac:chgData name="Hilton Sarius" userId="e41e4170-a0b5-4ce6-bed1-533b1cecee6e" providerId="ADAL" clId="{0AB84215-D5DE-4B51-994D-7B1DCB931E97}" dt="2026-01-30T00:50:10.154" v="1061" actId="20577"/>
          <ac:spMkLst>
            <pc:docMk/>
            <pc:sldMk cId="3639931627" sldId="327"/>
            <ac:spMk id="9" creationId="{E657C37E-B6A0-2125-FC27-83269A39E2D2}"/>
          </ac:spMkLst>
        </pc:spChg>
        <pc:spChg chg="add mod">
          <ac:chgData name="Hilton Sarius" userId="e41e4170-a0b5-4ce6-bed1-533b1cecee6e" providerId="ADAL" clId="{0AB84215-D5DE-4B51-994D-7B1DCB931E97}" dt="2026-01-30T00:48:55.013" v="1028"/>
          <ac:spMkLst>
            <pc:docMk/>
            <pc:sldMk cId="3639931627" sldId="327"/>
            <ac:spMk id="10" creationId="{3DFA5EE4-1FA9-472A-C549-D5F6F68CB039}"/>
          </ac:spMkLst>
        </pc:spChg>
      </pc:sldChg>
      <pc:sldChg chg="addSp modSp add mod">
        <pc:chgData name="Hilton Sarius" userId="e41e4170-a0b5-4ce6-bed1-533b1cecee6e" providerId="ADAL" clId="{0AB84215-D5DE-4B51-994D-7B1DCB931E97}" dt="2026-01-30T00:51:10.315" v="1081" actId="20577"/>
        <pc:sldMkLst>
          <pc:docMk/>
          <pc:sldMk cId="277757733" sldId="328"/>
        </pc:sldMkLst>
        <pc:spChg chg="mod">
          <ac:chgData name="Hilton Sarius" userId="e41e4170-a0b5-4ce6-bed1-533b1cecee6e" providerId="ADAL" clId="{0AB84215-D5DE-4B51-994D-7B1DCB931E97}" dt="2026-01-30T00:45:39.509" v="1000" actId="1582"/>
          <ac:spMkLst>
            <pc:docMk/>
            <pc:sldMk cId="277757733" sldId="328"/>
            <ac:spMk id="3" creationId="{BD5EFDEA-CEEB-B48D-5702-0910924CEAE1}"/>
          </ac:spMkLst>
        </pc:spChg>
        <pc:spChg chg="mod">
          <ac:chgData name="Hilton Sarius" userId="e41e4170-a0b5-4ce6-bed1-533b1cecee6e" providerId="ADAL" clId="{0AB84215-D5DE-4B51-994D-7B1DCB931E97}" dt="2026-01-30T00:39:45.148" v="959" actId="20577"/>
          <ac:spMkLst>
            <pc:docMk/>
            <pc:sldMk cId="277757733" sldId="328"/>
            <ac:spMk id="6" creationId="{94AEC647-D3E6-ED21-A46E-E2A0EC9496BF}"/>
          </ac:spMkLst>
        </pc:spChg>
        <pc:spChg chg="add mod">
          <ac:chgData name="Hilton Sarius" userId="e41e4170-a0b5-4ce6-bed1-533b1cecee6e" providerId="ADAL" clId="{0AB84215-D5DE-4B51-994D-7B1DCB931E97}" dt="2026-01-30T00:51:10.315" v="1081" actId="20577"/>
          <ac:spMkLst>
            <pc:docMk/>
            <pc:sldMk cId="277757733" sldId="328"/>
            <ac:spMk id="8" creationId="{F4466028-D67D-19F0-4777-1BAD36A62C32}"/>
          </ac:spMkLst>
        </pc:spChg>
        <pc:picChg chg="add mod">
          <ac:chgData name="Hilton Sarius" userId="e41e4170-a0b5-4ce6-bed1-533b1cecee6e" providerId="ADAL" clId="{0AB84215-D5DE-4B51-994D-7B1DCB931E97}" dt="2026-01-30T00:37:09.590" v="928" actId="1076"/>
          <ac:picMkLst>
            <pc:docMk/>
            <pc:sldMk cId="277757733" sldId="328"/>
            <ac:picMk id="7" creationId="{62FBE255-B19F-CAD0-A69D-88D0DB91DBA0}"/>
          </ac:picMkLst>
        </pc:picChg>
      </pc:sldChg>
      <pc:sldChg chg="addSp delSp modSp add mod">
        <pc:chgData name="Hilton Sarius" userId="e41e4170-a0b5-4ce6-bed1-533b1cecee6e" providerId="ADAL" clId="{0AB84215-D5DE-4B51-994D-7B1DCB931E97}" dt="2026-01-30T00:50:14.366" v="1062" actId="20577"/>
        <pc:sldMkLst>
          <pc:docMk/>
          <pc:sldMk cId="3778593610" sldId="329"/>
        </pc:sldMkLst>
        <pc:spChg chg="mod">
          <ac:chgData name="Hilton Sarius" userId="e41e4170-a0b5-4ce6-bed1-533b1cecee6e" providerId="ADAL" clId="{0AB84215-D5DE-4B51-994D-7B1DCB931E97}" dt="2026-01-30T00:17:59.222" v="685" actId="20577"/>
          <ac:spMkLst>
            <pc:docMk/>
            <pc:sldMk cId="3778593610" sldId="329"/>
            <ac:spMk id="2" creationId="{B9ADA997-315D-1C24-9272-839423FB95A0}"/>
          </ac:spMkLst>
        </pc:spChg>
        <pc:spChg chg="mod">
          <ac:chgData name="Hilton Sarius" userId="e41e4170-a0b5-4ce6-bed1-533b1cecee6e" providerId="ADAL" clId="{0AB84215-D5DE-4B51-994D-7B1DCB931E97}" dt="2026-01-30T00:21:14.373" v="832" actId="27636"/>
          <ac:spMkLst>
            <pc:docMk/>
            <pc:sldMk cId="3778593610" sldId="329"/>
            <ac:spMk id="3" creationId="{35F1F50C-40E0-51D2-D203-C4BC10631D84}"/>
          </ac:spMkLst>
        </pc:spChg>
        <pc:spChg chg="add mod ord">
          <ac:chgData name="Hilton Sarius" userId="e41e4170-a0b5-4ce6-bed1-533b1cecee6e" providerId="ADAL" clId="{0AB84215-D5DE-4B51-994D-7B1DCB931E97}" dt="2026-01-30T00:16:54.558" v="643" actId="167"/>
          <ac:spMkLst>
            <pc:docMk/>
            <pc:sldMk cId="3778593610" sldId="329"/>
            <ac:spMk id="4" creationId="{4A7CD8B2-4F6C-BB02-10DD-89B7B01B4886}"/>
          </ac:spMkLst>
        </pc:spChg>
        <pc:spChg chg="add mod">
          <ac:chgData name="Hilton Sarius" userId="e41e4170-a0b5-4ce6-bed1-533b1cecee6e" providerId="ADAL" clId="{0AB84215-D5DE-4B51-994D-7B1DCB931E97}" dt="2026-01-30T00:17:03.072" v="644"/>
          <ac:spMkLst>
            <pc:docMk/>
            <pc:sldMk cId="3778593610" sldId="329"/>
            <ac:spMk id="5" creationId="{AB7CB2BB-8A08-06D2-4714-B47724B531DA}"/>
          </ac:spMkLst>
        </pc:spChg>
        <pc:spChg chg="mod">
          <ac:chgData name="Hilton Sarius" userId="e41e4170-a0b5-4ce6-bed1-533b1cecee6e" providerId="ADAL" clId="{0AB84215-D5DE-4B51-994D-7B1DCB931E97}" dt="2026-01-30T00:19:09.485" v="697" actId="3062"/>
          <ac:spMkLst>
            <pc:docMk/>
            <pc:sldMk cId="3778593610" sldId="329"/>
            <ac:spMk id="6" creationId="{657034DA-DB77-F9EC-356F-CE57B3E7C636}"/>
          </ac:spMkLst>
        </pc:spChg>
        <pc:spChg chg="del">
          <ac:chgData name="Hilton Sarius" userId="e41e4170-a0b5-4ce6-bed1-533b1cecee6e" providerId="ADAL" clId="{0AB84215-D5DE-4B51-994D-7B1DCB931E97}" dt="2026-01-30T00:19:14.752" v="698" actId="478"/>
          <ac:spMkLst>
            <pc:docMk/>
            <pc:sldMk cId="3778593610" sldId="329"/>
            <ac:spMk id="8" creationId="{6FBA4986-D2D3-9549-0B03-33D66455792E}"/>
          </ac:spMkLst>
        </pc:spChg>
        <pc:spChg chg="add mod">
          <ac:chgData name="Hilton Sarius" userId="e41e4170-a0b5-4ce6-bed1-533b1cecee6e" providerId="ADAL" clId="{0AB84215-D5DE-4B51-994D-7B1DCB931E97}" dt="2026-01-30T00:50:14.366" v="1062" actId="20577"/>
          <ac:spMkLst>
            <pc:docMk/>
            <pc:sldMk cId="3778593610" sldId="329"/>
            <ac:spMk id="24" creationId="{2FE963E5-258F-67D6-5081-89628B6E87F8}"/>
          </ac:spMkLst>
        </pc:spChg>
        <pc:spChg chg="add mod">
          <ac:chgData name="Hilton Sarius" userId="e41e4170-a0b5-4ce6-bed1-533b1cecee6e" providerId="ADAL" clId="{0AB84215-D5DE-4B51-994D-7B1DCB931E97}" dt="2026-01-30T00:48:57.762" v="1029"/>
          <ac:spMkLst>
            <pc:docMk/>
            <pc:sldMk cId="3778593610" sldId="329"/>
            <ac:spMk id="25" creationId="{29C6372E-7752-5855-8E28-55141360F719}"/>
          </ac:spMkLst>
        </pc:spChg>
        <pc:picChg chg="add del mod">
          <ac:chgData name="Hilton Sarius" userId="e41e4170-a0b5-4ce6-bed1-533b1cecee6e" providerId="ADAL" clId="{0AB84215-D5DE-4B51-994D-7B1DCB931E97}" dt="2026-01-30T00:18:47.346" v="688" actId="478"/>
          <ac:picMkLst>
            <pc:docMk/>
            <pc:sldMk cId="3778593610" sldId="329"/>
            <ac:picMk id="9" creationId="{2CC1A628-47D0-D857-7336-B9E6C4F6DB84}"/>
          </ac:picMkLst>
        </pc:picChg>
        <pc:cxnChg chg="add mod">
          <ac:chgData name="Hilton Sarius" userId="e41e4170-a0b5-4ce6-bed1-533b1cecee6e" providerId="ADAL" clId="{0AB84215-D5DE-4B51-994D-7B1DCB931E97}" dt="2026-01-30T00:21:20.166" v="833" actId="1076"/>
          <ac:cxnSpMkLst>
            <pc:docMk/>
            <pc:sldMk cId="3778593610" sldId="329"/>
            <ac:cxnSpMk id="10" creationId="{5A3DCA98-BA95-0DF1-B0F3-CE1A05CBA03B}"/>
          </ac:cxnSpMkLst>
        </pc:cxnChg>
        <pc:cxnChg chg="add mod">
          <ac:chgData name="Hilton Sarius" userId="e41e4170-a0b5-4ce6-bed1-533b1cecee6e" providerId="ADAL" clId="{0AB84215-D5DE-4B51-994D-7B1DCB931E97}" dt="2026-01-30T00:19:49.459" v="709" actId="13822"/>
          <ac:cxnSpMkLst>
            <pc:docMk/>
            <pc:sldMk cId="3778593610" sldId="329"/>
            <ac:cxnSpMk id="13" creationId="{19122598-E01C-E2BE-5977-A186C82E2EE0}"/>
          </ac:cxnSpMkLst>
        </pc:cxnChg>
        <pc:cxnChg chg="del mod">
          <ac:chgData name="Hilton Sarius" userId="e41e4170-a0b5-4ce6-bed1-533b1cecee6e" providerId="ADAL" clId="{0AB84215-D5DE-4B51-994D-7B1DCB931E97}" dt="2026-01-30T00:19:15.389" v="699" actId="478"/>
          <ac:cxnSpMkLst>
            <pc:docMk/>
            <pc:sldMk cId="3778593610" sldId="329"/>
            <ac:cxnSpMk id="16" creationId="{7FB6D71E-B439-87A5-0CB6-5BA8DD31ACA2}"/>
          </ac:cxnSpMkLst>
        </pc:cxnChg>
        <pc:cxnChg chg="del mod">
          <ac:chgData name="Hilton Sarius" userId="e41e4170-a0b5-4ce6-bed1-533b1cecee6e" providerId="ADAL" clId="{0AB84215-D5DE-4B51-994D-7B1DCB931E97}" dt="2026-01-30T00:19:16.319" v="700" actId="478"/>
          <ac:cxnSpMkLst>
            <pc:docMk/>
            <pc:sldMk cId="3778593610" sldId="329"/>
            <ac:cxnSpMk id="17" creationId="{F2A0C9E9-6970-BA90-E4BC-5A904F4BCFCE}"/>
          </ac:cxnSpMkLst>
        </pc:cxnChg>
      </pc:sldChg>
      <pc:sldChg chg="addSp delSp modSp add mod">
        <pc:chgData name="Hilton Sarius" userId="e41e4170-a0b5-4ce6-bed1-533b1cecee6e" providerId="ADAL" clId="{0AB84215-D5DE-4B51-994D-7B1DCB931E97}" dt="2026-01-30T00:50:20.354" v="1064" actId="20577"/>
        <pc:sldMkLst>
          <pc:docMk/>
          <pc:sldMk cId="3003900692" sldId="330"/>
        </pc:sldMkLst>
        <pc:spChg chg="mod">
          <ac:chgData name="Hilton Sarius" userId="e41e4170-a0b5-4ce6-bed1-533b1cecee6e" providerId="ADAL" clId="{0AB84215-D5DE-4B51-994D-7B1DCB931E97}" dt="2026-01-30T00:26:10.038" v="902" actId="20577"/>
          <ac:spMkLst>
            <pc:docMk/>
            <pc:sldMk cId="3003900692" sldId="330"/>
            <ac:spMk id="2" creationId="{5F2DC9EA-D390-D44E-4DB3-D56085E64AC7}"/>
          </ac:spMkLst>
        </pc:spChg>
        <pc:spChg chg="del">
          <ac:chgData name="Hilton Sarius" userId="e41e4170-a0b5-4ce6-bed1-533b1cecee6e" providerId="ADAL" clId="{0AB84215-D5DE-4B51-994D-7B1DCB931E97}" dt="2026-01-30T00:21:49.826" v="835" actId="478"/>
          <ac:spMkLst>
            <pc:docMk/>
            <pc:sldMk cId="3003900692" sldId="330"/>
            <ac:spMk id="3" creationId="{B4C58CE0-A69B-604A-F58D-7614C80DF7CF}"/>
          </ac:spMkLst>
        </pc:spChg>
        <pc:spChg chg="add del mod">
          <ac:chgData name="Hilton Sarius" userId="e41e4170-a0b5-4ce6-bed1-533b1cecee6e" providerId="ADAL" clId="{0AB84215-D5DE-4B51-994D-7B1DCB931E97}" dt="2026-01-30T00:24:02.770" v="869"/>
          <ac:spMkLst>
            <pc:docMk/>
            <pc:sldMk cId="3003900692" sldId="330"/>
            <ac:spMk id="4" creationId="{26A87D52-696C-9565-2C00-893BA30D196E}"/>
          </ac:spMkLst>
        </pc:spChg>
        <pc:spChg chg="del">
          <ac:chgData name="Hilton Sarius" userId="e41e4170-a0b5-4ce6-bed1-533b1cecee6e" providerId="ADAL" clId="{0AB84215-D5DE-4B51-994D-7B1DCB931E97}" dt="2026-01-30T00:21:54.112" v="837" actId="478"/>
          <ac:spMkLst>
            <pc:docMk/>
            <pc:sldMk cId="3003900692" sldId="330"/>
            <ac:spMk id="6" creationId="{1434A125-C4C9-2BF5-F128-B8A2444AAD54}"/>
          </ac:spMkLst>
        </pc:spChg>
        <pc:spChg chg="del">
          <ac:chgData name="Hilton Sarius" userId="e41e4170-a0b5-4ce6-bed1-533b1cecee6e" providerId="ADAL" clId="{0AB84215-D5DE-4B51-994D-7B1DCB931E97}" dt="2026-01-30T00:21:55.041" v="838" actId="478"/>
          <ac:spMkLst>
            <pc:docMk/>
            <pc:sldMk cId="3003900692" sldId="330"/>
            <ac:spMk id="7" creationId="{FA9B903D-B317-8D93-2114-78E5594E9CD1}"/>
          </ac:spMkLst>
        </pc:spChg>
        <pc:spChg chg="add del mod">
          <ac:chgData name="Hilton Sarius" userId="e41e4170-a0b5-4ce6-bed1-533b1cecee6e" providerId="ADAL" clId="{0AB84215-D5DE-4B51-994D-7B1DCB931E97}" dt="2026-01-30T00:21:53.279" v="836" actId="478"/>
          <ac:spMkLst>
            <pc:docMk/>
            <pc:sldMk cId="3003900692" sldId="330"/>
            <ac:spMk id="9" creationId="{343D1E63-4265-6977-B87B-95FFC3292A1C}"/>
          </ac:spMkLst>
        </pc:spChg>
        <pc:spChg chg="add mod">
          <ac:chgData name="Hilton Sarius" userId="e41e4170-a0b5-4ce6-bed1-533b1cecee6e" providerId="ADAL" clId="{0AB84215-D5DE-4B51-994D-7B1DCB931E97}" dt="2026-01-30T00:22:28.368" v="850"/>
          <ac:spMkLst>
            <pc:docMk/>
            <pc:sldMk cId="3003900692" sldId="330"/>
            <ac:spMk id="11" creationId="{D4863E7B-5390-AB2E-DEFA-F3908197BD08}"/>
          </ac:spMkLst>
        </pc:spChg>
        <pc:spChg chg="add mod">
          <ac:chgData name="Hilton Sarius" userId="e41e4170-a0b5-4ce6-bed1-533b1cecee6e" providerId="ADAL" clId="{0AB84215-D5DE-4B51-994D-7B1DCB931E97}" dt="2026-01-30T00:22:34.248" v="852" actId="1076"/>
          <ac:spMkLst>
            <pc:docMk/>
            <pc:sldMk cId="3003900692" sldId="330"/>
            <ac:spMk id="15" creationId="{5D8371EA-5570-8FF2-B63D-FDFADA9CFACB}"/>
          </ac:spMkLst>
        </pc:spChg>
        <pc:spChg chg="add mod">
          <ac:chgData name="Hilton Sarius" userId="e41e4170-a0b5-4ce6-bed1-533b1cecee6e" providerId="ADAL" clId="{0AB84215-D5DE-4B51-994D-7B1DCB931E97}" dt="2026-01-30T00:25:10.269" v="878" actId="207"/>
          <ac:spMkLst>
            <pc:docMk/>
            <pc:sldMk cId="3003900692" sldId="330"/>
            <ac:spMk id="16" creationId="{3965A9B0-7B4D-1F2C-BD66-CE2CD0AAE488}"/>
          </ac:spMkLst>
        </pc:spChg>
        <pc:spChg chg="add mod">
          <ac:chgData name="Hilton Sarius" userId="e41e4170-a0b5-4ce6-bed1-533b1cecee6e" providerId="ADAL" clId="{0AB84215-D5DE-4B51-994D-7B1DCB931E97}" dt="2026-01-30T00:25:33.602" v="885" actId="404"/>
          <ac:spMkLst>
            <pc:docMk/>
            <pc:sldMk cId="3003900692" sldId="330"/>
            <ac:spMk id="17" creationId="{87D594C8-9B82-FF96-414D-58F1004C1C37}"/>
          </ac:spMkLst>
        </pc:spChg>
        <pc:spChg chg="del">
          <ac:chgData name="Hilton Sarius" userId="e41e4170-a0b5-4ce6-bed1-533b1cecee6e" providerId="ADAL" clId="{0AB84215-D5DE-4B51-994D-7B1DCB931E97}" dt="2026-01-30T00:21:58.242" v="841" actId="478"/>
          <ac:spMkLst>
            <pc:docMk/>
            <pc:sldMk cId="3003900692" sldId="330"/>
            <ac:spMk id="18" creationId="{53813C64-197A-3CEC-3EB8-10F78C5F371F}"/>
          </ac:spMkLst>
        </pc:spChg>
        <pc:spChg chg="add mod">
          <ac:chgData name="Hilton Sarius" userId="e41e4170-a0b5-4ce6-bed1-533b1cecee6e" providerId="ADAL" clId="{0AB84215-D5DE-4B51-994D-7B1DCB931E97}" dt="2026-01-30T00:25:39.976" v="888" actId="403"/>
          <ac:spMkLst>
            <pc:docMk/>
            <pc:sldMk cId="3003900692" sldId="330"/>
            <ac:spMk id="20" creationId="{4A905DEE-F57A-F3A0-A1DA-A3E6F0B0A122}"/>
          </ac:spMkLst>
        </pc:spChg>
        <pc:spChg chg="del">
          <ac:chgData name="Hilton Sarius" userId="e41e4170-a0b5-4ce6-bed1-533b1cecee6e" providerId="ADAL" clId="{0AB84215-D5DE-4B51-994D-7B1DCB931E97}" dt="2026-01-30T00:22:05.334" v="847" actId="478"/>
          <ac:spMkLst>
            <pc:docMk/>
            <pc:sldMk cId="3003900692" sldId="330"/>
            <ac:spMk id="22" creationId="{A4993F47-BB71-3EA6-F611-16658E1E507B}"/>
          </ac:spMkLst>
        </pc:spChg>
        <pc:spChg chg="del">
          <ac:chgData name="Hilton Sarius" userId="e41e4170-a0b5-4ce6-bed1-533b1cecee6e" providerId="ADAL" clId="{0AB84215-D5DE-4B51-994D-7B1DCB931E97}" dt="2026-01-30T00:22:03.687" v="846" actId="478"/>
          <ac:spMkLst>
            <pc:docMk/>
            <pc:sldMk cId="3003900692" sldId="330"/>
            <ac:spMk id="23" creationId="{202D1316-72CF-BF96-D711-9626092AAB93}"/>
          </ac:spMkLst>
        </pc:spChg>
        <pc:spChg chg="add mod">
          <ac:chgData name="Hilton Sarius" userId="e41e4170-a0b5-4ce6-bed1-533b1cecee6e" providerId="ADAL" clId="{0AB84215-D5DE-4B51-994D-7B1DCB931E97}" dt="2026-01-30T00:50:20.354" v="1064" actId="20577"/>
          <ac:spMkLst>
            <pc:docMk/>
            <pc:sldMk cId="3003900692" sldId="330"/>
            <ac:spMk id="24" creationId="{7B92964B-1DE7-A462-A230-9A008A76EB1E}"/>
          </ac:spMkLst>
        </pc:spChg>
        <pc:picChg chg="del">
          <ac:chgData name="Hilton Sarius" userId="e41e4170-a0b5-4ce6-bed1-533b1cecee6e" providerId="ADAL" clId="{0AB84215-D5DE-4B51-994D-7B1DCB931E97}" dt="2026-01-30T00:22:02.157" v="845" actId="478"/>
          <ac:picMkLst>
            <pc:docMk/>
            <pc:sldMk cId="3003900692" sldId="330"/>
            <ac:picMk id="12" creationId="{C1D83D6E-DBC9-82E5-8A50-0EE78D75D229}"/>
          </ac:picMkLst>
        </pc:picChg>
        <pc:picChg chg="del">
          <ac:chgData name="Hilton Sarius" userId="e41e4170-a0b5-4ce6-bed1-533b1cecee6e" providerId="ADAL" clId="{0AB84215-D5DE-4B51-994D-7B1DCB931E97}" dt="2026-01-30T00:21:59.071" v="842" actId="478"/>
          <ac:picMkLst>
            <pc:docMk/>
            <pc:sldMk cId="3003900692" sldId="330"/>
            <ac:picMk id="14" creationId="{A012E669-8947-C678-5FC2-C6062F4EB5C5}"/>
          </ac:picMkLst>
        </pc:picChg>
        <pc:cxnChg chg="del">
          <ac:chgData name="Hilton Sarius" userId="e41e4170-a0b5-4ce6-bed1-533b1cecee6e" providerId="ADAL" clId="{0AB84215-D5DE-4B51-994D-7B1DCB931E97}" dt="2026-01-30T00:22:06.644" v="848" actId="478"/>
          <ac:cxnSpMkLst>
            <pc:docMk/>
            <pc:sldMk cId="3003900692" sldId="330"/>
            <ac:cxnSpMk id="10" creationId="{7362F02B-3FDB-AD0E-BF32-503467376DAF}"/>
          </ac:cxnSpMkLst>
        </pc:cxnChg>
        <pc:cxnChg chg="del">
          <ac:chgData name="Hilton Sarius" userId="e41e4170-a0b5-4ce6-bed1-533b1cecee6e" providerId="ADAL" clId="{0AB84215-D5DE-4B51-994D-7B1DCB931E97}" dt="2026-01-30T00:22:07.565" v="849" actId="478"/>
          <ac:cxnSpMkLst>
            <pc:docMk/>
            <pc:sldMk cId="3003900692" sldId="330"/>
            <ac:cxnSpMk id="13" creationId="{9F7285E0-EB89-6557-3AA1-731BF0DA0625}"/>
          </ac:cxnSpMkLst>
        </pc:cxnChg>
        <pc:cxnChg chg="del mod">
          <ac:chgData name="Hilton Sarius" userId="e41e4170-a0b5-4ce6-bed1-533b1cecee6e" providerId="ADAL" clId="{0AB84215-D5DE-4B51-994D-7B1DCB931E97}" dt="2026-01-30T00:21:56.529" v="840" actId="478"/>
          <ac:cxnSpMkLst>
            <pc:docMk/>
            <pc:sldMk cId="3003900692" sldId="330"/>
            <ac:cxnSpMk id="19" creationId="{0BF6ECB1-04DE-A4E5-C65E-8E06F467B8C0}"/>
          </ac:cxnSpMkLst>
        </pc:cxnChg>
        <pc:cxnChg chg="del mod">
          <ac:chgData name="Hilton Sarius" userId="e41e4170-a0b5-4ce6-bed1-533b1cecee6e" providerId="ADAL" clId="{0AB84215-D5DE-4B51-994D-7B1DCB931E97}" dt="2026-01-30T00:21:55.870" v="839" actId="478"/>
          <ac:cxnSpMkLst>
            <pc:docMk/>
            <pc:sldMk cId="3003900692" sldId="330"/>
            <ac:cxnSpMk id="21" creationId="{BEF520D6-F0B4-3F46-4160-974A7287623A}"/>
          </ac:cxnSpMkLst>
        </pc:cxnChg>
      </pc:sldChg>
      <pc:sldChg chg="addSp modSp add mod">
        <pc:chgData name="Hilton Sarius" userId="e41e4170-a0b5-4ce6-bed1-533b1cecee6e" providerId="ADAL" clId="{0AB84215-D5DE-4B51-994D-7B1DCB931E97}" dt="2026-01-30T00:51:14.916" v="1082" actId="20577"/>
        <pc:sldMkLst>
          <pc:docMk/>
          <pc:sldMk cId="2051338987" sldId="331"/>
        </pc:sldMkLst>
        <pc:spChg chg="add mod">
          <ac:chgData name="Hilton Sarius" userId="e41e4170-a0b5-4ce6-bed1-533b1cecee6e" providerId="ADAL" clId="{0AB84215-D5DE-4B51-994D-7B1DCB931E97}" dt="2026-01-30T00:51:14.916" v="1082" actId="20577"/>
          <ac:spMkLst>
            <pc:docMk/>
            <pc:sldMk cId="2051338987" sldId="331"/>
            <ac:spMk id="2" creationId="{7AA02AA5-26C3-D700-ED43-99848C8EC32C}"/>
          </ac:spMkLst>
        </pc:spChg>
        <pc:spChg chg="mod">
          <ac:chgData name="Hilton Sarius" userId="e41e4170-a0b5-4ce6-bed1-533b1cecee6e" providerId="ADAL" clId="{0AB84215-D5DE-4B51-994D-7B1DCB931E97}" dt="2026-01-30T00:45:54.582" v="1003" actId="208"/>
          <ac:spMkLst>
            <pc:docMk/>
            <pc:sldMk cId="2051338987" sldId="331"/>
            <ac:spMk id="3" creationId="{81FE5140-956D-CB23-DE07-4792ABF6A30F}"/>
          </ac:spMkLst>
        </pc:spChg>
      </pc:sldChg>
      <pc:sldChg chg="addSp modSp add mod">
        <pc:chgData name="Hilton Sarius" userId="e41e4170-a0b5-4ce6-bed1-533b1cecee6e" providerId="ADAL" clId="{0AB84215-D5DE-4B51-994D-7B1DCB931E97}" dt="2026-01-30T00:51:19.206" v="1083" actId="20577"/>
        <pc:sldMkLst>
          <pc:docMk/>
          <pc:sldMk cId="1509451776" sldId="332"/>
        </pc:sldMkLst>
        <pc:spChg chg="add mod">
          <ac:chgData name="Hilton Sarius" userId="e41e4170-a0b5-4ce6-bed1-533b1cecee6e" providerId="ADAL" clId="{0AB84215-D5DE-4B51-994D-7B1DCB931E97}" dt="2026-01-30T00:51:19.206" v="1083" actId="20577"/>
          <ac:spMkLst>
            <pc:docMk/>
            <pc:sldMk cId="1509451776" sldId="332"/>
            <ac:spMk id="2" creationId="{694F0773-BF9E-DFF7-4664-97DA5BA96DF5}"/>
          </ac:spMkLst>
        </pc:spChg>
        <pc:spChg chg="mod">
          <ac:chgData name="Hilton Sarius" userId="e41e4170-a0b5-4ce6-bed1-533b1cecee6e" providerId="ADAL" clId="{0AB84215-D5DE-4B51-994D-7B1DCB931E97}" dt="2026-01-30T00:46:11.776" v="1005" actId="1582"/>
          <ac:spMkLst>
            <pc:docMk/>
            <pc:sldMk cId="1509451776" sldId="332"/>
            <ac:spMk id="3" creationId="{B46B0AE0-482D-05FC-50A8-464018D333BE}"/>
          </ac:spMkLst>
        </pc:spChg>
      </pc:sldChg>
      <pc:sldChg chg="addSp modSp add mod">
        <pc:chgData name="Hilton Sarius" userId="e41e4170-a0b5-4ce6-bed1-533b1cecee6e" providerId="ADAL" clId="{0AB84215-D5DE-4B51-994D-7B1DCB931E97}" dt="2026-01-30T00:51:23.813" v="1084" actId="20577"/>
        <pc:sldMkLst>
          <pc:docMk/>
          <pc:sldMk cId="231134350" sldId="333"/>
        </pc:sldMkLst>
        <pc:spChg chg="add mod">
          <ac:chgData name="Hilton Sarius" userId="e41e4170-a0b5-4ce6-bed1-533b1cecee6e" providerId="ADAL" clId="{0AB84215-D5DE-4B51-994D-7B1DCB931E97}" dt="2026-01-30T00:51:23.813" v="1084" actId="20577"/>
          <ac:spMkLst>
            <pc:docMk/>
            <pc:sldMk cId="231134350" sldId="333"/>
            <ac:spMk id="2" creationId="{56716A19-4676-6568-18D0-9594066F8A64}"/>
          </ac:spMkLst>
        </pc:spChg>
        <pc:spChg chg="mod">
          <ac:chgData name="Hilton Sarius" userId="e41e4170-a0b5-4ce6-bed1-533b1cecee6e" providerId="ADAL" clId="{0AB84215-D5DE-4B51-994D-7B1DCB931E97}" dt="2026-01-30T00:45:06.380" v="996" actId="6549"/>
          <ac:spMkLst>
            <pc:docMk/>
            <pc:sldMk cId="231134350" sldId="333"/>
            <ac:spMk id="3" creationId="{7D4456C5-D45D-BC77-6BD4-F24040640CAF}"/>
          </ac:spMkLst>
        </pc:spChg>
      </pc:sldChg>
      <pc:sldChg chg="addSp delSp modSp add mod">
        <pc:chgData name="Hilton Sarius" userId="e41e4170-a0b5-4ce6-bed1-533b1cecee6e" providerId="ADAL" clId="{0AB84215-D5DE-4B51-994D-7B1DCB931E97}" dt="2026-01-30T00:51:28.070" v="1086" actId="20577"/>
        <pc:sldMkLst>
          <pc:docMk/>
          <pc:sldMk cId="242323965" sldId="334"/>
        </pc:sldMkLst>
        <pc:spChg chg="del">
          <ac:chgData name="Hilton Sarius" userId="e41e4170-a0b5-4ce6-bed1-533b1cecee6e" providerId="ADAL" clId="{0AB84215-D5DE-4B51-994D-7B1DCB931E97}" dt="2026-01-30T00:44:03.504" v="971" actId="478"/>
          <ac:spMkLst>
            <pc:docMk/>
            <pc:sldMk cId="242323965" sldId="334"/>
            <ac:spMk id="3" creationId="{575DB13A-B7C7-DABB-5BA2-61EFDDAC4B54}"/>
          </ac:spMkLst>
        </pc:spChg>
        <pc:spChg chg="add del mod">
          <ac:chgData name="Hilton Sarius" userId="e41e4170-a0b5-4ce6-bed1-533b1cecee6e" providerId="ADAL" clId="{0AB84215-D5DE-4B51-994D-7B1DCB931E97}" dt="2026-01-30T00:44:06.049" v="972" actId="478"/>
          <ac:spMkLst>
            <pc:docMk/>
            <pc:sldMk cId="242323965" sldId="334"/>
            <ac:spMk id="9" creationId="{70772AB4-44A7-CE27-A288-46B37C607C4B}"/>
          </ac:spMkLst>
        </pc:spChg>
        <pc:spChg chg="add mod">
          <ac:chgData name="Hilton Sarius" userId="e41e4170-a0b5-4ce6-bed1-533b1cecee6e" providerId="ADAL" clId="{0AB84215-D5DE-4B51-994D-7B1DCB931E97}" dt="2026-01-30T00:51:28.070" v="1086" actId="20577"/>
          <ac:spMkLst>
            <pc:docMk/>
            <pc:sldMk cId="242323965" sldId="334"/>
            <ac:spMk id="12" creationId="{C848EB10-0618-F834-849F-652EA99F3086}"/>
          </ac:spMkLst>
        </pc:spChg>
        <pc:graphicFrameChg chg="add del mod modGraphic">
          <ac:chgData name="Hilton Sarius" userId="e41e4170-a0b5-4ce6-bed1-533b1cecee6e" providerId="ADAL" clId="{0AB84215-D5DE-4B51-994D-7B1DCB931E97}" dt="2026-01-30T00:46:50.539" v="1007" actId="478"/>
          <ac:graphicFrameMkLst>
            <pc:docMk/>
            <pc:sldMk cId="242323965" sldId="334"/>
            <ac:graphicFrameMk id="2" creationId="{A777D01A-2BC6-63F8-5E52-FFC2BAA9EE8F}"/>
          </ac:graphicFrameMkLst>
        </pc:graphicFrameChg>
        <pc:picChg chg="add mod">
          <ac:chgData name="Hilton Sarius" userId="e41e4170-a0b5-4ce6-bed1-533b1cecee6e" providerId="ADAL" clId="{0AB84215-D5DE-4B51-994D-7B1DCB931E97}" dt="2026-01-30T00:47:42.683" v="1011" actId="1076"/>
          <ac:picMkLst>
            <pc:docMk/>
            <pc:sldMk cId="242323965" sldId="334"/>
            <ac:picMk id="11" creationId="{F741D381-04D6-0C18-1EF9-FECA553640FB}"/>
          </ac:picMkLst>
        </pc:picChg>
      </pc:sldChg>
      <pc:sldChg chg="modSp add mod ord">
        <pc:chgData name="Hilton Sarius" userId="e41e4170-a0b5-4ce6-bed1-533b1cecee6e" providerId="ADAL" clId="{0AB84215-D5DE-4B51-994D-7B1DCB931E97}" dt="2026-01-30T00:49:47.755" v="1059" actId="20577"/>
        <pc:sldMkLst>
          <pc:docMk/>
          <pc:sldMk cId="1312853604" sldId="335"/>
        </pc:sldMkLst>
        <pc:spChg chg="mod">
          <ac:chgData name="Hilton Sarius" userId="e41e4170-a0b5-4ce6-bed1-533b1cecee6e" providerId="ADAL" clId="{0AB84215-D5DE-4B51-994D-7B1DCB931E97}" dt="2026-01-30T00:49:47.755" v="1059" actId="20577"/>
          <ac:spMkLst>
            <pc:docMk/>
            <pc:sldMk cId="1312853604" sldId="335"/>
            <ac:spMk id="2" creationId="{332B42DB-6C2F-46E0-2A51-490474419181}"/>
          </ac:spMkLst>
        </pc:spChg>
      </pc:sldChg>
      <pc:sldChg chg="delSp add del ord setBg delDesignElem">
        <pc:chgData name="Hilton Sarius" userId="e41e4170-a0b5-4ce6-bed1-533b1cecee6e" providerId="ADAL" clId="{0AB84215-D5DE-4B51-994D-7B1DCB931E97}" dt="2026-01-30T00:49:35.728" v="1052" actId="47"/>
        <pc:sldMkLst>
          <pc:docMk/>
          <pc:sldMk cId="1930224160" sldId="335"/>
        </pc:sldMkLst>
        <pc:spChg chg="del">
          <ac:chgData name="Hilton Sarius" userId="e41e4170-a0b5-4ce6-bed1-533b1cecee6e" providerId="ADAL" clId="{0AB84215-D5DE-4B51-994D-7B1DCB931E97}" dt="2026-01-30T00:49:32.418" v="1049"/>
          <ac:spMkLst>
            <pc:docMk/>
            <pc:sldMk cId="1930224160" sldId="335"/>
            <ac:spMk id="29" creationId="{FCE4A60A-8884-680B-6808-5094B00B8076}"/>
          </ac:spMkLst>
        </pc:spChg>
        <pc:spChg chg="del">
          <ac:chgData name="Hilton Sarius" userId="e41e4170-a0b5-4ce6-bed1-533b1cecee6e" providerId="ADAL" clId="{0AB84215-D5DE-4B51-994D-7B1DCB931E97}" dt="2026-01-30T00:49:32.418" v="1049"/>
          <ac:spMkLst>
            <pc:docMk/>
            <pc:sldMk cId="1930224160" sldId="335"/>
            <ac:spMk id="30" creationId="{B0E05C72-B48C-8000-4D29-88A25530FC29}"/>
          </ac:spMkLst>
        </pc:spChg>
        <pc:grpChg chg="del">
          <ac:chgData name="Hilton Sarius" userId="e41e4170-a0b5-4ce6-bed1-533b1cecee6e" providerId="ADAL" clId="{0AB84215-D5DE-4B51-994D-7B1DCB931E97}" dt="2026-01-30T00:49:32.418" v="1049"/>
          <ac:grpSpMkLst>
            <pc:docMk/>
            <pc:sldMk cId="1930224160" sldId="335"/>
            <ac:grpSpMk id="31" creationId="{DEE1859B-1128-CD41-5F95-C2589C588356}"/>
          </ac:grpSpMkLst>
        </pc:grpChg>
        <pc:cxnChg chg="del">
          <ac:chgData name="Hilton Sarius" userId="e41e4170-a0b5-4ce6-bed1-533b1cecee6e" providerId="ADAL" clId="{0AB84215-D5DE-4B51-994D-7B1DCB931E97}" dt="2026-01-30T00:49:32.418" v="1049"/>
          <ac:cxnSpMkLst>
            <pc:docMk/>
            <pc:sldMk cId="1930224160" sldId="335"/>
            <ac:cxnSpMk id="36" creationId="{393EA1CE-1F5D-F8F8-A10A-47187CA0F611}"/>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8A89-F56A-7971-0660-113CC97B1D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805AB-05AC-59E6-6972-A8C3B47F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69CCC5-B779-C095-36DE-BB7919924C8E}"/>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5" name="Footer Placeholder 4">
            <a:extLst>
              <a:ext uri="{FF2B5EF4-FFF2-40B4-BE49-F238E27FC236}">
                <a16:creationId xmlns:a16="http://schemas.microsoft.com/office/drawing/2014/main" id="{0F2626A1-3E5A-A5F3-FABB-FEF8EECB1C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EAE7A-1F7D-09FE-6A6F-4AACAC7B54EB}"/>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748711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F3F-ABD7-7CDD-C9A9-12B20F8BE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05E5B-B943-F734-2B94-6AF7709715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C69A5-BE76-E23B-6F62-A6E4996A0EDB}"/>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5" name="Footer Placeholder 4">
            <a:extLst>
              <a:ext uri="{FF2B5EF4-FFF2-40B4-BE49-F238E27FC236}">
                <a16:creationId xmlns:a16="http://schemas.microsoft.com/office/drawing/2014/main" id="{D1F923DB-49B8-3808-6DBC-61FC9559C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F624BB-6F74-B6B8-A90C-B4E79C4EB32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6457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AC0E-2EDF-8EF0-A4D9-62803E8030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7D5D80-5DB6-B5E7-4727-0004D36672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BFCA4B-1091-0B75-D9BF-468BF5CEA31C}"/>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5" name="Footer Placeholder 4">
            <a:extLst>
              <a:ext uri="{FF2B5EF4-FFF2-40B4-BE49-F238E27FC236}">
                <a16:creationId xmlns:a16="http://schemas.microsoft.com/office/drawing/2014/main" id="{916A9D7B-DF9A-E3D5-BA0A-EFF0D1D8F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2A593-F0D5-1CF4-5191-0BB9A4C6B601}"/>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709295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B9EC-4956-923B-23AB-4DBCD01D84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42186-2F37-DA15-7A83-07B34D0244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C598ED-1174-D45B-D1CD-A0DD73EB4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68D178-BA47-7498-0F40-5D2F49294CDE}"/>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6" name="Footer Placeholder 5">
            <a:extLst>
              <a:ext uri="{FF2B5EF4-FFF2-40B4-BE49-F238E27FC236}">
                <a16:creationId xmlns:a16="http://schemas.microsoft.com/office/drawing/2014/main" id="{3BF72C78-6107-F0CB-D881-56C02BB85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37A07-2B21-37CF-EB21-7A834D583F1D}"/>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13691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B70C-7E86-6CB2-C19A-BE3E89D95C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F75EE4-1D56-628B-D3DC-E1BD177DE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F9740E-1D2F-9CE1-CC4F-6038CCF3A6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9676AD-60A5-6F3E-BEB2-8A580BAE06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E450D5-AF75-9844-B494-3402B1B6C0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D1AEF4-82BC-0A1E-6088-0BC5D4E7FBBC}"/>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8" name="Footer Placeholder 7">
            <a:extLst>
              <a:ext uri="{FF2B5EF4-FFF2-40B4-BE49-F238E27FC236}">
                <a16:creationId xmlns:a16="http://schemas.microsoft.com/office/drawing/2014/main" id="{46BE2E03-ECD9-4968-5804-EB5964698F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EEC556-44DC-8B5D-B0D8-C817B0C696A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2911151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3F0E-E43A-ACE4-B897-B2993BDD61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98A6D-66B5-C2DF-EC0A-96F746B2F40A}"/>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4" name="Footer Placeholder 3">
            <a:extLst>
              <a:ext uri="{FF2B5EF4-FFF2-40B4-BE49-F238E27FC236}">
                <a16:creationId xmlns:a16="http://schemas.microsoft.com/office/drawing/2014/main" id="{9AA92876-FF89-0B3B-80B0-217EB35D0B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3C615B-0301-332D-7A0A-7FCF50A6F28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77501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FEF84F-76C0-74C3-FE60-63DA76768D78}"/>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3" name="Footer Placeholder 2">
            <a:extLst>
              <a:ext uri="{FF2B5EF4-FFF2-40B4-BE49-F238E27FC236}">
                <a16:creationId xmlns:a16="http://schemas.microsoft.com/office/drawing/2014/main" id="{D1F66573-A680-0CAB-2DC7-F8D0EF4EC4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0383AF-7CD8-D80E-E271-810CA4F44C77}"/>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157883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4212-20E5-BFDC-58F9-F81D81013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8E56C-6574-7D31-E674-5579CA142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867CA9-24A0-92F6-1057-C3458B52E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9FE20-70BE-FF15-F9D6-A0ABA1BC20D8}"/>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6" name="Footer Placeholder 5">
            <a:extLst>
              <a:ext uri="{FF2B5EF4-FFF2-40B4-BE49-F238E27FC236}">
                <a16:creationId xmlns:a16="http://schemas.microsoft.com/office/drawing/2014/main" id="{EEC32CEB-8F32-1C77-7D73-6E938E7A9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AA1E3-F254-6DB7-6FCD-1CFBEAF77CE5}"/>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386354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1F2C-F9E8-37AA-2EBD-743341C79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5DDD0A-CC50-6460-5658-F54654871A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C326C-8BB7-063E-7EC6-90A85916F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8EBD3-5107-03BC-DAE9-A81D3899E0D3}"/>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6" name="Footer Placeholder 5">
            <a:extLst>
              <a:ext uri="{FF2B5EF4-FFF2-40B4-BE49-F238E27FC236}">
                <a16:creationId xmlns:a16="http://schemas.microsoft.com/office/drawing/2014/main" id="{481F01E9-425E-5F40-B4C6-DB77EC05B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924001-4D8C-3B19-04EB-1A6AE2CEFA5F}"/>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39795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2531-9592-B1D9-F504-957048ACEF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24BAFC-7C12-8AA1-E097-A44C507BD4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97DC3-8CE9-E3F6-4B44-4FC65E90B24D}"/>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5" name="Footer Placeholder 4">
            <a:extLst>
              <a:ext uri="{FF2B5EF4-FFF2-40B4-BE49-F238E27FC236}">
                <a16:creationId xmlns:a16="http://schemas.microsoft.com/office/drawing/2014/main" id="{A6AA46C8-6AC6-DA6C-631A-659F65E11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A3F39-C28E-C184-76F9-B73C11989CA0}"/>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870091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9BD30E-934F-4EE8-0490-B15820862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945734-EE16-FBF5-A32E-D22BEC4616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501D9-07C2-0489-21CE-956EAEF54DDC}"/>
              </a:ext>
            </a:extLst>
          </p:cNvPr>
          <p:cNvSpPr>
            <a:spLocks noGrp="1"/>
          </p:cNvSpPr>
          <p:nvPr>
            <p:ph type="dt" sz="half" idx="10"/>
          </p:nvPr>
        </p:nvSpPr>
        <p:spPr/>
        <p:txBody>
          <a:bodyPr/>
          <a:lstStyle/>
          <a:p>
            <a:fld id="{F3A5D07C-AD67-425A-A963-569751B90433}" type="datetimeFigureOut">
              <a:rPr lang="en-US" smtClean="0"/>
              <a:t>1/29/2026</a:t>
            </a:fld>
            <a:endParaRPr lang="en-US"/>
          </a:p>
        </p:txBody>
      </p:sp>
      <p:sp>
        <p:nvSpPr>
          <p:cNvPr id="5" name="Footer Placeholder 4">
            <a:extLst>
              <a:ext uri="{FF2B5EF4-FFF2-40B4-BE49-F238E27FC236}">
                <a16:creationId xmlns:a16="http://schemas.microsoft.com/office/drawing/2014/main" id="{AF5C13F9-DA47-0838-3C61-8C2CC1A476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9F0E2-57C2-CEFA-34A7-6808D53F536E}"/>
              </a:ext>
            </a:extLst>
          </p:cNvPr>
          <p:cNvSpPr>
            <a:spLocks noGrp="1"/>
          </p:cNvSpPr>
          <p:nvPr>
            <p:ph type="sldNum" sz="quarter" idx="12"/>
          </p:nvPr>
        </p:nvSpPr>
        <p:spPr/>
        <p:txBody>
          <a:bodyPr/>
          <a:lstStyle/>
          <a:p>
            <a:fld id="{D9C62B21-1FF8-47C4-8CF7-710F5DA64AD5}" type="slidenum">
              <a:rPr lang="en-US" smtClean="0"/>
              <a:t>‹#›</a:t>
            </a:fld>
            <a:endParaRPr lang="en-US"/>
          </a:p>
        </p:txBody>
      </p:sp>
    </p:spTree>
    <p:extLst>
      <p:ext uri="{BB962C8B-B14F-4D97-AF65-F5344CB8AC3E}">
        <p14:creationId xmlns:p14="http://schemas.microsoft.com/office/powerpoint/2010/main" val="404446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7935F0-7FBF-822C-5BB9-349551E038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F00A64-8560-FC97-6D42-AA94CA43C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222F1-053B-9B42-DD4E-DF3DC62BD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5D07C-AD67-425A-A963-569751B90433}" type="datetimeFigureOut">
              <a:rPr lang="en-US" smtClean="0"/>
              <a:t>1/29/2026</a:t>
            </a:fld>
            <a:endParaRPr lang="en-US"/>
          </a:p>
        </p:txBody>
      </p:sp>
      <p:sp>
        <p:nvSpPr>
          <p:cNvPr id="5" name="Footer Placeholder 4">
            <a:extLst>
              <a:ext uri="{FF2B5EF4-FFF2-40B4-BE49-F238E27FC236}">
                <a16:creationId xmlns:a16="http://schemas.microsoft.com/office/drawing/2014/main" id="{B8E0D49C-46C8-A899-1015-F518143226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54DCE6-13D0-7DFB-F5C4-8EACE78C08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C62B21-1FF8-47C4-8CF7-710F5DA64AD5}" type="slidenum">
              <a:rPr lang="en-US" smtClean="0"/>
              <a:t>‹#›</a:t>
            </a:fld>
            <a:endParaRPr lang="en-US"/>
          </a:p>
        </p:txBody>
      </p:sp>
    </p:spTree>
    <p:extLst>
      <p:ext uri="{BB962C8B-B14F-4D97-AF65-F5344CB8AC3E}">
        <p14:creationId xmlns:p14="http://schemas.microsoft.com/office/powerpoint/2010/main" val="1993709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5BF4DF2C-F028-4921-9C23-41303F650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BAD479B-97C7-ACBE-792A-874EA2018EC5}"/>
              </a:ext>
            </a:extLst>
          </p:cNvPr>
          <p:cNvSpPr>
            <a:spLocks noGrp="1"/>
          </p:cNvSpPr>
          <p:nvPr>
            <p:ph type="ctrTitle"/>
          </p:nvPr>
        </p:nvSpPr>
        <p:spPr>
          <a:xfrm>
            <a:off x="457200" y="1598246"/>
            <a:ext cx="4412419" cy="3626217"/>
          </a:xfrm>
        </p:spPr>
        <p:txBody>
          <a:bodyPr anchor="t">
            <a:normAutofit/>
          </a:bodyPr>
          <a:lstStyle/>
          <a:p>
            <a:pPr algn="r"/>
            <a:r>
              <a:rPr lang="en-US" sz="8000">
                <a:solidFill>
                  <a:srgbClr val="FFFFFF"/>
                </a:solidFill>
              </a:rPr>
              <a:t>DPO &amp; KTO</a:t>
            </a:r>
          </a:p>
        </p:txBody>
      </p:sp>
      <p:sp>
        <p:nvSpPr>
          <p:cNvPr id="3" name="Subtitle 2">
            <a:extLst>
              <a:ext uri="{FF2B5EF4-FFF2-40B4-BE49-F238E27FC236}">
                <a16:creationId xmlns:a16="http://schemas.microsoft.com/office/drawing/2014/main" id="{2AE763AF-0B70-9C74-CACA-1E0A80D0EDC8}"/>
              </a:ext>
            </a:extLst>
          </p:cNvPr>
          <p:cNvSpPr>
            <a:spLocks noGrp="1"/>
          </p:cNvSpPr>
          <p:nvPr>
            <p:ph type="subTitle" idx="1"/>
          </p:nvPr>
        </p:nvSpPr>
        <p:spPr>
          <a:xfrm>
            <a:off x="457200" y="5350213"/>
            <a:ext cx="4412417" cy="1031537"/>
          </a:xfrm>
        </p:spPr>
        <p:txBody>
          <a:bodyPr>
            <a:normAutofit/>
          </a:bodyPr>
          <a:lstStyle/>
          <a:p>
            <a:pPr algn="r"/>
            <a:r>
              <a:rPr lang="en-US" sz="3200">
                <a:solidFill>
                  <a:srgbClr val="FFFFFF"/>
                </a:solidFill>
              </a:rPr>
              <a:t>1.29.2026</a:t>
            </a:r>
          </a:p>
        </p:txBody>
      </p:sp>
      <p:cxnSp>
        <p:nvCxnSpPr>
          <p:cNvPr id="36" name="Straight Connector 3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2A3B640-7088-0AC7-2ADF-0E8162CDD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6925" y="2365086"/>
            <a:ext cx="5664133" cy="3186074"/>
          </a:xfrm>
          <a:prstGeom prst="rect">
            <a:avLst/>
          </a:prstGeom>
        </p:spPr>
      </p:pic>
      <p:grpSp>
        <p:nvGrpSpPr>
          <p:cNvPr id="31" name="Group 30">
            <a:extLst>
              <a:ext uri="{FF2B5EF4-FFF2-40B4-BE49-F238E27FC236}">
                <a16:creationId xmlns:a16="http://schemas.microsoft.com/office/drawing/2014/main" id="{892B7B61-D701-474B-AE8F-EA238B550A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12034" y="1267063"/>
            <a:ext cx="368480" cy="519967"/>
            <a:chOff x="11512034" y="1267063"/>
            <a:chExt cx="368480" cy="519967"/>
          </a:xfrm>
          <a:solidFill>
            <a:srgbClr val="FFFFFF"/>
          </a:solidFill>
        </p:grpSpPr>
        <p:sp>
          <p:nvSpPr>
            <p:cNvPr id="33"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5"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spTree>
    <p:extLst>
      <p:ext uri="{BB962C8B-B14F-4D97-AF65-F5344CB8AC3E}">
        <p14:creationId xmlns:p14="http://schemas.microsoft.com/office/powerpoint/2010/main" val="2292098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D9B-A3D0-B769-83CE-338303E74C6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FC5BDB8-8799-9C12-8DFD-D6C70869DC31}"/>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8ABF6D-83D6-40A1-4B92-285433CE96A4}"/>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11" name="TextBox 10">
            <a:extLst>
              <a:ext uri="{FF2B5EF4-FFF2-40B4-BE49-F238E27FC236}">
                <a16:creationId xmlns:a16="http://schemas.microsoft.com/office/drawing/2014/main" id="{938BF53E-8BBB-9265-C9BE-0CE7AB6896F9}"/>
              </a:ext>
            </a:extLst>
          </p:cNvPr>
          <p:cNvSpPr txBox="1"/>
          <p:nvPr/>
        </p:nvSpPr>
        <p:spPr>
          <a:xfrm>
            <a:off x="932872" y="1838036"/>
            <a:ext cx="10515599"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Large language models are powerful but not naturally aligned with human preferences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Traditional solution: Reinforcement Learning from Human Feedback (RLHF)</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RLHF pipeline is complex, unstable, and computationally expensive</a:t>
            </a:r>
          </a:p>
          <a:p>
            <a:endParaRPr lang="en-US" sz="2400" dirty="0"/>
          </a:p>
          <a:p>
            <a:r>
              <a:rPr lang="en-US" sz="2400" dirty="0"/>
              <a:t>Goal: Align model outputs with human preferences in a simpler, more stable way</a:t>
            </a:r>
          </a:p>
        </p:txBody>
      </p:sp>
      <p:sp>
        <p:nvSpPr>
          <p:cNvPr id="12" name="Title 1">
            <a:extLst>
              <a:ext uri="{FF2B5EF4-FFF2-40B4-BE49-F238E27FC236}">
                <a16:creationId xmlns:a16="http://schemas.microsoft.com/office/drawing/2014/main" id="{326E1793-F5C3-6E80-B1D4-21CB88E5AC35}"/>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Alignment Problem</a:t>
            </a:r>
          </a:p>
        </p:txBody>
      </p:sp>
      <p:sp>
        <p:nvSpPr>
          <p:cNvPr id="3" name="TextBox 2">
            <a:extLst>
              <a:ext uri="{FF2B5EF4-FFF2-40B4-BE49-F238E27FC236}">
                <a16:creationId xmlns:a16="http://schemas.microsoft.com/office/drawing/2014/main" id="{D12C6992-85D6-CD58-2849-ED91C3210759}"/>
              </a:ext>
            </a:extLst>
          </p:cNvPr>
          <p:cNvSpPr txBox="1"/>
          <p:nvPr/>
        </p:nvSpPr>
        <p:spPr>
          <a:xfrm>
            <a:off x="10625328" y="6254496"/>
            <a:ext cx="1389888" cy="369332"/>
          </a:xfrm>
          <a:prstGeom prst="rect">
            <a:avLst/>
          </a:prstGeom>
          <a:noFill/>
        </p:spPr>
        <p:txBody>
          <a:bodyPr wrap="square" rtlCol="0">
            <a:spAutoFit/>
          </a:bodyPr>
          <a:lstStyle/>
          <a:p>
            <a:r>
              <a:rPr lang="en-US" dirty="0"/>
              <a:t>1/20</a:t>
            </a:r>
          </a:p>
        </p:txBody>
      </p:sp>
    </p:spTree>
    <p:extLst>
      <p:ext uri="{BB962C8B-B14F-4D97-AF65-F5344CB8AC3E}">
        <p14:creationId xmlns:p14="http://schemas.microsoft.com/office/powerpoint/2010/main" val="1235335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0A217-B90A-F050-6E95-8EBBCB88854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02AA215-E888-658D-8AAA-F05BAE74E738}"/>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82870C7-8657-9416-C934-2CA5D9013A05}"/>
              </a:ext>
            </a:extLst>
          </p:cNvPr>
          <p:cNvPicPr>
            <a:picLocks noChangeAspect="1"/>
          </p:cNvPicPr>
          <p:nvPr/>
        </p:nvPicPr>
        <p:blipFill>
          <a:blip r:embed="rId2"/>
          <a:stretch>
            <a:fillRect/>
          </a:stretch>
        </p:blipFill>
        <p:spPr>
          <a:xfrm>
            <a:off x="728875" y="1514769"/>
            <a:ext cx="5173230" cy="1726607"/>
          </a:xfrm>
          <a:prstGeom prst="rect">
            <a:avLst/>
          </a:prstGeom>
        </p:spPr>
      </p:pic>
      <p:pic>
        <p:nvPicPr>
          <p:cNvPr id="9" name="Picture 8">
            <a:extLst>
              <a:ext uri="{FF2B5EF4-FFF2-40B4-BE49-F238E27FC236}">
                <a16:creationId xmlns:a16="http://schemas.microsoft.com/office/drawing/2014/main" id="{66D5938A-43F8-BAB6-DE13-CBAA4BCE961D}"/>
              </a:ext>
            </a:extLst>
          </p:cNvPr>
          <p:cNvPicPr>
            <a:picLocks noChangeAspect="1"/>
          </p:cNvPicPr>
          <p:nvPr/>
        </p:nvPicPr>
        <p:blipFill>
          <a:blip r:embed="rId3"/>
          <a:stretch>
            <a:fillRect/>
          </a:stretch>
        </p:blipFill>
        <p:spPr>
          <a:xfrm>
            <a:off x="6935712" y="3694696"/>
            <a:ext cx="5173230" cy="2565585"/>
          </a:xfrm>
          <a:prstGeom prst="rect">
            <a:avLst/>
          </a:prstGeom>
        </p:spPr>
      </p:pic>
      <p:sp>
        <p:nvSpPr>
          <p:cNvPr id="5" name="Title 1">
            <a:extLst>
              <a:ext uri="{FF2B5EF4-FFF2-40B4-BE49-F238E27FC236}">
                <a16:creationId xmlns:a16="http://schemas.microsoft.com/office/drawing/2014/main" id="{93E4EC79-B11F-9F3B-56B3-A9860A09125C}"/>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6" name="Title 1">
            <a:extLst>
              <a:ext uri="{FF2B5EF4-FFF2-40B4-BE49-F238E27FC236}">
                <a16:creationId xmlns:a16="http://schemas.microsoft.com/office/drawing/2014/main" id="{F65BCB23-CDFD-085C-660B-6DF2330B684F}"/>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How RLHF Traditionally Works</a:t>
            </a:r>
          </a:p>
        </p:txBody>
      </p:sp>
      <p:sp>
        <p:nvSpPr>
          <p:cNvPr id="11" name="TextBox 10">
            <a:extLst>
              <a:ext uri="{FF2B5EF4-FFF2-40B4-BE49-F238E27FC236}">
                <a16:creationId xmlns:a16="http://schemas.microsoft.com/office/drawing/2014/main" id="{4A0F2316-26FE-9970-E7E3-48D80672B13E}"/>
              </a:ext>
            </a:extLst>
          </p:cNvPr>
          <p:cNvSpPr txBox="1"/>
          <p:nvPr/>
        </p:nvSpPr>
        <p:spPr>
          <a:xfrm>
            <a:off x="6630980" y="1462529"/>
            <a:ext cx="533861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Collect human preference data (A vs B responses)</a:t>
            </a:r>
          </a:p>
          <a:p>
            <a:pPr marL="285750" indent="-285750">
              <a:buFont typeface="Arial" panose="020B0604020202020204" pitchFamily="34" charset="0"/>
              <a:buChar char="•"/>
            </a:pPr>
            <a:r>
              <a:rPr lang="en-US" dirty="0"/>
              <a:t>Train a reward model to score outputs</a:t>
            </a:r>
          </a:p>
          <a:p>
            <a:pPr marL="285750" indent="-285750">
              <a:buFont typeface="Arial" panose="020B0604020202020204" pitchFamily="34" charset="0"/>
              <a:buChar char="•"/>
            </a:pPr>
            <a:r>
              <a:rPr lang="en-US" dirty="0"/>
              <a:t>Use reinforcement learning (PPO) to train the language model to maximize reward</a:t>
            </a:r>
          </a:p>
          <a:p>
            <a:pPr marL="285750" indent="-285750">
              <a:buFont typeface="Arial" panose="020B0604020202020204" pitchFamily="34" charset="0"/>
              <a:buChar char="•"/>
            </a:pPr>
            <a:r>
              <a:rPr lang="en-US" dirty="0"/>
              <a:t>Add KL penalty to keep model close to original</a:t>
            </a:r>
          </a:p>
        </p:txBody>
      </p:sp>
      <p:sp>
        <p:nvSpPr>
          <p:cNvPr id="15" name="TextBox 14">
            <a:extLst>
              <a:ext uri="{FF2B5EF4-FFF2-40B4-BE49-F238E27FC236}">
                <a16:creationId xmlns:a16="http://schemas.microsoft.com/office/drawing/2014/main" id="{33961AF5-1D0F-BFBF-772C-ED37A219E999}"/>
              </a:ext>
            </a:extLst>
          </p:cNvPr>
          <p:cNvSpPr txBox="1"/>
          <p:nvPr/>
        </p:nvSpPr>
        <p:spPr>
          <a:xfrm>
            <a:off x="1099127" y="4100945"/>
            <a:ext cx="5173230" cy="1477328"/>
          </a:xfrm>
          <a:prstGeom prst="rect">
            <a:avLst/>
          </a:prstGeom>
          <a:noFill/>
        </p:spPr>
        <p:txBody>
          <a:bodyPr wrap="square" rtlCol="0">
            <a:spAutoFit/>
          </a:bodyPr>
          <a:lstStyle/>
          <a:p>
            <a:r>
              <a:rPr lang="en-US" dirty="0"/>
              <a:t>Problems:</a:t>
            </a:r>
          </a:p>
          <a:p>
            <a:endParaRPr lang="en-US" dirty="0"/>
          </a:p>
          <a:p>
            <a:pPr marL="285750" indent="-285750">
              <a:buFont typeface="Arial" panose="020B0604020202020204" pitchFamily="34" charset="0"/>
              <a:buChar char="•"/>
            </a:pPr>
            <a:r>
              <a:rPr lang="en-US" dirty="0"/>
              <a:t>Multiple training stages</a:t>
            </a:r>
          </a:p>
          <a:p>
            <a:pPr marL="285750" indent="-285750">
              <a:buFont typeface="Arial" panose="020B0604020202020204" pitchFamily="34" charset="0"/>
              <a:buChar char="•"/>
            </a:pPr>
            <a:r>
              <a:rPr lang="en-US" dirty="0"/>
              <a:t>Sensitive to hyperparameters</a:t>
            </a:r>
          </a:p>
          <a:p>
            <a:pPr marL="285750" indent="-285750">
              <a:buFont typeface="Arial" panose="020B0604020202020204" pitchFamily="34" charset="0"/>
              <a:buChar char="•"/>
            </a:pPr>
            <a:r>
              <a:rPr lang="en-US" dirty="0"/>
              <a:t>RL instability</a:t>
            </a:r>
          </a:p>
        </p:txBody>
      </p:sp>
      <p:sp>
        <p:nvSpPr>
          <p:cNvPr id="2" name="TextBox 1">
            <a:extLst>
              <a:ext uri="{FF2B5EF4-FFF2-40B4-BE49-F238E27FC236}">
                <a16:creationId xmlns:a16="http://schemas.microsoft.com/office/drawing/2014/main" id="{5E1A66FA-A6C5-B5F3-79A5-46AD6B0C07AE}"/>
              </a:ext>
            </a:extLst>
          </p:cNvPr>
          <p:cNvSpPr txBox="1"/>
          <p:nvPr/>
        </p:nvSpPr>
        <p:spPr>
          <a:xfrm>
            <a:off x="10625328" y="6254496"/>
            <a:ext cx="1389888" cy="369332"/>
          </a:xfrm>
          <a:prstGeom prst="rect">
            <a:avLst/>
          </a:prstGeom>
          <a:noFill/>
        </p:spPr>
        <p:txBody>
          <a:bodyPr wrap="square" rtlCol="0">
            <a:spAutoFit/>
          </a:bodyPr>
          <a:lstStyle/>
          <a:p>
            <a:r>
              <a:rPr lang="en-US" dirty="0"/>
              <a:t>2/20</a:t>
            </a:r>
          </a:p>
        </p:txBody>
      </p:sp>
    </p:spTree>
    <p:extLst>
      <p:ext uri="{BB962C8B-B14F-4D97-AF65-F5344CB8AC3E}">
        <p14:creationId xmlns:p14="http://schemas.microsoft.com/office/powerpoint/2010/main" val="649961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DF952-EDAC-B0B0-F6B7-4D4DF900E04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DF225DF-4159-27BE-B02D-7B88F0188978}"/>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AC6B8C-69AC-EA89-048F-D985BDF8FD7D}"/>
              </a:ext>
            </a:extLst>
          </p:cNvPr>
          <p:cNvSpPr>
            <a:spLocks noGrp="1"/>
          </p:cNvSpPr>
          <p:nvPr>
            <p:ph idx="1"/>
          </p:nvPr>
        </p:nvSpPr>
        <p:spPr>
          <a:xfrm>
            <a:off x="838200" y="2467123"/>
            <a:ext cx="10515600" cy="3147293"/>
          </a:xfrm>
        </p:spPr>
        <p:txBody>
          <a:bodyPr>
            <a:normAutofit fontScale="92500" lnSpcReduction="10000"/>
          </a:bodyPr>
          <a:lstStyle/>
          <a:p>
            <a:pPr marL="514350" indent="-514350">
              <a:buFont typeface="+mj-lt"/>
              <a:buAutoNum type="arabicPeriod"/>
            </a:pPr>
            <a:r>
              <a:rPr lang="en-US" dirty="0"/>
              <a:t>Pretrain a base LLM</a:t>
            </a:r>
          </a:p>
          <a:p>
            <a:pPr marL="514350" indent="-514350">
              <a:buFont typeface="+mj-lt"/>
              <a:buAutoNum type="arabicPeriod"/>
            </a:pPr>
            <a:r>
              <a:rPr lang="en-US" dirty="0"/>
              <a:t>Let the LL, produce pairs of output</a:t>
            </a:r>
          </a:p>
          <a:p>
            <a:pPr marL="514350" indent="-514350">
              <a:buFont typeface="+mj-lt"/>
              <a:buAutoNum type="arabicPeriod"/>
            </a:pPr>
            <a:r>
              <a:rPr lang="en-US" dirty="0"/>
              <a:t>A reward model mimics human ratings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LLM trains to receive high feedback from the reward model</a:t>
            </a:r>
          </a:p>
        </p:txBody>
      </p:sp>
      <p:sp>
        <p:nvSpPr>
          <p:cNvPr id="2" name="Title 1">
            <a:extLst>
              <a:ext uri="{FF2B5EF4-FFF2-40B4-BE49-F238E27FC236}">
                <a16:creationId xmlns:a16="http://schemas.microsoft.com/office/drawing/2014/main" id="{FC15C663-58C8-8A51-832F-DCB1DE6EFA96}"/>
              </a:ext>
            </a:extLst>
          </p:cNvPr>
          <p:cNvSpPr>
            <a:spLocks noGrp="1"/>
          </p:cNvSpPr>
          <p:nvPr>
            <p:ph type="title"/>
          </p:nvPr>
        </p:nvSpPr>
        <p:spPr/>
        <p:txBody>
          <a:bodyPr/>
          <a:lstStyle/>
          <a:p>
            <a:r>
              <a:rPr lang="en-US" dirty="0"/>
              <a:t>How RLHF Works</a:t>
            </a:r>
          </a:p>
        </p:txBody>
      </p:sp>
      <p:sp>
        <p:nvSpPr>
          <p:cNvPr id="6" name="Rectangle 5">
            <a:extLst>
              <a:ext uri="{FF2B5EF4-FFF2-40B4-BE49-F238E27FC236}">
                <a16:creationId xmlns:a16="http://schemas.microsoft.com/office/drawing/2014/main" id="{BC7E2132-4DEB-D08E-DE97-1933D190E91C}"/>
              </a:ext>
            </a:extLst>
          </p:cNvPr>
          <p:cNvSpPr/>
          <p:nvPr/>
        </p:nvSpPr>
        <p:spPr>
          <a:xfrm>
            <a:off x="1178052" y="1690688"/>
            <a:ext cx="1485900" cy="628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RLHF</a:t>
            </a:r>
          </a:p>
        </p:txBody>
      </p:sp>
      <p:sp>
        <p:nvSpPr>
          <p:cNvPr id="7" name="Rectangle 6">
            <a:extLst>
              <a:ext uri="{FF2B5EF4-FFF2-40B4-BE49-F238E27FC236}">
                <a16:creationId xmlns:a16="http://schemas.microsoft.com/office/drawing/2014/main" id="{37859F60-95FD-FDBD-A475-E444E12ABDDB}"/>
              </a:ext>
            </a:extLst>
          </p:cNvPr>
          <p:cNvSpPr/>
          <p:nvPr/>
        </p:nvSpPr>
        <p:spPr>
          <a:xfrm>
            <a:off x="9116568" y="2823788"/>
            <a:ext cx="1485900" cy="6286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LLM</a:t>
            </a:r>
          </a:p>
        </p:txBody>
      </p:sp>
      <p:sp>
        <p:nvSpPr>
          <p:cNvPr id="8" name="Rectangle 7">
            <a:extLst>
              <a:ext uri="{FF2B5EF4-FFF2-40B4-BE49-F238E27FC236}">
                <a16:creationId xmlns:a16="http://schemas.microsoft.com/office/drawing/2014/main" id="{E524DBD0-9C68-042B-C3FE-4912B61F62D2}"/>
              </a:ext>
            </a:extLst>
          </p:cNvPr>
          <p:cNvSpPr/>
          <p:nvPr/>
        </p:nvSpPr>
        <p:spPr>
          <a:xfrm>
            <a:off x="3032760" y="4063105"/>
            <a:ext cx="1807464" cy="6286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Reward Model</a:t>
            </a:r>
          </a:p>
        </p:txBody>
      </p:sp>
      <p:pic>
        <p:nvPicPr>
          <p:cNvPr id="12" name="Graphic 11" descr="Thumbs up sign with solid fill">
            <a:extLst>
              <a:ext uri="{FF2B5EF4-FFF2-40B4-BE49-F238E27FC236}">
                <a16:creationId xmlns:a16="http://schemas.microsoft.com/office/drawing/2014/main" id="{EB6731E9-375C-3955-C8B3-8E3AB50BC1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27520" y="4216115"/>
            <a:ext cx="914400" cy="914400"/>
          </a:xfrm>
          <a:prstGeom prst="rect">
            <a:avLst/>
          </a:prstGeom>
        </p:spPr>
      </p:pic>
      <p:pic>
        <p:nvPicPr>
          <p:cNvPr id="14" name="Graphic 13" descr="Thumbs Down with solid fill">
            <a:extLst>
              <a:ext uri="{FF2B5EF4-FFF2-40B4-BE49-F238E27FC236}">
                <a16:creationId xmlns:a16="http://schemas.microsoft.com/office/drawing/2014/main" id="{CF0BD8B2-53F9-42F7-DF63-407AD30863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08394" y="3613651"/>
            <a:ext cx="914400" cy="914400"/>
          </a:xfrm>
          <a:prstGeom prst="rect">
            <a:avLst/>
          </a:prstGeom>
        </p:spPr>
      </p:pic>
      <p:cxnSp>
        <p:nvCxnSpPr>
          <p:cNvPr id="16" name="Straight Arrow Connector 15">
            <a:extLst>
              <a:ext uri="{FF2B5EF4-FFF2-40B4-BE49-F238E27FC236}">
                <a16:creationId xmlns:a16="http://schemas.microsoft.com/office/drawing/2014/main" id="{9A82D7B0-71A4-92CD-B91E-ED389EB27E2E}"/>
              </a:ext>
            </a:extLst>
          </p:cNvPr>
          <p:cNvCxnSpPr>
            <a:cxnSpLocks/>
            <a:stCxn id="8" idx="3"/>
            <a:endCxn id="14" idx="1"/>
          </p:cNvCxnSpPr>
          <p:nvPr/>
        </p:nvCxnSpPr>
        <p:spPr>
          <a:xfrm flipV="1">
            <a:off x="4840224" y="4070851"/>
            <a:ext cx="2868170" cy="3065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D7DF9F1-C476-D255-FBB6-7F3505C8DF14}"/>
              </a:ext>
            </a:extLst>
          </p:cNvPr>
          <p:cNvCxnSpPr>
            <a:cxnSpLocks/>
            <a:stCxn id="8" idx="3"/>
            <a:endCxn id="12" idx="1"/>
          </p:cNvCxnSpPr>
          <p:nvPr/>
        </p:nvCxnSpPr>
        <p:spPr>
          <a:xfrm>
            <a:off x="4840224" y="4377430"/>
            <a:ext cx="1987296" cy="2958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ABE921E-AF37-EC37-ACDC-DB57E0CC8781}"/>
              </a:ext>
            </a:extLst>
          </p:cNvPr>
          <p:cNvSpPr txBox="1"/>
          <p:nvPr/>
        </p:nvSpPr>
        <p:spPr>
          <a:xfrm>
            <a:off x="8385048" y="1894240"/>
            <a:ext cx="2941320" cy="369332"/>
          </a:xfrm>
          <a:prstGeom prst="rect">
            <a:avLst/>
          </a:prstGeom>
          <a:noFill/>
        </p:spPr>
        <p:txBody>
          <a:bodyPr wrap="square" rtlCol="0">
            <a:spAutoFit/>
          </a:bodyPr>
          <a:lstStyle/>
          <a:p>
            <a:r>
              <a:rPr lang="en-US" dirty="0"/>
              <a:t>When was Einstein born?</a:t>
            </a:r>
          </a:p>
        </p:txBody>
      </p:sp>
      <p:cxnSp>
        <p:nvCxnSpPr>
          <p:cNvPr id="19" name="Straight Arrow Connector 18">
            <a:extLst>
              <a:ext uri="{FF2B5EF4-FFF2-40B4-BE49-F238E27FC236}">
                <a16:creationId xmlns:a16="http://schemas.microsoft.com/office/drawing/2014/main" id="{1BFC5570-CD5B-6A54-79DE-4FF6D969D076}"/>
              </a:ext>
            </a:extLst>
          </p:cNvPr>
          <p:cNvCxnSpPr>
            <a:cxnSpLocks/>
            <a:stCxn id="18" idx="2"/>
            <a:endCxn id="7" idx="0"/>
          </p:cNvCxnSpPr>
          <p:nvPr/>
        </p:nvCxnSpPr>
        <p:spPr>
          <a:xfrm>
            <a:off x="9855708" y="2263572"/>
            <a:ext cx="3810" cy="560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E3318B7D-8894-D778-9984-2B33DF3DF024}"/>
              </a:ext>
            </a:extLst>
          </p:cNvPr>
          <p:cNvCxnSpPr>
            <a:cxnSpLocks/>
            <a:stCxn id="7" idx="2"/>
            <a:endCxn id="22" idx="0"/>
          </p:cNvCxnSpPr>
          <p:nvPr/>
        </p:nvCxnSpPr>
        <p:spPr>
          <a:xfrm>
            <a:off x="9859518" y="3452438"/>
            <a:ext cx="5334" cy="740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6FC85C9-B3AD-BDCA-F756-998C7910B62B}"/>
              </a:ext>
            </a:extLst>
          </p:cNvPr>
          <p:cNvSpPr txBox="1"/>
          <p:nvPr/>
        </p:nvSpPr>
        <p:spPr>
          <a:xfrm>
            <a:off x="8211312" y="4192764"/>
            <a:ext cx="3307080" cy="369332"/>
          </a:xfrm>
          <a:prstGeom prst="rect">
            <a:avLst/>
          </a:prstGeom>
          <a:noFill/>
        </p:spPr>
        <p:txBody>
          <a:bodyPr wrap="square" rtlCol="0">
            <a:spAutoFit/>
          </a:bodyPr>
          <a:lstStyle/>
          <a:p>
            <a:r>
              <a:rPr lang="en-US" dirty="0"/>
              <a:t>When was Heisenberg born?</a:t>
            </a:r>
          </a:p>
        </p:txBody>
      </p:sp>
      <p:sp>
        <p:nvSpPr>
          <p:cNvPr id="23" name="TextBox 22">
            <a:extLst>
              <a:ext uri="{FF2B5EF4-FFF2-40B4-BE49-F238E27FC236}">
                <a16:creationId xmlns:a16="http://schemas.microsoft.com/office/drawing/2014/main" id="{F0CBFC55-2578-6BB8-83FE-0403BB753E21}"/>
              </a:ext>
            </a:extLst>
          </p:cNvPr>
          <p:cNvSpPr txBox="1"/>
          <p:nvPr/>
        </p:nvSpPr>
        <p:spPr>
          <a:xfrm>
            <a:off x="7708394" y="4784533"/>
            <a:ext cx="3307080" cy="369332"/>
          </a:xfrm>
          <a:prstGeom prst="rect">
            <a:avLst/>
          </a:prstGeom>
          <a:noFill/>
        </p:spPr>
        <p:txBody>
          <a:bodyPr wrap="square" rtlCol="0">
            <a:spAutoFit/>
          </a:bodyPr>
          <a:lstStyle/>
          <a:p>
            <a:r>
              <a:rPr lang="en-US" dirty="0"/>
              <a:t>Einstein was born in 1879</a:t>
            </a:r>
          </a:p>
        </p:txBody>
      </p:sp>
      <p:sp>
        <p:nvSpPr>
          <p:cNvPr id="4" name="Title 1">
            <a:extLst>
              <a:ext uri="{FF2B5EF4-FFF2-40B4-BE49-F238E27FC236}">
                <a16:creationId xmlns:a16="http://schemas.microsoft.com/office/drawing/2014/main" id="{956E47CB-17D5-DB2B-3B3E-4418A6145CA3}"/>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Direct Preference Optimization: Your Language Model is Secretly a Reward Model </a:t>
            </a:r>
          </a:p>
        </p:txBody>
      </p:sp>
      <p:sp>
        <p:nvSpPr>
          <p:cNvPr id="9" name="TextBox 8">
            <a:extLst>
              <a:ext uri="{FF2B5EF4-FFF2-40B4-BE49-F238E27FC236}">
                <a16:creationId xmlns:a16="http://schemas.microsoft.com/office/drawing/2014/main" id="{E657C37E-B6A0-2125-FC27-83269A39E2D2}"/>
              </a:ext>
            </a:extLst>
          </p:cNvPr>
          <p:cNvSpPr txBox="1"/>
          <p:nvPr/>
        </p:nvSpPr>
        <p:spPr>
          <a:xfrm>
            <a:off x="10625328" y="6254496"/>
            <a:ext cx="1389888" cy="369332"/>
          </a:xfrm>
          <a:prstGeom prst="rect">
            <a:avLst/>
          </a:prstGeom>
          <a:noFill/>
        </p:spPr>
        <p:txBody>
          <a:bodyPr wrap="square" rtlCol="0">
            <a:spAutoFit/>
          </a:bodyPr>
          <a:lstStyle/>
          <a:p>
            <a:r>
              <a:rPr lang="en-US" dirty="0"/>
              <a:t>3/20</a:t>
            </a:r>
          </a:p>
        </p:txBody>
      </p:sp>
    </p:spTree>
    <p:extLst>
      <p:ext uri="{BB962C8B-B14F-4D97-AF65-F5344CB8AC3E}">
        <p14:creationId xmlns:p14="http://schemas.microsoft.com/office/powerpoint/2010/main" val="3639931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9A5E-FB2F-14BB-563F-365DD54949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A7CD8B2-4F6C-BB02-10DD-89B7B01B4886}"/>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F1F50C-40E0-51D2-D203-C4BC10631D84}"/>
              </a:ext>
            </a:extLst>
          </p:cNvPr>
          <p:cNvSpPr>
            <a:spLocks noGrp="1"/>
          </p:cNvSpPr>
          <p:nvPr>
            <p:ph idx="1"/>
          </p:nvPr>
        </p:nvSpPr>
        <p:spPr>
          <a:xfrm>
            <a:off x="838200" y="2467123"/>
            <a:ext cx="10515600" cy="3558773"/>
          </a:xfrm>
        </p:spPr>
        <p:txBody>
          <a:bodyPr>
            <a:normAutofit fontScale="92500" lnSpcReduction="10000"/>
          </a:bodyPr>
          <a:lstStyle/>
          <a:p>
            <a:pPr marL="514350" indent="-514350">
              <a:buFont typeface="+mj-lt"/>
              <a:buAutoNum type="arabicPeriod"/>
            </a:pPr>
            <a:r>
              <a:rPr lang="en-US" dirty="0"/>
              <a:t>Pretrain a base LLM</a:t>
            </a:r>
          </a:p>
          <a:p>
            <a:pPr marL="514350" indent="-514350">
              <a:buFont typeface="+mj-lt"/>
              <a:buAutoNum type="arabicPeriod"/>
            </a:pPr>
            <a:r>
              <a:rPr lang="en-US" dirty="0"/>
              <a:t>Let the LL, produce pairs of output</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LLM trains to assign high probability to positive examples and low probability to negative examples</a:t>
            </a:r>
          </a:p>
        </p:txBody>
      </p:sp>
      <p:sp>
        <p:nvSpPr>
          <p:cNvPr id="2" name="Title 1">
            <a:extLst>
              <a:ext uri="{FF2B5EF4-FFF2-40B4-BE49-F238E27FC236}">
                <a16:creationId xmlns:a16="http://schemas.microsoft.com/office/drawing/2014/main" id="{B9ADA997-315D-1C24-9272-839423FB95A0}"/>
              </a:ext>
            </a:extLst>
          </p:cNvPr>
          <p:cNvSpPr>
            <a:spLocks noGrp="1"/>
          </p:cNvSpPr>
          <p:nvPr>
            <p:ph type="title"/>
          </p:nvPr>
        </p:nvSpPr>
        <p:spPr/>
        <p:txBody>
          <a:bodyPr/>
          <a:lstStyle/>
          <a:p>
            <a:r>
              <a:rPr lang="en-US" dirty="0"/>
              <a:t>DPO as an Alternative</a:t>
            </a:r>
          </a:p>
        </p:txBody>
      </p:sp>
      <p:sp>
        <p:nvSpPr>
          <p:cNvPr id="6" name="Rectangle 5">
            <a:extLst>
              <a:ext uri="{FF2B5EF4-FFF2-40B4-BE49-F238E27FC236}">
                <a16:creationId xmlns:a16="http://schemas.microsoft.com/office/drawing/2014/main" id="{657034DA-DB77-F9EC-356F-CE57B3E7C636}"/>
              </a:ext>
            </a:extLst>
          </p:cNvPr>
          <p:cNvSpPr/>
          <p:nvPr/>
        </p:nvSpPr>
        <p:spPr>
          <a:xfrm>
            <a:off x="1178052" y="1690688"/>
            <a:ext cx="1485900" cy="62865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DPO</a:t>
            </a:r>
          </a:p>
        </p:txBody>
      </p:sp>
      <p:sp>
        <p:nvSpPr>
          <p:cNvPr id="7" name="Rectangle 6">
            <a:extLst>
              <a:ext uri="{FF2B5EF4-FFF2-40B4-BE49-F238E27FC236}">
                <a16:creationId xmlns:a16="http://schemas.microsoft.com/office/drawing/2014/main" id="{7C6C2F71-253B-771F-8197-DB5B76CF49DA}"/>
              </a:ext>
            </a:extLst>
          </p:cNvPr>
          <p:cNvSpPr/>
          <p:nvPr/>
        </p:nvSpPr>
        <p:spPr>
          <a:xfrm>
            <a:off x="9116568" y="2823788"/>
            <a:ext cx="1485900" cy="6286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LLM</a:t>
            </a:r>
          </a:p>
        </p:txBody>
      </p:sp>
      <p:pic>
        <p:nvPicPr>
          <p:cNvPr id="12" name="Graphic 11" descr="Thumbs up sign with solid fill">
            <a:extLst>
              <a:ext uri="{FF2B5EF4-FFF2-40B4-BE49-F238E27FC236}">
                <a16:creationId xmlns:a16="http://schemas.microsoft.com/office/drawing/2014/main" id="{81DC7356-868D-1B61-698E-9641CA8220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27520" y="4216115"/>
            <a:ext cx="914400" cy="914400"/>
          </a:xfrm>
          <a:prstGeom prst="rect">
            <a:avLst/>
          </a:prstGeom>
        </p:spPr>
      </p:pic>
      <p:pic>
        <p:nvPicPr>
          <p:cNvPr id="14" name="Graphic 13" descr="Thumbs Down with solid fill">
            <a:extLst>
              <a:ext uri="{FF2B5EF4-FFF2-40B4-BE49-F238E27FC236}">
                <a16:creationId xmlns:a16="http://schemas.microsoft.com/office/drawing/2014/main" id="{6CBB6DC3-E1B2-91F4-2DD8-A08CD0CD4F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08394" y="3613651"/>
            <a:ext cx="914400" cy="914400"/>
          </a:xfrm>
          <a:prstGeom prst="rect">
            <a:avLst/>
          </a:prstGeom>
        </p:spPr>
      </p:pic>
      <p:sp>
        <p:nvSpPr>
          <p:cNvPr id="18" name="TextBox 17">
            <a:extLst>
              <a:ext uri="{FF2B5EF4-FFF2-40B4-BE49-F238E27FC236}">
                <a16:creationId xmlns:a16="http://schemas.microsoft.com/office/drawing/2014/main" id="{157594F2-9722-4C76-39AB-8906DA8455E3}"/>
              </a:ext>
            </a:extLst>
          </p:cNvPr>
          <p:cNvSpPr txBox="1"/>
          <p:nvPr/>
        </p:nvSpPr>
        <p:spPr>
          <a:xfrm>
            <a:off x="8385048" y="1894240"/>
            <a:ext cx="2941320" cy="369332"/>
          </a:xfrm>
          <a:prstGeom prst="rect">
            <a:avLst/>
          </a:prstGeom>
          <a:noFill/>
        </p:spPr>
        <p:txBody>
          <a:bodyPr wrap="square" rtlCol="0">
            <a:spAutoFit/>
          </a:bodyPr>
          <a:lstStyle/>
          <a:p>
            <a:r>
              <a:rPr lang="en-US" dirty="0"/>
              <a:t>When was Einstein born?</a:t>
            </a:r>
          </a:p>
        </p:txBody>
      </p:sp>
      <p:cxnSp>
        <p:nvCxnSpPr>
          <p:cNvPr id="19" name="Straight Arrow Connector 18">
            <a:extLst>
              <a:ext uri="{FF2B5EF4-FFF2-40B4-BE49-F238E27FC236}">
                <a16:creationId xmlns:a16="http://schemas.microsoft.com/office/drawing/2014/main" id="{093ED8C6-ADF4-B491-EEBD-966BF4501232}"/>
              </a:ext>
            </a:extLst>
          </p:cNvPr>
          <p:cNvCxnSpPr>
            <a:cxnSpLocks/>
            <a:stCxn id="18" idx="2"/>
            <a:endCxn id="7" idx="0"/>
          </p:cNvCxnSpPr>
          <p:nvPr/>
        </p:nvCxnSpPr>
        <p:spPr>
          <a:xfrm>
            <a:off x="9855708" y="2263572"/>
            <a:ext cx="3810" cy="560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FA82F72-9271-B4EF-83DE-A745D21B7436}"/>
              </a:ext>
            </a:extLst>
          </p:cNvPr>
          <p:cNvCxnSpPr>
            <a:cxnSpLocks/>
            <a:stCxn id="7" idx="2"/>
            <a:endCxn id="22" idx="0"/>
          </p:cNvCxnSpPr>
          <p:nvPr/>
        </p:nvCxnSpPr>
        <p:spPr>
          <a:xfrm>
            <a:off x="9859518" y="3452438"/>
            <a:ext cx="5334" cy="740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4AE2536-9992-D050-4F93-BC65846A45B5}"/>
              </a:ext>
            </a:extLst>
          </p:cNvPr>
          <p:cNvSpPr txBox="1"/>
          <p:nvPr/>
        </p:nvSpPr>
        <p:spPr>
          <a:xfrm>
            <a:off x="8211312" y="4192764"/>
            <a:ext cx="3307080" cy="369332"/>
          </a:xfrm>
          <a:prstGeom prst="rect">
            <a:avLst/>
          </a:prstGeom>
          <a:noFill/>
        </p:spPr>
        <p:txBody>
          <a:bodyPr wrap="square" rtlCol="0">
            <a:spAutoFit/>
          </a:bodyPr>
          <a:lstStyle/>
          <a:p>
            <a:r>
              <a:rPr lang="en-US" dirty="0"/>
              <a:t>When was Heisenberg born?</a:t>
            </a:r>
          </a:p>
        </p:txBody>
      </p:sp>
      <p:sp>
        <p:nvSpPr>
          <p:cNvPr id="23" name="TextBox 22">
            <a:extLst>
              <a:ext uri="{FF2B5EF4-FFF2-40B4-BE49-F238E27FC236}">
                <a16:creationId xmlns:a16="http://schemas.microsoft.com/office/drawing/2014/main" id="{8BF2ABA7-576C-138B-E95D-F7BD5767ACE0}"/>
              </a:ext>
            </a:extLst>
          </p:cNvPr>
          <p:cNvSpPr txBox="1"/>
          <p:nvPr/>
        </p:nvSpPr>
        <p:spPr>
          <a:xfrm>
            <a:off x="7708394" y="4784533"/>
            <a:ext cx="3307080" cy="369332"/>
          </a:xfrm>
          <a:prstGeom prst="rect">
            <a:avLst/>
          </a:prstGeom>
          <a:noFill/>
        </p:spPr>
        <p:txBody>
          <a:bodyPr wrap="square" rtlCol="0">
            <a:spAutoFit/>
          </a:bodyPr>
          <a:lstStyle/>
          <a:p>
            <a:r>
              <a:rPr lang="en-US" dirty="0"/>
              <a:t>Einstein was born in 1879</a:t>
            </a:r>
          </a:p>
        </p:txBody>
      </p:sp>
      <p:sp>
        <p:nvSpPr>
          <p:cNvPr id="5" name="Title 1">
            <a:extLst>
              <a:ext uri="{FF2B5EF4-FFF2-40B4-BE49-F238E27FC236}">
                <a16:creationId xmlns:a16="http://schemas.microsoft.com/office/drawing/2014/main" id="{AB7CB2BB-8A08-06D2-4714-B47724B531DA}"/>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Direct Preference Optimization: Your Language Model is Secretly a Reward Model </a:t>
            </a:r>
          </a:p>
        </p:txBody>
      </p:sp>
      <p:cxnSp>
        <p:nvCxnSpPr>
          <p:cNvPr id="10" name="Straight Arrow Connector 9">
            <a:extLst>
              <a:ext uri="{FF2B5EF4-FFF2-40B4-BE49-F238E27FC236}">
                <a16:creationId xmlns:a16="http://schemas.microsoft.com/office/drawing/2014/main" id="{5A3DCA98-BA95-0DF1-B0F3-CE1A05CBA03B}"/>
              </a:ext>
            </a:extLst>
          </p:cNvPr>
          <p:cNvCxnSpPr>
            <a:cxnSpLocks/>
          </p:cNvCxnSpPr>
          <p:nvPr/>
        </p:nvCxnSpPr>
        <p:spPr>
          <a:xfrm>
            <a:off x="11194542" y="4225435"/>
            <a:ext cx="0" cy="33666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9122598-E01C-E2BE-5977-A186C82E2EE0}"/>
              </a:ext>
            </a:extLst>
          </p:cNvPr>
          <p:cNvCxnSpPr>
            <a:cxnSpLocks/>
          </p:cNvCxnSpPr>
          <p:nvPr/>
        </p:nvCxnSpPr>
        <p:spPr>
          <a:xfrm flipV="1">
            <a:off x="10469118" y="4784533"/>
            <a:ext cx="0" cy="25510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24" name="TextBox 23">
            <a:extLst>
              <a:ext uri="{FF2B5EF4-FFF2-40B4-BE49-F238E27FC236}">
                <a16:creationId xmlns:a16="http://schemas.microsoft.com/office/drawing/2014/main" id="{2FE963E5-258F-67D6-5081-89628B6E87F8}"/>
              </a:ext>
            </a:extLst>
          </p:cNvPr>
          <p:cNvSpPr txBox="1"/>
          <p:nvPr/>
        </p:nvSpPr>
        <p:spPr>
          <a:xfrm>
            <a:off x="10625328" y="6254496"/>
            <a:ext cx="1389888" cy="369332"/>
          </a:xfrm>
          <a:prstGeom prst="rect">
            <a:avLst/>
          </a:prstGeom>
          <a:noFill/>
        </p:spPr>
        <p:txBody>
          <a:bodyPr wrap="square" rtlCol="0">
            <a:spAutoFit/>
          </a:bodyPr>
          <a:lstStyle/>
          <a:p>
            <a:r>
              <a:rPr lang="en-US" dirty="0"/>
              <a:t>4/20</a:t>
            </a:r>
          </a:p>
        </p:txBody>
      </p:sp>
    </p:spTree>
    <p:extLst>
      <p:ext uri="{BB962C8B-B14F-4D97-AF65-F5344CB8AC3E}">
        <p14:creationId xmlns:p14="http://schemas.microsoft.com/office/powerpoint/2010/main" val="3778593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4F49-5733-5330-F238-FC697DE3EC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6A87D52-696C-9565-2C00-893BA30D196E}"/>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2DC9EA-D390-D44E-4DB3-D56085E64AC7}"/>
              </a:ext>
            </a:extLst>
          </p:cNvPr>
          <p:cNvSpPr>
            <a:spLocks noGrp="1"/>
          </p:cNvSpPr>
          <p:nvPr>
            <p:ph type="title"/>
          </p:nvPr>
        </p:nvSpPr>
        <p:spPr/>
        <p:txBody>
          <a:bodyPr/>
          <a:lstStyle/>
          <a:p>
            <a:r>
              <a:rPr lang="en-US" dirty="0"/>
              <a:t>RLHF vs. DPO</a:t>
            </a:r>
          </a:p>
        </p:txBody>
      </p:sp>
      <p:sp>
        <p:nvSpPr>
          <p:cNvPr id="5" name="Title 1">
            <a:extLst>
              <a:ext uri="{FF2B5EF4-FFF2-40B4-BE49-F238E27FC236}">
                <a16:creationId xmlns:a16="http://schemas.microsoft.com/office/drawing/2014/main" id="{A2F21451-9D98-866F-5F1D-9E134BAB0E6E}"/>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Direct Preference Optimization: Your Language Model is Secretly a Reward Model </a:t>
            </a:r>
          </a:p>
        </p:txBody>
      </p:sp>
      <p:sp>
        <p:nvSpPr>
          <p:cNvPr id="11" name="Rectangle 10">
            <a:extLst>
              <a:ext uri="{FF2B5EF4-FFF2-40B4-BE49-F238E27FC236}">
                <a16:creationId xmlns:a16="http://schemas.microsoft.com/office/drawing/2014/main" id="{D4863E7B-5390-AB2E-DEFA-F3908197BD08}"/>
              </a:ext>
            </a:extLst>
          </p:cNvPr>
          <p:cNvSpPr/>
          <p:nvPr/>
        </p:nvSpPr>
        <p:spPr>
          <a:xfrm>
            <a:off x="1178052" y="1690688"/>
            <a:ext cx="1485900" cy="628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RLHF</a:t>
            </a:r>
          </a:p>
        </p:txBody>
      </p:sp>
      <p:sp>
        <p:nvSpPr>
          <p:cNvPr id="15" name="Rectangle 14">
            <a:extLst>
              <a:ext uri="{FF2B5EF4-FFF2-40B4-BE49-F238E27FC236}">
                <a16:creationId xmlns:a16="http://schemas.microsoft.com/office/drawing/2014/main" id="{5D8371EA-5570-8FF2-B63D-FDFADA9CFACB}"/>
              </a:ext>
            </a:extLst>
          </p:cNvPr>
          <p:cNvSpPr/>
          <p:nvPr/>
        </p:nvSpPr>
        <p:spPr>
          <a:xfrm>
            <a:off x="8444484" y="1690688"/>
            <a:ext cx="1485900" cy="62865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DPO</a:t>
            </a:r>
          </a:p>
        </p:txBody>
      </p:sp>
      <p:sp>
        <p:nvSpPr>
          <p:cNvPr id="16" name="Rectangle: Rounded Corners 15">
            <a:extLst>
              <a:ext uri="{FF2B5EF4-FFF2-40B4-BE49-F238E27FC236}">
                <a16:creationId xmlns:a16="http://schemas.microsoft.com/office/drawing/2014/main" id="{3965A9B0-7B4D-1F2C-BD66-CE2CD0AAE488}"/>
              </a:ext>
            </a:extLst>
          </p:cNvPr>
          <p:cNvSpPr/>
          <p:nvPr/>
        </p:nvSpPr>
        <p:spPr>
          <a:xfrm>
            <a:off x="630936" y="2569464"/>
            <a:ext cx="10963656" cy="8595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buFont typeface="+mj-lt"/>
              <a:buAutoNum type="arabicPeriod"/>
            </a:pPr>
            <a:r>
              <a:rPr lang="en-US">
                <a:solidFill>
                  <a:schemeClr val="tx1"/>
                </a:solidFill>
              </a:rPr>
              <a:t>Pretrain a base LLM</a:t>
            </a:r>
          </a:p>
          <a:p>
            <a:pPr marL="514350" indent="-514350">
              <a:buFont typeface="+mj-lt"/>
              <a:buAutoNum type="arabicPeriod"/>
            </a:pPr>
            <a:r>
              <a:rPr lang="en-US">
                <a:solidFill>
                  <a:schemeClr val="tx1"/>
                </a:solidFill>
              </a:rPr>
              <a:t>Let the LL, produce pairs of output</a:t>
            </a:r>
            <a:endParaRPr lang="en-US" dirty="0">
              <a:solidFill>
                <a:schemeClr val="tx1"/>
              </a:solidFill>
            </a:endParaRPr>
          </a:p>
        </p:txBody>
      </p:sp>
      <p:sp>
        <p:nvSpPr>
          <p:cNvPr id="17" name="Rectangle: Rounded Corners 16">
            <a:extLst>
              <a:ext uri="{FF2B5EF4-FFF2-40B4-BE49-F238E27FC236}">
                <a16:creationId xmlns:a16="http://schemas.microsoft.com/office/drawing/2014/main" id="{87D594C8-9B82-FF96-414D-58F1004C1C37}"/>
              </a:ext>
            </a:extLst>
          </p:cNvPr>
          <p:cNvSpPr/>
          <p:nvPr/>
        </p:nvSpPr>
        <p:spPr>
          <a:xfrm>
            <a:off x="630936" y="3679125"/>
            <a:ext cx="5596128" cy="2813749"/>
          </a:xfrm>
          <a:prstGeom prst="roundRect">
            <a:avLst>
              <a:gd name="adj" fmla="val 8543"/>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buFont typeface="+mj-lt"/>
              <a:buAutoNum type="arabicPeriod" startAt="3"/>
            </a:pPr>
            <a:r>
              <a:rPr lang="en-US" sz="2800" dirty="0">
                <a:solidFill>
                  <a:schemeClr val="tx1"/>
                </a:solidFill>
              </a:rPr>
              <a:t>A reward model mimics human ratings</a:t>
            </a:r>
          </a:p>
          <a:p>
            <a:pPr marL="514350" indent="-514350">
              <a:buFont typeface="+mj-lt"/>
              <a:buAutoNum type="arabicPeriod" startAt="3"/>
            </a:pPr>
            <a:r>
              <a:rPr lang="en-US" sz="2800" dirty="0">
                <a:solidFill>
                  <a:schemeClr val="tx1"/>
                </a:solidFill>
              </a:rPr>
              <a:t>LLM trains to receive high feedback from the reward model</a:t>
            </a:r>
          </a:p>
        </p:txBody>
      </p:sp>
      <p:sp>
        <p:nvSpPr>
          <p:cNvPr id="20" name="Rectangle: Rounded Corners 19">
            <a:extLst>
              <a:ext uri="{FF2B5EF4-FFF2-40B4-BE49-F238E27FC236}">
                <a16:creationId xmlns:a16="http://schemas.microsoft.com/office/drawing/2014/main" id="{4A905DEE-F57A-F3A0-A1DA-A3E6F0B0A122}"/>
              </a:ext>
            </a:extLst>
          </p:cNvPr>
          <p:cNvSpPr/>
          <p:nvPr/>
        </p:nvSpPr>
        <p:spPr>
          <a:xfrm>
            <a:off x="6324600" y="3679124"/>
            <a:ext cx="5269992" cy="2813749"/>
          </a:xfrm>
          <a:prstGeom prst="roundRect">
            <a:avLst>
              <a:gd name="adj" fmla="val 7893"/>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buFont typeface="+mj-lt"/>
              <a:buAutoNum type="arabicPeriod" startAt="3"/>
            </a:pPr>
            <a:r>
              <a:rPr lang="en-US" sz="2800" dirty="0">
                <a:solidFill>
                  <a:schemeClr val="tx1"/>
                </a:solidFill>
              </a:rPr>
              <a:t>LLM trains to assign high probability to positive examples and low probability to negative examples</a:t>
            </a:r>
          </a:p>
        </p:txBody>
      </p:sp>
      <p:sp>
        <p:nvSpPr>
          <p:cNvPr id="24" name="TextBox 23">
            <a:extLst>
              <a:ext uri="{FF2B5EF4-FFF2-40B4-BE49-F238E27FC236}">
                <a16:creationId xmlns:a16="http://schemas.microsoft.com/office/drawing/2014/main" id="{7B92964B-1DE7-A462-A230-9A008A76EB1E}"/>
              </a:ext>
            </a:extLst>
          </p:cNvPr>
          <p:cNvSpPr txBox="1"/>
          <p:nvPr/>
        </p:nvSpPr>
        <p:spPr>
          <a:xfrm>
            <a:off x="10625328" y="6254496"/>
            <a:ext cx="1389888" cy="369332"/>
          </a:xfrm>
          <a:prstGeom prst="rect">
            <a:avLst/>
          </a:prstGeom>
          <a:noFill/>
        </p:spPr>
        <p:txBody>
          <a:bodyPr wrap="square" rtlCol="0">
            <a:spAutoFit/>
          </a:bodyPr>
          <a:lstStyle/>
          <a:p>
            <a:r>
              <a:rPr lang="en-US" dirty="0"/>
              <a:t>5/20</a:t>
            </a:r>
          </a:p>
        </p:txBody>
      </p:sp>
    </p:spTree>
    <p:extLst>
      <p:ext uri="{BB962C8B-B14F-4D97-AF65-F5344CB8AC3E}">
        <p14:creationId xmlns:p14="http://schemas.microsoft.com/office/powerpoint/2010/main" val="3003900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7BBB-3B31-80A0-6B87-5BAAB60EB4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8E9F4FB-BC4E-5357-AEE9-3399C617EABE}"/>
              </a:ext>
            </a:extLst>
          </p:cNvPr>
          <p:cNvSpPr/>
          <p:nvPr/>
        </p:nvSpPr>
        <p:spPr>
          <a:xfrm>
            <a:off x="0" y="-9236"/>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2CAF2585-6BA9-2027-62F6-5F6792BE72A2}"/>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8" name="Title 1">
            <a:extLst>
              <a:ext uri="{FF2B5EF4-FFF2-40B4-BE49-F238E27FC236}">
                <a16:creationId xmlns:a16="http://schemas.microsoft.com/office/drawing/2014/main" id="{23947AE9-6171-8D7D-A932-C9A20CB61503}"/>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Training adjustments</a:t>
            </a:r>
          </a:p>
        </p:txBody>
      </p:sp>
      <p:sp>
        <p:nvSpPr>
          <p:cNvPr id="2" name="TextBox 1">
            <a:extLst>
              <a:ext uri="{FF2B5EF4-FFF2-40B4-BE49-F238E27FC236}">
                <a16:creationId xmlns:a16="http://schemas.microsoft.com/office/drawing/2014/main" id="{38CEF075-B6E1-F930-C1CE-9C20422085BE}"/>
              </a:ext>
            </a:extLst>
          </p:cNvPr>
          <p:cNvSpPr txBox="1"/>
          <p:nvPr/>
        </p:nvSpPr>
        <p:spPr>
          <a:xfrm>
            <a:off x="572655" y="1690255"/>
            <a:ext cx="5107709" cy="2585323"/>
          </a:xfrm>
          <a:prstGeom prst="rect">
            <a:avLst/>
          </a:prstGeom>
          <a:noFill/>
        </p:spPr>
        <p:txBody>
          <a:bodyPr wrap="square" rtlCol="0">
            <a:spAutoFit/>
          </a:bodyPr>
          <a:lstStyle/>
          <a:p>
            <a:r>
              <a:rPr lang="en-US" dirty="0"/>
              <a:t>DPO uses </a:t>
            </a:r>
            <a:r>
              <a:rPr lang="en-US" b="1" dirty="0"/>
              <a:t>pairwise human preference data</a:t>
            </a:r>
            <a:r>
              <a:rPr lang="en-US" dirty="0"/>
              <a:t>:</a:t>
            </a:r>
          </a:p>
          <a:p>
            <a:r>
              <a:rPr lang="en-US" dirty="0"/>
              <a:t>For a prompt </a:t>
            </a:r>
            <a:r>
              <a:rPr lang="en-US" b="1" dirty="0"/>
              <a:t>x</a:t>
            </a:r>
            <a:r>
              <a:rPr lang="en-US" dirty="0"/>
              <a:t>:</a:t>
            </a:r>
          </a:p>
          <a:p>
            <a:endParaRPr lang="en-US" dirty="0"/>
          </a:p>
          <a:p>
            <a:r>
              <a:rPr lang="en-US" dirty="0" err="1"/>
              <a:t>y</a:t>
            </a:r>
            <a:r>
              <a:rPr lang="en-US" baseline="-25000" dirty="0" err="1"/>
              <a:t>w</a:t>
            </a:r>
            <a:r>
              <a:rPr lang="en-US" dirty="0"/>
              <a:t> = preferred (winning) response</a:t>
            </a:r>
          </a:p>
          <a:p>
            <a:endParaRPr lang="en-US" dirty="0"/>
          </a:p>
          <a:p>
            <a:r>
              <a:rPr lang="en-US" dirty="0" err="1"/>
              <a:t>y</a:t>
            </a:r>
            <a:r>
              <a:rPr lang="en-US" baseline="-25000" dirty="0" err="1"/>
              <a:t>l</a:t>
            </a:r>
            <a:r>
              <a:rPr lang="en-US" dirty="0"/>
              <a:t> = rejected (losing) response</a:t>
            </a:r>
          </a:p>
          <a:p>
            <a:endParaRPr lang="en-US" dirty="0"/>
          </a:p>
          <a:p>
            <a:r>
              <a:rPr lang="en-US" dirty="0"/>
              <a:t>Dataset example: (x, </a:t>
            </a:r>
            <a:r>
              <a:rPr lang="en-US" dirty="0" err="1"/>
              <a:t>y</a:t>
            </a:r>
            <a:r>
              <a:rPr lang="en-US" baseline="-25000" dirty="0" err="1"/>
              <a:t>w</a:t>
            </a:r>
            <a:r>
              <a:rPr lang="en-US" dirty="0"/>
              <a:t>, </a:t>
            </a:r>
            <a:r>
              <a:rPr lang="en-US" dirty="0" err="1"/>
              <a:t>y</a:t>
            </a:r>
            <a:r>
              <a:rPr lang="en-US" baseline="-25000" dirty="0" err="1"/>
              <a:t>l</a:t>
            </a:r>
            <a:r>
              <a:rPr lang="en-US" dirty="0"/>
              <a:t>)</a:t>
            </a:r>
          </a:p>
          <a:p>
            <a:endParaRPr lang="en-US" dirty="0"/>
          </a:p>
        </p:txBody>
      </p:sp>
      <p:sp>
        <p:nvSpPr>
          <p:cNvPr id="4" name="TextBox 3">
            <a:extLst>
              <a:ext uri="{FF2B5EF4-FFF2-40B4-BE49-F238E27FC236}">
                <a16:creationId xmlns:a16="http://schemas.microsoft.com/office/drawing/2014/main" id="{3512D193-E028-BEC1-6BED-436E208AB76D}"/>
              </a:ext>
            </a:extLst>
          </p:cNvPr>
          <p:cNvSpPr txBox="1"/>
          <p:nvPr/>
        </p:nvSpPr>
        <p:spPr>
          <a:xfrm>
            <a:off x="5985164" y="1694291"/>
            <a:ext cx="5107709" cy="2308324"/>
          </a:xfrm>
          <a:prstGeom prst="rect">
            <a:avLst/>
          </a:prstGeom>
          <a:noFill/>
        </p:spPr>
        <p:txBody>
          <a:bodyPr wrap="square" rtlCol="0">
            <a:spAutoFit/>
          </a:bodyPr>
          <a:lstStyle/>
          <a:p>
            <a:r>
              <a:rPr lang="en-US" dirty="0"/>
              <a:t>We train a new model πθ(</a:t>
            </a:r>
            <a:r>
              <a:rPr lang="en-US" dirty="0" err="1"/>
              <a:t>y|x</a:t>
            </a:r>
            <a:r>
              <a:rPr lang="en-US" dirty="0"/>
              <a:t>) that:</a:t>
            </a:r>
          </a:p>
          <a:p>
            <a:endParaRPr lang="en-US" dirty="0"/>
          </a:p>
          <a:p>
            <a:r>
              <a:rPr lang="en-US" dirty="0"/>
              <a:t>Assigns higher probability to preferred responses</a:t>
            </a:r>
          </a:p>
          <a:p>
            <a:endParaRPr lang="en-US" dirty="0"/>
          </a:p>
          <a:p>
            <a:r>
              <a:rPr lang="en-US" dirty="0"/>
              <a:t>Stays close to the original model π</a:t>
            </a:r>
            <a:r>
              <a:rPr lang="en-US" baseline="-25000" dirty="0"/>
              <a:t>ref</a:t>
            </a:r>
            <a:r>
              <a:rPr lang="en-US" dirty="0"/>
              <a:t>(</a:t>
            </a:r>
            <a:r>
              <a:rPr lang="en-US" dirty="0" err="1"/>
              <a:t>y|x</a:t>
            </a:r>
            <a:r>
              <a:rPr lang="en-US" dirty="0"/>
              <a:t>)</a:t>
            </a:r>
          </a:p>
          <a:p>
            <a:endParaRPr lang="en-US" dirty="0"/>
          </a:p>
          <a:p>
            <a:r>
              <a:rPr lang="en-US" dirty="0"/>
              <a:t>This replaces reward maximization + KL constraint in RLHF</a:t>
            </a:r>
          </a:p>
        </p:txBody>
      </p:sp>
      <p:sp>
        <p:nvSpPr>
          <p:cNvPr id="3" name="TextBox 2">
            <a:extLst>
              <a:ext uri="{FF2B5EF4-FFF2-40B4-BE49-F238E27FC236}">
                <a16:creationId xmlns:a16="http://schemas.microsoft.com/office/drawing/2014/main" id="{7AAFB7E4-7820-35CB-DD70-331AEA8C4378}"/>
              </a:ext>
            </a:extLst>
          </p:cNvPr>
          <p:cNvSpPr txBox="1"/>
          <p:nvPr/>
        </p:nvSpPr>
        <p:spPr>
          <a:xfrm>
            <a:off x="10625328" y="6254496"/>
            <a:ext cx="1389888" cy="369332"/>
          </a:xfrm>
          <a:prstGeom prst="rect">
            <a:avLst/>
          </a:prstGeom>
          <a:noFill/>
        </p:spPr>
        <p:txBody>
          <a:bodyPr wrap="square" rtlCol="0">
            <a:spAutoFit/>
          </a:bodyPr>
          <a:lstStyle/>
          <a:p>
            <a:r>
              <a:rPr lang="en-US" dirty="0"/>
              <a:t>6/20</a:t>
            </a:r>
          </a:p>
        </p:txBody>
      </p:sp>
    </p:spTree>
    <p:extLst>
      <p:ext uri="{BB962C8B-B14F-4D97-AF65-F5344CB8AC3E}">
        <p14:creationId xmlns:p14="http://schemas.microsoft.com/office/powerpoint/2010/main" val="3802882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F7FA-8984-04B4-861A-1983E512D01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BF3AA66-DD87-10AC-0522-B009F5797AF6}"/>
              </a:ext>
            </a:extLst>
          </p:cNvPr>
          <p:cNvSpPr/>
          <p:nvPr/>
        </p:nvSpPr>
        <p:spPr>
          <a:xfrm>
            <a:off x="0" y="-9236"/>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872448BF-168A-F9BE-02E9-E61D4B91C0E0}"/>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8" name="Title 1">
            <a:extLst>
              <a:ext uri="{FF2B5EF4-FFF2-40B4-BE49-F238E27FC236}">
                <a16:creationId xmlns:a16="http://schemas.microsoft.com/office/drawing/2014/main" id="{4BED488B-A7BE-4633-301F-B46D8297FBDF}"/>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Core DPO Loss Function</a:t>
            </a:r>
          </a:p>
        </p:txBody>
      </p:sp>
      <p:sp>
        <p:nvSpPr>
          <p:cNvPr id="2" name="TextBox 1">
            <a:extLst>
              <a:ext uri="{FF2B5EF4-FFF2-40B4-BE49-F238E27FC236}">
                <a16:creationId xmlns:a16="http://schemas.microsoft.com/office/drawing/2014/main" id="{8C4550A8-65E2-B643-3C0E-7818A70D4B7E}"/>
              </a:ext>
            </a:extLst>
          </p:cNvPr>
          <p:cNvSpPr txBox="1"/>
          <p:nvPr/>
        </p:nvSpPr>
        <p:spPr>
          <a:xfrm>
            <a:off x="678337" y="1690255"/>
            <a:ext cx="5002027" cy="369332"/>
          </a:xfrm>
          <a:prstGeom prst="rect">
            <a:avLst/>
          </a:prstGeom>
          <a:noFill/>
        </p:spPr>
        <p:txBody>
          <a:bodyPr wrap="square" rtlCol="0">
            <a:spAutoFit/>
          </a:bodyPr>
          <a:lstStyle/>
          <a:p>
            <a:r>
              <a:rPr lang="en-US" dirty="0"/>
              <a:t>For each preference pair (x, </a:t>
            </a:r>
            <a:r>
              <a:rPr lang="en-US" dirty="0" err="1"/>
              <a:t>y</a:t>
            </a:r>
            <a:r>
              <a:rPr lang="en-US" baseline="-25000" dirty="0" err="1"/>
              <a:t>w</a:t>
            </a:r>
            <a:r>
              <a:rPr lang="en-US" dirty="0"/>
              <a:t>, </a:t>
            </a:r>
            <a:r>
              <a:rPr lang="en-US" dirty="0" err="1"/>
              <a:t>y</a:t>
            </a:r>
            <a:r>
              <a:rPr lang="en-US" baseline="-25000" dirty="0" err="1"/>
              <a:t>l</a:t>
            </a:r>
            <a:r>
              <a:rPr lang="en-US" dirty="0"/>
              <a:t>):</a:t>
            </a:r>
          </a:p>
        </p:txBody>
      </p:sp>
      <p:pic>
        <p:nvPicPr>
          <p:cNvPr id="5" name="Picture 4">
            <a:extLst>
              <a:ext uri="{FF2B5EF4-FFF2-40B4-BE49-F238E27FC236}">
                <a16:creationId xmlns:a16="http://schemas.microsoft.com/office/drawing/2014/main" id="{829A5CA9-4D38-5CB5-A656-CB3EB983E220}"/>
              </a:ext>
            </a:extLst>
          </p:cNvPr>
          <p:cNvPicPr>
            <a:picLocks noChangeAspect="1"/>
          </p:cNvPicPr>
          <p:nvPr/>
        </p:nvPicPr>
        <p:blipFill>
          <a:blip r:embed="rId2"/>
          <a:stretch>
            <a:fillRect/>
          </a:stretch>
        </p:blipFill>
        <p:spPr>
          <a:xfrm>
            <a:off x="678337" y="2466841"/>
            <a:ext cx="9745435" cy="962159"/>
          </a:xfrm>
          <a:prstGeom prst="rect">
            <a:avLst/>
          </a:prstGeom>
        </p:spPr>
      </p:pic>
      <p:sp>
        <p:nvSpPr>
          <p:cNvPr id="7" name="TextBox 6">
            <a:extLst>
              <a:ext uri="{FF2B5EF4-FFF2-40B4-BE49-F238E27FC236}">
                <a16:creationId xmlns:a16="http://schemas.microsoft.com/office/drawing/2014/main" id="{28105DA1-C08F-E423-2319-E321DE40DF67}"/>
              </a:ext>
            </a:extLst>
          </p:cNvPr>
          <p:cNvSpPr txBox="1"/>
          <p:nvPr/>
        </p:nvSpPr>
        <p:spPr>
          <a:xfrm>
            <a:off x="678338" y="4396509"/>
            <a:ext cx="5805590" cy="1477328"/>
          </a:xfrm>
          <a:prstGeom prst="rect">
            <a:avLst/>
          </a:prstGeom>
          <a:noFill/>
        </p:spPr>
        <p:txBody>
          <a:bodyPr wrap="square" rtlCol="0">
            <a:spAutoFit/>
          </a:bodyPr>
          <a:lstStyle/>
          <a:p>
            <a:r>
              <a:rPr lang="en-US" dirty="0"/>
              <a:t>Where:</a:t>
            </a:r>
          </a:p>
          <a:p>
            <a:endParaRPr lang="en-US" dirty="0"/>
          </a:p>
          <a:p>
            <a:r>
              <a:rPr lang="en-US" dirty="0"/>
              <a:t>σ = sigmoid function</a:t>
            </a:r>
          </a:p>
          <a:p>
            <a:endParaRPr lang="en-US" dirty="0"/>
          </a:p>
          <a:p>
            <a:r>
              <a:rPr lang="en-US" dirty="0"/>
              <a:t>β = temperature (controls strength of preference learning)</a:t>
            </a:r>
          </a:p>
        </p:txBody>
      </p:sp>
      <p:sp>
        <p:nvSpPr>
          <p:cNvPr id="9" name="TextBox 8">
            <a:extLst>
              <a:ext uri="{FF2B5EF4-FFF2-40B4-BE49-F238E27FC236}">
                <a16:creationId xmlns:a16="http://schemas.microsoft.com/office/drawing/2014/main" id="{DCA3A034-4C71-24D8-0DB3-183160B1CA67}"/>
              </a:ext>
            </a:extLst>
          </p:cNvPr>
          <p:cNvSpPr txBox="1"/>
          <p:nvPr/>
        </p:nvSpPr>
        <p:spPr>
          <a:xfrm>
            <a:off x="6927273" y="3550748"/>
            <a:ext cx="4780353" cy="2585323"/>
          </a:xfrm>
          <a:prstGeom prst="rect">
            <a:avLst/>
          </a:prstGeom>
          <a:noFill/>
        </p:spPr>
        <p:txBody>
          <a:bodyPr wrap="square" rtlCol="0">
            <a:spAutoFit/>
          </a:bodyPr>
          <a:lstStyle/>
          <a:p>
            <a:r>
              <a:rPr lang="en-US" dirty="0"/>
              <a:t>DPO increases the probability of the preferred answer relative to the base model.</a:t>
            </a:r>
          </a:p>
          <a:p>
            <a:endParaRPr lang="en-US" dirty="0"/>
          </a:p>
          <a:p>
            <a:r>
              <a:rPr lang="en-US" dirty="0"/>
              <a:t>It compares how much the new model prefers winner over loser vs how much the old model preferred winner over loser</a:t>
            </a:r>
          </a:p>
          <a:p>
            <a:endParaRPr lang="en-US" dirty="0"/>
          </a:p>
          <a:p>
            <a:r>
              <a:rPr lang="en-US" dirty="0"/>
              <a:t>So, we only adjust behavior where humans disagree with the base model</a:t>
            </a:r>
          </a:p>
        </p:txBody>
      </p:sp>
      <p:sp>
        <p:nvSpPr>
          <p:cNvPr id="3" name="TextBox 2">
            <a:extLst>
              <a:ext uri="{FF2B5EF4-FFF2-40B4-BE49-F238E27FC236}">
                <a16:creationId xmlns:a16="http://schemas.microsoft.com/office/drawing/2014/main" id="{A1D3223C-C354-A771-9067-CED532AD59B2}"/>
              </a:ext>
            </a:extLst>
          </p:cNvPr>
          <p:cNvSpPr txBox="1"/>
          <p:nvPr/>
        </p:nvSpPr>
        <p:spPr>
          <a:xfrm>
            <a:off x="10625328" y="6254496"/>
            <a:ext cx="1389888" cy="369332"/>
          </a:xfrm>
          <a:prstGeom prst="rect">
            <a:avLst/>
          </a:prstGeom>
          <a:noFill/>
        </p:spPr>
        <p:txBody>
          <a:bodyPr wrap="square" rtlCol="0">
            <a:spAutoFit/>
          </a:bodyPr>
          <a:lstStyle/>
          <a:p>
            <a:r>
              <a:rPr lang="en-US" dirty="0"/>
              <a:t>7/20</a:t>
            </a:r>
          </a:p>
        </p:txBody>
      </p:sp>
    </p:spTree>
    <p:extLst>
      <p:ext uri="{BB962C8B-B14F-4D97-AF65-F5344CB8AC3E}">
        <p14:creationId xmlns:p14="http://schemas.microsoft.com/office/powerpoint/2010/main" val="48561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4F595-AD10-7F4C-CE10-B3036864F6C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FA25F42-A9A1-C520-54A3-59BEEBA6D0A9}"/>
              </a:ext>
            </a:extLst>
          </p:cNvPr>
          <p:cNvSpPr/>
          <p:nvPr/>
        </p:nvSpPr>
        <p:spPr>
          <a:xfrm>
            <a:off x="0" y="-9236"/>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BA914247-D292-F129-072D-63297C470595}"/>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8" name="Title 1">
            <a:extLst>
              <a:ext uri="{FF2B5EF4-FFF2-40B4-BE49-F238E27FC236}">
                <a16:creationId xmlns:a16="http://schemas.microsoft.com/office/drawing/2014/main" id="{249E4145-8AA8-4429-1EE5-B9BA0C0359A8}"/>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Key Observations</a:t>
            </a:r>
          </a:p>
        </p:txBody>
      </p:sp>
      <p:sp>
        <p:nvSpPr>
          <p:cNvPr id="2" name="TextBox 1">
            <a:extLst>
              <a:ext uri="{FF2B5EF4-FFF2-40B4-BE49-F238E27FC236}">
                <a16:creationId xmlns:a16="http://schemas.microsoft.com/office/drawing/2014/main" id="{35BFD6BE-B8D3-6F6D-99CD-000853AFCC0A}"/>
              </a:ext>
            </a:extLst>
          </p:cNvPr>
          <p:cNvSpPr txBox="1"/>
          <p:nvPr/>
        </p:nvSpPr>
        <p:spPr>
          <a:xfrm>
            <a:off x="678337" y="1690255"/>
            <a:ext cx="5002027" cy="2031325"/>
          </a:xfrm>
          <a:prstGeom prst="rect">
            <a:avLst/>
          </a:prstGeom>
          <a:noFill/>
        </p:spPr>
        <p:txBody>
          <a:bodyPr wrap="square" rtlCol="0">
            <a:spAutoFit/>
          </a:bodyPr>
          <a:lstStyle/>
          <a:p>
            <a:r>
              <a:rPr lang="en-US" b="1" dirty="0"/>
              <a:t>Why it works</a:t>
            </a:r>
          </a:p>
          <a:p>
            <a:pPr marL="285750" indent="-285750">
              <a:buFont typeface="Arial" panose="020B0604020202020204" pitchFamily="34" charset="0"/>
              <a:buChar char="•"/>
            </a:pPr>
            <a:r>
              <a:rPr lang="en-US" dirty="0"/>
              <a:t>No reward model needed</a:t>
            </a:r>
          </a:p>
          <a:p>
            <a:pPr marL="285750" indent="-285750">
              <a:buFont typeface="Arial" panose="020B0604020202020204" pitchFamily="34" charset="0"/>
              <a:buChar char="•"/>
            </a:pPr>
            <a:r>
              <a:rPr lang="en-US" dirty="0"/>
              <a:t>No sampling loop</a:t>
            </a:r>
          </a:p>
          <a:p>
            <a:pPr marL="285750" indent="-285750">
              <a:buFont typeface="Arial" panose="020B0604020202020204" pitchFamily="34" charset="0"/>
              <a:buChar char="•"/>
            </a:pPr>
            <a:r>
              <a:rPr lang="en-US" dirty="0"/>
              <a:t>No PPO or policy gradients</a:t>
            </a:r>
          </a:p>
          <a:p>
            <a:pPr marL="285750" indent="-285750">
              <a:buFont typeface="Arial" panose="020B0604020202020204" pitchFamily="34" charset="0"/>
              <a:buChar char="•"/>
            </a:pPr>
            <a:r>
              <a:rPr lang="en-US" dirty="0"/>
              <a:t>Training becomes: Standard gradient descent on a classification-style loss</a:t>
            </a:r>
          </a:p>
          <a:p>
            <a:pPr marL="285750" indent="-285750">
              <a:buFont typeface="Arial" panose="020B0604020202020204" pitchFamily="34" charset="0"/>
              <a:buChar char="•"/>
            </a:pPr>
            <a:r>
              <a:rPr lang="en-US" dirty="0"/>
              <a:t>Much simpler and more stable than RLHF</a:t>
            </a:r>
          </a:p>
        </p:txBody>
      </p:sp>
      <p:sp>
        <p:nvSpPr>
          <p:cNvPr id="7" name="TextBox 6">
            <a:extLst>
              <a:ext uri="{FF2B5EF4-FFF2-40B4-BE49-F238E27FC236}">
                <a16:creationId xmlns:a16="http://schemas.microsoft.com/office/drawing/2014/main" id="{27A5A0C6-5070-ACC6-FF17-6899394E280C}"/>
              </a:ext>
            </a:extLst>
          </p:cNvPr>
          <p:cNvSpPr txBox="1"/>
          <p:nvPr/>
        </p:nvSpPr>
        <p:spPr>
          <a:xfrm>
            <a:off x="6677901" y="1690255"/>
            <a:ext cx="4837543" cy="1477328"/>
          </a:xfrm>
          <a:prstGeom prst="rect">
            <a:avLst/>
          </a:prstGeom>
          <a:noFill/>
        </p:spPr>
        <p:txBody>
          <a:bodyPr wrap="square" rtlCol="0">
            <a:spAutoFit/>
          </a:bodyPr>
          <a:lstStyle/>
          <a:p>
            <a:r>
              <a:rPr lang="en-US" b="1" dirty="0"/>
              <a:t>Benefits</a:t>
            </a:r>
          </a:p>
          <a:p>
            <a:pPr marL="285750" indent="-285750">
              <a:buFont typeface="Arial" panose="020B0604020202020204" pitchFamily="34" charset="0"/>
              <a:buChar char="•"/>
            </a:pPr>
            <a:r>
              <a:rPr lang="en-US" dirty="0"/>
              <a:t>Simpler training pipeline</a:t>
            </a:r>
          </a:p>
          <a:p>
            <a:pPr marL="285750" indent="-285750">
              <a:buFont typeface="Arial" panose="020B0604020202020204" pitchFamily="34" charset="0"/>
              <a:buChar char="•"/>
            </a:pPr>
            <a:r>
              <a:rPr lang="en-US" dirty="0"/>
              <a:t>More stable optimization </a:t>
            </a:r>
          </a:p>
          <a:p>
            <a:pPr marL="285750" indent="-285750">
              <a:buFont typeface="Arial" panose="020B0604020202020204" pitchFamily="34" charset="0"/>
              <a:buChar char="•"/>
            </a:pPr>
            <a:r>
              <a:rPr lang="en-US" dirty="0"/>
              <a:t>Lower compute cost </a:t>
            </a:r>
          </a:p>
          <a:p>
            <a:pPr marL="285750" indent="-285750">
              <a:buFont typeface="Arial" panose="020B0604020202020204" pitchFamily="34" charset="0"/>
              <a:buChar char="•"/>
            </a:pPr>
            <a:r>
              <a:rPr lang="en-US" dirty="0"/>
              <a:t>Competitive or better performance vs RLHF</a:t>
            </a:r>
          </a:p>
        </p:txBody>
      </p:sp>
      <p:sp>
        <p:nvSpPr>
          <p:cNvPr id="9" name="TextBox 8">
            <a:extLst>
              <a:ext uri="{FF2B5EF4-FFF2-40B4-BE49-F238E27FC236}">
                <a16:creationId xmlns:a16="http://schemas.microsoft.com/office/drawing/2014/main" id="{572D5C28-BC2B-9A98-B3D2-C93807597E41}"/>
              </a:ext>
            </a:extLst>
          </p:cNvPr>
          <p:cNvSpPr txBox="1"/>
          <p:nvPr/>
        </p:nvSpPr>
        <p:spPr>
          <a:xfrm>
            <a:off x="678337" y="5157873"/>
            <a:ext cx="11029290" cy="1200329"/>
          </a:xfrm>
          <a:prstGeom prst="rect">
            <a:avLst/>
          </a:prstGeom>
          <a:noFill/>
        </p:spPr>
        <p:txBody>
          <a:bodyPr wrap="square" rtlCol="0">
            <a:spAutoFit/>
          </a:bodyPr>
          <a:lstStyle/>
          <a:p>
            <a:pPr algn="ctr"/>
            <a:r>
              <a:rPr lang="en-US" b="1" dirty="0"/>
              <a:t>Big Takeaway</a:t>
            </a:r>
          </a:p>
          <a:p>
            <a:pPr algn="ctr"/>
            <a:r>
              <a:rPr lang="en-US" dirty="0"/>
              <a:t>DPO reframes alignment as:</a:t>
            </a:r>
          </a:p>
          <a:p>
            <a:pPr algn="ctr"/>
            <a:r>
              <a:rPr lang="en-US" dirty="0"/>
              <a:t>"Make preferred answers more likely than rejected ones — relative to the original model."</a:t>
            </a:r>
          </a:p>
          <a:p>
            <a:pPr algn="ctr"/>
            <a:r>
              <a:rPr lang="en-US" dirty="0"/>
              <a:t>A clean, direct alternative to reward modeling and reinforcement learning.</a:t>
            </a:r>
          </a:p>
        </p:txBody>
      </p:sp>
      <p:sp>
        <p:nvSpPr>
          <p:cNvPr id="3" name="TextBox 2">
            <a:extLst>
              <a:ext uri="{FF2B5EF4-FFF2-40B4-BE49-F238E27FC236}">
                <a16:creationId xmlns:a16="http://schemas.microsoft.com/office/drawing/2014/main" id="{71B98723-A412-9FCB-F33E-9661D976EDC3}"/>
              </a:ext>
            </a:extLst>
          </p:cNvPr>
          <p:cNvSpPr txBox="1"/>
          <p:nvPr/>
        </p:nvSpPr>
        <p:spPr>
          <a:xfrm>
            <a:off x="10625328" y="6254496"/>
            <a:ext cx="1389888" cy="369332"/>
          </a:xfrm>
          <a:prstGeom prst="rect">
            <a:avLst/>
          </a:prstGeom>
          <a:noFill/>
        </p:spPr>
        <p:txBody>
          <a:bodyPr wrap="square" rtlCol="0">
            <a:spAutoFit/>
          </a:bodyPr>
          <a:lstStyle/>
          <a:p>
            <a:r>
              <a:rPr lang="en-US" dirty="0"/>
              <a:t>8/20</a:t>
            </a:r>
          </a:p>
        </p:txBody>
      </p:sp>
    </p:spTree>
    <p:extLst>
      <p:ext uri="{BB962C8B-B14F-4D97-AF65-F5344CB8AC3E}">
        <p14:creationId xmlns:p14="http://schemas.microsoft.com/office/powerpoint/2010/main" val="3497536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6BAD-7F81-0116-48B0-A741BD904F4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DE817C4-7787-5EC9-E3C2-3E8A1F6640C5}"/>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C5870EE-015B-2312-3942-1FC1A315FE92}"/>
              </a:ext>
            </a:extLst>
          </p:cNvPr>
          <p:cNvPicPr>
            <a:picLocks noChangeAspect="1"/>
          </p:cNvPicPr>
          <p:nvPr/>
        </p:nvPicPr>
        <p:blipFill>
          <a:blip r:embed="rId2"/>
          <a:stretch>
            <a:fillRect/>
          </a:stretch>
        </p:blipFill>
        <p:spPr>
          <a:xfrm>
            <a:off x="1257300" y="1832449"/>
            <a:ext cx="9511541" cy="4660426"/>
          </a:xfrm>
          <a:prstGeom prst="rect">
            <a:avLst/>
          </a:prstGeom>
        </p:spPr>
      </p:pic>
      <p:sp>
        <p:nvSpPr>
          <p:cNvPr id="6" name="Title 1">
            <a:extLst>
              <a:ext uri="{FF2B5EF4-FFF2-40B4-BE49-F238E27FC236}">
                <a16:creationId xmlns:a16="http://schemas.microsoft.com/office/drawing/2014/main" id="{3409FE34-AD28-70EB-AA61-AFAD2B3B5A81}"/>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8" name="Title 1">
            <a:extLst>
              <a:ext uri="{FF2B5EF4-FFF2-40B4-BE49-F238E27FC236}">
                <a16:creationId xmlns:a16="http://schemas.microsoft.com/office/drawing/2014/main" id="{0F1FB782-C0B6-075B-B208-369225C09E89}"/>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Performance</a:t>
            </a:r>
          </a:p>
        </p:txBody>
      </p:sp>
      <p:sp>
        <p:nvSpPr>
          <p:cNvPr id="2" name="TextBox 1">
            <a:extLst>
              <a:ext uri="{FF2B5EF4-FFF2-40B4-BE49-F238E27FC236}">
                <a16:creationId xmlns:a16="http://schemas.microsoft.com/office/drawing/2014/main" id="{1118964F-F6CE-3823-48BC-AF78E50F02EA}"/>
              </a:ext>
            </a:extLst>
          </p:cNvPr>
          <p:cNvSpPr txBox="1"/>
          <p:nvPr/>
        </p:nvSpPr>
        <p:spPr>
          <a:xfrm>
            <a:off x="10625328" y="6254496"/>
            <a:ext cx="1389888" cy="369332"/>
          </a:xfrm>
          <a:prstGeom prst="rect">
            <a:avLst/>
          </a:prstGeom>
          <a:noFill/>
        </p:spPr>
        <p:txBody>
          <a:bodyPr wrap="square" rtlCol="0">
            <a:spAutoFit/>
          </a:bodyPr>
          <a:lstStyle/>
          <a:p>
            <a:r>
              <a:rPr lang="en-US" dirty="0"/>
              <a:t>9/20</a:t>
            </a:r>
          </a:p>
        </p:txBody>
      </p:sp>
    </p:spTree>
    <p:extLst>
      <p:ext uri="{BB962C8B-B14F-4D97-AF65-F5344CB8AC3E}">
        <p14:creationId xmlns:p14="http://schemas.microsoft.com/office/powerpoint/2010/main" val="459147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E1BE-B742-C4DE-6C01-EE48067D32D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A3D8FD9-120E-6DB2-683B-BC309D20FAA0}"/>
              </a:ext>
            </a:extLst>
          </p:cNvPr>
          <p:cNvSpPr/>
          <p:nvPr/>
        </p:nvSpPr>
        <p:spPr>
          <a:xfrm>
            <a:off x="0" y="0"/>
            <a:ext cx="12192000" cy="6858000"/>
          </a:xfrm>
          <a:prstGeom prst="rect">
            <a:avLst/>
          </a:prstGeom>
          <a:gradFill flip="none" rotWithShape="1">
            <a:gsLst>
              <a:gs pos="0">
                <a:schemeClr val="accent1"/>
              </a:gs>
              <a:gs pos="50000">
                <a:srgbClr val="156082">
                  <a:tint val="44500"/>
                  <a:satMod val="160000"/>
                </a:srgbClr>
              </a:gs>
              <a:gs pos="100000">
                <a:srgbClr val="156082">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34DCD37-0D22-673D-B2EB-FFEDFABC2B66}"/>
              </a:ext>
            </a:extLst>
          </p:cNvPr>
          <p:cNvPicPr>
            <a:picLocks noChangeAspect="1"/>
          </p:cNvPicPr>
          <p:nvPr/>
        </p:nvPicPr>
        <p:blipFill>
          <a:blip r:embed="rId2"/>
          <a:stretch>
            <a:fillRect/>
          </a:stretch>
        </p:blipFill>
        <p:spPr>
          <a:xfrm>
            <a:off x="733425" y="1690688"/>
            <a:ext cx="10083025" cy="4946701"/>
          </a:xfrm>
          <a:prstGeom prst="rect">
            <a:avLst/>
          </a:prstGeom>
        </p:spPr>
      </p:pic>
      <p:sp>
        <p:nvSpPr>
          <p:cNvPr id="6" name="Title 1">
            <a:extLst>
              <a:ext uri="{FF2B5EF4-FFF2-40B4-BE49-F238E27FC236}">
                <a16:creationId xmlns:a16="http://schemas.microsoft.com/office/drawing/2014/main" id="{1674131C-58AD-522F-2C84-D0BBB22F85F7}"/>
              </a:ext>
            </a:extLst>
          </p:cNvPr>
          <p:cNvSpPr>
            <a:spLocks noGrp="1"/>
          </p:cNvSpPr>
          <p:nvPr>
            <p:ph type="title"/>
          </p:nvPr>
        </p:nvSpPr>
        <p:spPr>
          <a:xfrm>
            <a:off x="0" y="1"/>
            <a:ext cx="11353800" cy="369454"/>
          </a:xfrm>
        </p:spPr>
        <p:txBody>
          <a:bodyPr>
            <a:noAutofit/>
          </a:bodyPr>
          <a:lstStyle/>
          <a:p>
            <a:r>
              <a:rPr lang="en-US" sz="1100" dirty="0"/>
              <a:t>Direct Preference Optimization: Your Language Model is Secretly a Reward Model </a:t>
            </a:r>
          </a:p>
        </p:txBody>
      </p:sp>
      <p:sp>
        <p:nvSpPr>
          <p:cNvPr id="8" name="Title 1">
            <a:extLst>
              <a:ext uri="{FF2B5EF4-FFF2-40B4-BE49-F238E27FC236}">
                <a16:creationId xmlns:a16="http://schemas.microsoft.com/office/drawing/2014/main" id="{9BE0DE71-0998-D9F6-DAB6-E7450D36390B}"/>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Performance</a:t>
            </a:r>
          </a:p>
        </p:txBody>
      </p:sp>
      <p:sp>
        <p:nvSpPr>
          <p:cNvPr id="2" name="TextBox 1">
            <a:extLst>
              <a:ext uri="{FF2B5EF4-FFF2-40B4-BE49-F238E27FC236}">
                <a16:creationId xmlns:a16="http://schemas.microsoft.com/office/drawing/2014/main" id="{394D8CAB-0719-6D48-E017-DB2398132839}"/>
              </a:ext>
            </a:extLst>
          </p:cNvPr>
          <p:cNvSpPr txBox="1"/>
          <p:nvPr/>
        </p:nvSpPr>
        <p:spPr>
          <a:xfrm>
            <a:off x="10625328" y="6254496"/>
            <a:ext cx="1389888" cy="369332"/>
          </a:xfrm>
          <a:prstGeom prst="rect">
            <a:avLst/>
          </a:prstGeom>
          <a:noFill/>
        </p:spPr>
        <p:txBody>
          <a:bodyPr wrap="square" rtlCol="0">
            <a:spAutoFit/>
          </a:bodyPr>
          <a:lstStyle/>
          <a:p>
            <a:r>
              <a:rPr lang="en-US" dirty="0"/>
              <a:t>10/20</a:t>
            </a:r>
          </a:p>
        </p:txBody>
      </p:sp>
    </p:spTree>
    <p:extLst>
      <p:ext uri="{BB962C8B-B14F-4D97-AF65-F5344CB8AC3E}">
        <p14:creationId xmlns:p14="http://schemas.microsoft.com/office/powerpoint/2010/main" val="4001386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5549-C58F-6D31-E9FE-3B2D076EB5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F990E1-CB2E-71A1-FB0D-5C4156E41FFF}"/>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D8925D-9582-89CE-42CA-03F823205B19}"/>
              </a:ext>
            </a:extLst>
          </p:cNvPr>
          <p:cNvSpPr>
            <a:spLocks noGrp="1"/>
          </p:cNvSpPr>
          <p:nvPr>
            <p:ph idx="1"/>
          </p:nvPr>
        </p:nvSpPr>
        <p:spPr/>
        <p:txBody>
          <a:bodyPr/>
          <a:lstStyle/>
          <a:p>
            <a:r>
              <a:rPr lang="en-US" dirty="0"/>
              <a:t>A novel approach to aligning large language models with human preferences based on prospect theory — a cognitive model of human decision-making that explains how humans perceive risk, value, and utility in a biased but consistent way.</a:t>
            </a:r>
          </a:p>
          <a:p>
            <a:endParaRPr lang="en-US" dirty="0"/>
          </a:p>
          <a:p>
            <a:r>
              <a:rPr lang="en-US" dirty="0"/>
              <a:t>Traditional alignment methods like RLHF and DPO succeed partly because they incorporate human decision biases, but they implicitly define human utility in ways that differ from how humans actually evaluate outcomes. The KTO paper builds on this insight.</a:t>
            </a:r>
          </a:p>
        </p:txBody>
      </p:sp>
      <p:sp>
        <p:nvSpPr>
          <p:cNvPr id="5" name="Title 1">
            <a:extLst>
              <a:ext uri="{FF2B5EF4-FFF2-40B4-BE49-F238E27FC236}">
                <a16:creationId xmlns:a16="http://schemas.microsoft.com/office/drawing/2014/main" id="{4B11EDE5-D97B-2481-E948-59E7D2EE3574}"/>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A35248E8-3C6A-E122-B1A4-78056055C0FB}"/>
              </a:ext>
            </a:extLst>
          </p:cNvPr>
          <p:cNvSpPr txBox="1">
            <a:spLocks/>
          </p:cNvSpPr>
          <p:nvPr/>
        </p:nvSpPr>
        <p:spPr>
          <a:xfrm>
            <a:off x="833581" y="447962"/>
            <a:ext cx="10515600" cy="8820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t>KTO: Prospect Theoretic Optimization for Model Alignment</a:t>
            </a:r>
          </a:p>
        </p:txBody>
      </p:sp>
      <p:sp>
        <p:nvSpPr>
          <p:cNvPr id="2" name="TextBox 1">
            <a:extLst>
              <a:ext uri="{FF2B5EF4-FFF2-40B4-BE49-F238E27FC236}">
                <a16:creationId xmlns:a16="http://schemas.microsoft.com/office/drawing/2014/main" id="{34F7B0FA-B88F-1E4A-57E4-4858D8C884CA}"/>
              </a:ext>
            </a:extLst>
          </p:cNvPr>
          <p:cNvSpPr txBox="1"/>
          <p:nvPr/>
        </p:nvSpPr>
        <p:spPr>
          <a:xfrm>
            <a:off x="10625328" y="6254496"/>
            <a:ext cx="1389888" cy="369332"/>
          </a:xfrm>
          <a:prstGeom prst="rect">
            <a:avLst/>
          </a:prstGeom>
          <a:noFill/>
        </p:spPr>
        <p:txBody>
          <a:bodyPr wrap="square" rtlCol="0">
            <a:spAutoFit/>
          </a:bodyPr>
          <a:lstStyle/>
          <a:p>
            <a:r>
              <a:rPr lang="en-US" dirty="0"/>
              <a:t>11/20</a:t>
            </a:r>
          </a:p>
        </p:txBody>
      </p:sp>
    </p:spTree>
    <p:extLst>
      <p:ext uri="{BB962C8B-B14F-4D97-AF65-F5344CB8AC3E}">
        <p14:creationId xmlns:p14="http://schemas.microsoft.com/office/powerpoint/2010/main" val="1796135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789C5-0328-F3DA-7033-A772CF06057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D593B9B-9D8D-2900-51F9-3E3004DD278E}"/>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15DD0F6-1823-A894-F889-92C1D23394D3}"/>
              </a:ext>
            </a:extLst>
          </p:cNvPr>
          <p:cNvSpPr>
            <a:spLocks noGrp="1"/>
          </p:cNvSpPr>
          <p:nvPr>
            <p:ph idx="1"/>
          </p:nvPr>
        </p:nvSpPr>
        <p:spPr/>
        <p:txBody>
          <a:bodyPr/>
          <a:lstStyle/>
          <a:p>
            <a:r>
              <a:rPr lang="en-US" dirty="0"/>
              <a:t>Prospect theory explains why, when faced with an uncertain event, humans make decisions that do not maximize their expected value.</a:t>
            </a:r>
          </a:p>
          <a:p>
            <a:endParaRPr lang="en-US" dirty="0"/>
          </a:p>
          <a:p>
            <a:r>
              <a:rPr lang="en-US" dirty="0"/>
              <a:t>Gamble: $100 with 80% and $0 with 20%.</a:t>
            </a:r>
          </a:p>
          <a:p>
            <a:pPr marL="0" indent="0">
              <a:buNone/>
            </a:pPr>
            <a:r>
              <a:rPr lang="en-US" dirty="0"/>
              <a:t>A person might prefer $60 for 100% even though the expected return if they gambled was $80 as they might be loss-averse. </a:t>
            </a:r>
          </a:p>
        </p:txBody>
      </p:sp>
      <p:sp>
        <p:nvSpPr>
          <p:cNvPr id="5" name="Title 1">
            <a:extLst>
              <a:ext uri="{FF2B5EF4-FFF2-40B4-BE49-F238E27FC236}">
                <a16:creationId xmlns:a16="http://schemas.microsoft.com/office/drawing/2014/main" id="{23D4F1FF-2F00-3972-A5ED-ED1BF97E554D}"/>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F4859E9B-FC32-4A78-1E51-2EBC1D376175}"/>
              </a:ext>
            </a:extLst>
          </p:cNvPr>
          <p:cNvSpPr txBox="1">
            <a:spLocks/>
          </p:cNvSpPr>
          <p:nvPr/>
        </p:nvSpPr>
        <p:spPr>
          <a:xfrm>
            <a:off x="833581" y="447962"/>
            <a:ext cx="10515600" cy="8820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t>Prospect Theory</a:t>
            </a:r>
          </a:p>
        </p:txBody>
      </p:sp>
      <p:sp>
        <p:nvSpPr>
          <p:cNvPr id="2" name="TextBox 1">
            <a:extLst>
              <a:ext uri="{FF2B5EF4-FFF2-40B4-BE49-F238E27FC236}">
                <a16:creationId xmlns:a16="http://schemas.microsoft.com/office/drawing/2014/main" id="{C022FCDF-C181-2339-279B-AA43A9DAD6A1}"/>
              </a:ext>
            </a:extLst>
          </p:cNvPr>
          <p:cNvSpPr txBox="1"/>
          <p:nvPr/>
        </p:nvSpPr>
        <p:spPr>
          <a:xfrm>
            <a:off x="10625328" y="6254496"/>
            <a:ext cx="1389888" cy="369332"/>
          </a:xfrm>
          <a:prstGeom prst="rect">
            <a:avLst/>
          </a:prstGeom>
          <a:noFill/>
        </p:spPr>
        <p:txBody>
          <a:bodyPr wrap="square" rtlCol="0">
            <a:spAutoFit/>
          </a:bodyPr>
          <a:lstStyle/>
          <a:p>
            <a:r>
              <a:rPr lang="en-US" dirty="0"/>
              <a:t>12/20</a:t>
            </a:r>
          </a:p>
        </p:txBody>
      </p:sp>
    </p:spTree>
    <p:extLst>
      <p:ext uri="{BB962C8B-B14F-4D97-AF65-F5344CB8AC3E}">
        <p14:creationId xmlns:p14="http://schemas.microsoft.com/office/powerpoint/2010/main" val="4090767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E8B1-56C1-BA22-74C7-F237AEBE9B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24DE824-FA56-33F5-9D96-8F9031FA30A3}"/>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B2F664-CEBA-C75D-3C6A-AFCCD2137942}"/>
              </a:ext>
            </a:extLst>
          </p:cNvPr>
          <p:cNvSpPr>
            <a:spLocks noGrp="1"/>
          </p:cNvSpPr>
          <p:nvPr>
            <p:ph idx="1"/>
          </p:nvPr>
        </p:nvSpPr>
        <p:spPr/>
        <p:txBody>
          <a:bodyPr/>
          <a:lstStyle/>
          <a:p>
            <a:r>
              <a:rPr lang="en-US" dirty="0"/>
              <a:t>A value function maps an outcome 𝑧, relative to reference point 𝑧0, to its perceived (subjective) value.</a:t>
            </a:r>
          </a:p>
          <a:p>
            <a:r>
              <a:rPr lang="en-US" dirty="0"/>
              <a:t>Tversky and Kahneman proposed the following functional form for human value:</a:t>
            </a:r>
          </a:p>
          <a:p>
            <a:endParaRPr lang="en-US" dirty="0"/>
          </a:p>
          <a:p>
            <a:endParaRPr lang="en-US" dirty="0"/>
          </a:p>
          <a:p>
            <a:endParaRPr lang="en-US" dirty="0"/>
          </a:p>
          <a:p>
            <a:pPr marL="0" indent="0">
              <a:buNone/>
            </a:pPr>
            <a:r>
              <a:rPr lang="en-US" dirty="0"/>
              <a:t>𝛼 controls the curvature of the function (risk aversion)</a:t>
            </a:r>
          </a:p>
          <a:p>
            <a:pPr marL="0" indent="0">
              <a:buNone/>
            </a:pPr>
            <a:r>
              <a:rPr lang="en-US" dirty="0"/>
              <a:t>𝜆 controls the steepness of the function (loss aversion)</a:t>
            </a:r>
          </a:p>
        </p:txBody>
      </p:sp>
      <p:sp>
        <p:nvSpPr>
          <p:cNvPr id="5" name="Title 1">
            <a:extLst>
              <a:ext uri="{FF2B5EF4-FFF2-40B4-BE49-F238E27FC236}">
                <a16:creationId xmlns:a16="http://schemas.microsoft.com/office/drawing/2014/main" id="{47BA5B91-FE49-2626-412D-615BE0E85C3F}"/>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69BCF2E7-B0E9-9557-DCF0-55B94B662E82}"/>
              </a:ext>
            </a:extLst>
          </p:cNvPr>
          <p:cNvSpPr txBox="1">
            <a:spLocks/>
          </p:cNvSpPr>
          <p:nvPr/>
        </p:nvSpPr>
        <p:spPr>
          <a:xfrm>
            <a:off x="833581" y="447962"/>
            <a:ext cx="10515600" cy="8820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t>Prospect Theory (</a:t>
            </a:r>
            <a:r>
              <a:rPr lang="en-US" sz="4000" dirty="0"/>
              <a:t>Tversky and Kahneman, 1992</a:t>
            </a:r>
            <a:r>
              <a:rPr lang="en-US" sz="4300" b="1" dirty="0"/>
              <a:t>)</a:t>
            </a:r>
          </a:p>
        </p:txBody>
      </p:sp>
      <p:pic>
        <p:nvPicPr>
          <p:cNvPr id="7" name="Picture 6">
            <a:extLst>
              <a:ext uri="{FF2B5EF4-FFF2-40B4-BE49-F238E27FC236}">
                <a16:creationId xmlns:a16="http://schemas.microsoft.com/office/drawing/2014/main" id="{BF311612-83B4-C329-4B78-1C5F56FE4AEC}"/>
              </a:ext>
            </a:extLst>
          </p:cNvPr>
          <p:cNvPicPr>
            <a:picLocks noChangeAspect="1"/>
          </p:cNvPicPr>
          <p:nvPr/>
        </p:nvPicPr>
        <p:blipFill>
          <a:blip r:embed="rId2"/>
          <a:stretch>
            <a:fillRect/>
          </a:stretch>
        </p:blipFill>
        <p:spPr>
          <a:xfrm>
            <a:off x="1146801" y="3728394"/>
            <a:ext cx="5582429" cy="1028844"/>
          </a:xfrm>
          <a:prstGeom prst="rect">
            <a:avLst/>
          </a:prstGeom>
        </p:spPr>
      </p:pic>
      <p:sp>
        <p:nvSpPr>
          <p:cNvPr id="2" name="TextBox 1">
            <a:extLst>
              <a:ext uri="{FF2B5EF4-FFF2-40B4-BE49-F238E27FC236}">
                <a16:creationId xmlns:a16="http://schemas.microsoft.com/office/drawing/2014/main" id="{0C255545-3500-40B9-ECE1-0BA3E075015D}"/>
              </a:ext>
            </a:extLst>
          </p:cNvPr>
          <p:cNvSpPr txBox="1"/>
          <p:nvPr/>
        </p:nvSpPr>
        <p:spPr>
          <a:xfrm>
            <a:off x="10625328" y="6254496"/>
            <a:ext cx="1389888" cy="369332"/>
          </a:xfrm>
          <a:prstGeom prst="rect">
            <a:avLst/>
          </a:prstGeom>
          <a:noFill/>
        </p:spPr>
        <p:txBody>
          <a:bodyPr wrap="square" rtlCol="0">
            <a:spAutoFit/>
          </a:bodyPr>
          <a:lstStyle/>
          <a:p>
            <a:r>
              <a:rPr lang="en-US" dirty="0"/>
              <a:t>13/20</a:t>
            </a:r>
          </a:p>
        </p:txBody>
      </p:sp>
    </p:spTree>
    <p:extLst>
      <p:ext uri="{BB962C8B-B14F-4D97-AF65-F5344CB8AC3E}">
        <p14:creationId xmlns:p14="http://schemas.microsoft.com/office/powerpoint/2010/main" val="95275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57005-D521-329C-46EF-76F305A4AD8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727BED-17D6-60A0-0C07-E4A122EB2C95}"/>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A157B0C-B35A-9E00-F4BC-7DF3D8F52221}"/>
              </a:ext>
            </a:extLst>
          </p:cNvPr>
          <p:cNvSpPr>
            <a:spLocks noGrp="1"/>
          </p:cNvSpPr>
          <p:nvPr>
            <p:ph idx="1"/>
          </p:nvPr>
        </p:nvSpPr>
        <p:spPr/>
        <p:txBody>
          <a:bodyPr/>
          <a:lstStyle/>
          <a:p>
            <a:r>
              <a:rPr lang="en-US" dirty="0"/>
              <a:t>When training language models to be helpful and aligned with human intent, we typically rely on human preferences — for example, ranking one model output over another. But collecting </a:t>
            </a:r>
            <a:r>
              <a:rPr lang="en-US" i="1" dirty="0"/>
              <a:t>pairwise preferences</a:t>
            </a:r>
            <a:r>
              <a:rPr lang="en-US" dirty="0"/>
              <a:t> is costly and doesn’t fully capture how humans value outcomes. Traditional objectives maximize preference likelihood rather than human </a:t>
            </a:r>
            <a:r>
              <a:rPr lang="en-US" i="1" dirty="0"/>
              <a:t>utility</a:t>
            </a:r>
            <a:r>
              <a:rPr lang="en-US" dirty="0"/>
              <a:t> itself. </a:t>
            </a:r>
          </a:p>
          <a:p>
            <a:r>
              <a:rPr lang="en-US" dirty="0"/>
              <a:t>KTO frames alignment as </a:t>
            </a:r>
            <a:r>
              <a:rPr lang="en-US" b="1" dirty="0"/>
              <a:t>directly maximizing human utility</a:t>
            </a:r>
            <a:r>
              <a:rPr lang="en-US" dirty="0"/>
              <a:t>, which can lead to better alignment, simpler optimization, and reduced annotation effort.</a:t>
            </a:r>
          </a:p>
        </p:txBody>
      </p:sp>
      <p:sp>
        <p:nvSpPr>
          <p:cNvPr id="5" name="Title 1">
            <a:extLst>
              <a:ext uri="{FF2B5EF4-FFF2-40B4-BE49-F238E27FC236}">
                <a16:creationId xmlns:a16="http://schemas.microsoft.com/office/drawing/2014/main" id="{42358EBD-444D-B379-FEA8-EF6D590CD2F0}"/>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AF2B13F7-C974-DD79-EAA6-50A379829A02}"/>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Model Alignment Challenge</a:t>
            </a:r>
          </a:p>
        </p:txBody>
      </p:sp>
      <p:sp>
        <p:nvSpPr>
          <p:cNvPr id="2" name="TextBox 1">
            <a:extLst>
              <a:ext uri="{FF2B5EF4-FFF2-40B4-BE49-F238E27FC236}">
                <a16:creationId xmlns:a16="http://schemas.microsoft.com/office/drawing/2014/main" id="{3F98975B-3A00-A7B0-42CF-1DD9E98E250D}"/>
              </a:ext>
            </a:extLst>
          </p:cNvPr>
          <p:cNvSpPr txBox="1"/>
          <p:nvPr/>
        </p:nvSpPr>
        <p:spPr>
          <a:xfrm>
            <a:off x="10625328" y="6254496"/>
            <a:ext cx="1389888" cy="369332"/>
          </a:xfrm>
          <a:prstGeom prst="rect">
            <a:avLst/>
          </a:prstGeom>
          <a:noFill/>
        </p:spPr>
        <p:txBody>
          <a:bodyPr wrap="square" rtlCol="0">
            <a:spAutoFit/>
          </a:bodyPr>
          <a:lstStyle/>
          <a:p>
            <a:r>
              <a:rPr lang="en-US" dirty="0"/>
              <a:t>14/20</a:t>
            </a:r>
          </a:p>
        </p:txBody>
      </p:sp>
    </p:spTree>
    <p:extLst>
      <p:ext uri="{BB962C8B-B14F-4D97-AF65-F5344CB8AC3E}">
        <p14:creationId xmlns:p14="http://schemas.microsoft.com/office/powerpoint/2010/main" val="3191595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E206B-16A6-42B7-250E-3E29B41DB2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0A9ED87-9BA0-060B-86B6-D622ACED0443}"/>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049FF3-FAB6-7A2B-635E-D631987A36A7}"/>
              </a:ext>
            </a:extLst>
          </p:cNvPr>
          <p:cNvSpPr>
            <a:spLocks noGrp="1"/>
          </p:cNvSpPr>
          <p:nvPr>
            <p:ph idx="1"/>
          </p:nvPr>
        </p:nvSpPr>
        <p:spPr/>
        <p:txBody>
          <a:bodyPr/>
          <a:lstStyle/>
          <a:p>
            <a:r>
              <a:rPr lang="en-US" dirty="0"/>
              <a:t>The authors observe that many alignment objectives (like DPO and PPO) inherently behave like a family of loss functions they call Human-Aware Losses (HALOs) — loss functions that reflect certain human biases. The key difference with traditional log-likelihood maximization is that HALOs attribute implicit utility to outcomes.</a:t>
            </a:r>
          </a:p>
          <a:p>
            <a:endParaRPr lang="en-US" dirty="0"/>
          </a:p>
          <a:p>
            <a:r>
              <a:rPr lang="en-US" dirty="0"/>
              <a:t>However, existing HALOs don’t directly model human utility consistent with prospect theory. KTO proposes a new HALO that does that.</a:t>
            </a:r>
          </a:p>
        </p:txBody>
      </p:sp>
      <p:sp>
        <p:nvSpPr>
          <p:cNvPr id="5" name="Title 1">
            <a:extLst>
              <a:ext uri="{FF2B5EF4-FFF2-40B4-BE49-F238E27FC236}">
                <a16:creationId xmlns:a16="http://schemas.microsoft.com/office/drawing/2014/main" id="{D057033E-71F0-FECE-D911-974E276593B4}"/>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4442B027-14D3-F7F2-8867-40733AD461BC}"/>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Human-Aware Loss Functions(HALOs)</a:t>
            </a:r>
          </a:p>
        </p:txBody>
      </p:sp>
      <p:sp>
        <p:nvSpPr>
          <p:cNvPr id="2" name="TextBox 1">
            <a:extLst>
              <a:ext uri="{FF2B5EF4-FFF2-40B4-BE49-F238E27FC236}">
                <a16:creationId xmlns:a16="http://schemas.microsoft.com/office/drawing/2014/main" id="{80A8508E-1A73-D34D-F321-935DC7918F31}"/>
              </a:ext>
            </a:extLst>
          </p:cNvPr>
          <p:cNvSpPr txBox="1"/>
          <p:nvPr/>
        </p:nvSpPr>
        <p:spPr>
          <a:xfrm>
            <a:off x="10625328" y="6254496"/>
            <a:ext cx="1389888" cy="369332"/>
          </a:xfrm>
          <a:prstGeom prst="rect">
            <a:avLst/>
          </a:prstGeom>
          <a:noFill/>
        </p:spPr>
        <p:txBody>
          <a:bodyPr wrap="square" rtlCol="0">
            <a:spAutoFit/>
          </a:bodyPr>
          <a:lstStyle/>
          <a:p>
            <a:r>
              <a:rPr lang="en-US" dirty="0"/>
              <a:t>15/20</a:t>
            </a:r>
          </a:p>
        </p:txBody>
      </p:sp>
    </p:spTree>
    <p:extLst>
      <p:ext uri="{BB962C8B-B14F-4D97-AF65-F5344CB8AC3E}">
        <p14:creationId xmlns:p14="http://schemas.microsoft.com/office/powerpoint/2010/main" val="2261108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72535-4E96-B5D3-A29B-8D381D3C58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EFB286-BC57-59A7-37A8-FDA4E5B81263}"/>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5EFDEA-CEEB-B48D-5702-0910924CEAE1}"/>
              </a:ext>
            </a:extLst>
          </p:cNvPr>
          <p:cNvSpPr>
            <a:spLocks noGrp="1"/>
          </p:cNvSpPr>
          <p:nvPr>
            <p:ph idx="1"/>
          </p:nvPr>
        </p:nvSpPr>
        <p:spPr>
          <a:xfrm>
            <a:off x="838200" y="1825625"/>
            <a:ext cx="6605016" cy="4351338"/>
          </a:xfrm>
          <a:ln w="76200">
            <a:solidFill>
              <a:schemeClr val="tx2">
                <a:lumMod val="75000"/>
                <a:lumOff val="25000"/>
              </a:schemeClr>
            </a:solidFill>
          </a:ln>
        </p:spPr>
        <p:txBody>
          <a:bodyPr>
            <a:normAutofit fontScale="85000" lnSpcReduction="20000"/>
          </a:bodyPr>
          <a:lstStyle/>
          <a:p>
            <a:r>
              <a:rPr lang="en-US" b="1" dirty="0"/>
              <a:t>DPO (Blue Curve)</a:t>
            </a:r>
          </a:p>
          <a:p>
            <a:r>
              <a:rPr lang="en-US" b="1" dirty="0"/>
              <a:t>Flatter near the origin</a:t>
            </a:r>
            <a:r>
              <a:rPr lang="en-US" dirty="0"/>
              <a:t>: DPO treats changes close to the reference more linearly.</a:t>
            </a:r>
          </a:p>
          <a:p>
            <a:r>
              <a:rPr lang="en-US" b="1" dirty="0"/>
              <a:t>Less curvature overall</a:t>
            </a:r>
            <a:r>
              <a:rPr lang="en-US" dirty="0"/>
              <a:t>: It doesn’t strongly amplify gains or losses.</a:t>
            </a:r>
          </a:p>
          <a:p>
            <a:r>
              <a:rPr lang="en-US" dirty="0"/>
              <a:t>Implies a mild notion of human value — it pushes for preferred outputs but does not strongly model human </a:t>
            </a:r>
            <a:r>
              <a:rPr lang="en-US" i="1" dirty="0"/>
              <a:t>loss aversion</a:t>
            </a:r>
            <a:r>
              <a:rPr lang="en-US" dirty="0"/>
              <a:t>.</a:t>
            </a:r>
          </a:p>
          <a:p>
            <a:r>
              <a:rPr lang="en-US" dirty="0"/>
              <a:t>This reflects DPO’s design:</a:t>
            </a:r>
          </a:p>
          <a:p>
            <a:r>
              <a:rPr lang="en-US" dirty="0"/>
              <a:t>Directly optimize preferences without modeling human decision biases explicitly.</a:t>
            </a:r>
            <a:br>
              <a:rPr lang="en-US" dirty="0"/>
            </a:br>
            <a:r>
              <a:rPr lang="en-US" dirty="0"/>
              <a:t>→ It treats any deviation from the reference according to likelihood differences, not psychological utility.</a:t>
            </a:r>
          </a:p>
        </p:txBody>
      </p:sp>
      <p:sp>
        <p:nvSpPr>
          <p:cNvPr id="5" name="Title 1">
            <a:extLst>
              <a:ext uri="{FF2B5EF4-FFF2-40B4-BE49-F238E27FC236}">
                <a16:creationId xmlns:a16="http://schemas.microsoft.com/office/drawing/2014/main" id="{8FE8F21C-05BF-B60E-0773-70C91FDFBABC}"/>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94AEC647-D3E6-ED21-A46E-E2A0EC9496BF}"/>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Reward function comparisons</a:t>
            </a:r>
          </a:p>
        </p:txBody>
      </p:sp>
      <p:pic>
        <p:nvPicPr>
          <p:cNvPr id="7" name="Picture 6">
            <a:extLst>
              <a:ext uri="{FF2B5EF4-FFF2-40B4-BE49-F238E27FC236}">
                <a16:creationId xmlns:a16="http://schemas.microsoft.com/office/drawing/2014/main" id="{62FBE255-B19F-CAD0-A69D-88D0DB91DBA0}"/>
              </a:ext>
            </a:extLst>
          </p:cNvPr>
          <p:cNvPicPr>
            <a:picLocks noChangeAspect="1"/>
          </p:cNvPicPr>
          <p:nvPr/>
        </p:nvPicPr>
        <p:blipFill>
          <a:blip r:embed="rId2"/>
          <a:stretch>
            <a:fillRect/>
          </a:stretch>
        </p:blipFill>
        <p:spPr>
          <a:xfrm>
            <a:off x="7746842" y="2214393"/>
            <a:ext cx="3172268" cy="2429214"/>
          </a:xfrm>
          <a:prstGeom prst="rect">
            <a:avLst/>
          </a:prstGeom>
        </p:spPr>
      </p:pic>
      <p:sp>
        <p:nvSpPr>
          <p:cNvPr id="8" name="TextBox 7">
            <a:extLst>
              <a:ext uri="{FF2B5EF4-FFF2-40B4-BE49-F238E27FC236}">
                <a16:creationId xmlns:a16="http://schemas.microsoft.com/office/drawing/2014/main" id="{F4466028-D67D-19F0-4777-1BAD36A62C32}"/>
              </a:ext>
            </a:extLst>
          </p:cNvPr>
          <p:cNvSpPr txBox="1"/>
          <p:nvPr/>
        </p:nvSpPr>
        <p:spPr>
          <a:xfrm>
            <a:off x="10625328" y="6254496"/>
            <a:ext cx="1389888" cy="369332"/>
          </a:xfrm>
          <a:prstGeom prst="rect">
            <a:avLst/>
          </a:prstGeom>
          <a:noFill/>
        </p:spPr>
        <p:txBody>
          <a:bodyPr wrap="square" rtlCol="0">
            <a:spAutoFit/>
          </a:bodyPr>
          <a:lstStyle/>
          <a:p>
            <a:r>
              <a:rPr lang="en-US" dirty="0"/>
              <a:t>16/20</a:t>
            </a:r>
          </a:p>
        </p:txBody>
      </p:sp>
    </p:spTree>
    <p:extLst>
      <p:ext uri="{BB962C8B-B14F-4D97-AF65-F5344CB8AC3E}">
        <p14:creationId xmlns:p14="http://schemas.microsoft.com/office/powerpoint/2010/main" val="277757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89049-E7A8-709D-D261-F4D50BA9E3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9CC471-C096-D426-F77A-5D6CA55DD12A}"/>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FE5140-956D-CB23-DE07-4792ABF6A30F}"/>
              </a:ext>
            </a:extLst>
          </p:cNvPr>
          <p:cNvSpPr>
            <a:spLocks noGrp="1"/>
          </p:cNvSpPr>
          <p:nvPr>
            <p:ph idx="1"/>
          </p:nvPr>
        </p:nvSpPr>
        <p:spPr>
          <a:xfrm>
            <a:off x="838200" y="1825625"/>
            <a:ext cx="6605016" cy="4351338"/>
          </a:xfrm>
          <a:ln w="76200">
            <a:solidFill>
              <a:srgbClr val="E97132"/>
            </a:solidFill>
          </a:ln>
        </p:spPr>
        <p:txBody>
          <a:bodyPr>
            <a:normAutofit fontScale="85000" lnSpcReduction="10000"/>
          </a:bodyPr>
          <a:lstStyle/>
          <a:p>
            <a:r>
              <a:rPr lang="en-US" b="1" dirty="0"/>
              <a:t>PPO-Clip / RLHF (Yellow Curve)</a:t>
            </a:r>
          </a:p>
          <a:p>
            <a:r>
              <a:rPr lang="en-US" dirty="0"/>
              <a:t>Has </a:t>
            </a:r>
            <a:r>
              <a:rPr lang="en-US" b="1" dirty="0"/>
              <a:t>some curvature</a:t>
            </a:r>
            <a:r>
              <a:rPr lang="en-US" dirty="0"/>
              <a:t>: moves away from linear.</a:t>
            </a:r>
          </a:p>
          <a:p>
            <a:r>
              <a:rPr lang="en-US" dirty="0"/>
              <a:t>A bit steeper in the gains region and slightly asymmetrical.</a:t>
            </a:r>
          </a:p>
          <a:p>
            <a:r>
              <a:rPr lang="en-US" dirty="0"/>
              <a:t>Represents that PPO-based RLHF </a:t>
            </a:r>
            <a:r>
              <a:rPr lang="en-US" i="1" dirty="0"/>
              <a:t>implicitly</a:t>
            </a:r>
            <a:r>
              <a:rPr lang="en-US" dirty="0"/>
              <a:t> encodes some preference for gains (preferred outputs) and discourages losses (undesirable outputs), due to the reward model + KL penalty.</a:t>
            </a:r>
          </a:p>
          <a:p>
            <a:r>
              <a:rPr lang="en-US" dirty="0"/>
              <a:t>But RLHF’s implicit human value shape is </a:t>
            </a:r>
            <a:r>
              <a:rPr lang="en-US" b="1" dirty="0"/>
              <a:t>not grounded in cognitive models</a:t>
            </a:r>
            <a:r>
              <a:rPr lang="en-US" dirty="0"/>
              <a:t> — it’s shaped by the learned reward model and the KL constraint.</a:t>
            </a:r>
          </a:p>
        </p:txBody>
      </p:sp>
      <p:sp>
        <p:nvSpPr>
          <p:cNvPr id="5" name="Title 1">
            <a:extLst>
              <a:ext uri="{FF2B5EF4-FFF2-40B4-BE49-F238E27FC236}">
                <a16:creationId xmlns:a16="http://schemas.microsoft.com/office/drawing/2014/main" id="{D7C14518-2026-1A64-AA27-BF735B7CC54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73A7278E-756A-3DDB-DB50-4DAADB27BBFD}"/>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Reward function comparisons</a:t>
            </a:r>
          </a:p>
        </p:txBody>
      </p:sp>
      <p:pic>
        <p:nvPicPr>
          <p:cNvPr id="7" name="Picture 6">
            <a:extLst>
              <a:ext uri="{FF2B5EF4-FFF2-40B4-BE49-F238E27FC236}">
                <a16:creationId xmlns:a16="http://schemas.microsoft.com/office/drawing/2014/main" id="{45DD5C43-6337-FEA1-2586-EBAAC4340A09}"/>
              </a:ext>
            </a:extLst>
          </p:cNvPr>
          <p:cNvPicPr>
            <a:picLocks noChangeAspect="1"/>
          </p:cNvPicPr>
          <p:nvPr/>
        </p:nvPicPr>
        <p:blipFill>
          <a:blip r:embed="rId2"/>
          <a:stretch>
            <a:fillRect/>
          </a:stretch>
        </p:blipFill>
        <p:spPr>
          <a:xfrm>
            <a:off x="7746842" y="2214393"/>
            <a:ext cx="3172268" cy="2429214"/>
          </a:xfrm>
          <a:prstGeom prst="rect">
            <a:avLst/>
          </a:prstGeom>
        </p:spPr>
      </p:pic>
      <p:sp>
        <p:nvSpPr>
          <p:cNvPr id="2" name="TextBox 1">
            <a:extLst>
              <a:ext uri="{FF2B5EF4-FFF2-40B4-BE49-F238E27FC236}">
                <a16:creationId xmlns:a16="http://schemas.microsoft.com/office/drawing/2014/main" id="{7AA02AA5-26C3-D700-ED43-99848C8EC32C}"/>
              </a:ext>
            </a:extLst>
          </p:cNvPr>
          <p:cNvSpPr txBox="1"/>
          <p:nvPr/>
        </p:nvSpPr>
        <p:spPr>
          <a:xfrm>
            <a:off x="10625328" y="6254496"/>
            <a:ext cx="1389888" cy="369332"/>
          </a:xfrm>
          <a:prstGeom prst="rect">
            <a:avLst/>
          </a:prstGeom>
          <a:noFill/>
        </p:spPr>
        <p:txBody>
          <a:bodyPr wrap="square" rtlCol="0">
            <a:spAutoFit/>
          </a:bodyPr>
          <a:lstStyle/>
          <a:p>
            <a:r>
              <a:rPr lang="en-US" dirty="0"/>
              <a:t>17/20</a:t>
            </a:r>
          </a:p>
        </p:txBody>
      </p:sp>
    </p:spTree>
    <p:extLst>
      <p:ext uri="{BB962C8B-B14F-4D97-AF65-F5344CB8AC3E}">
        <p14:creationId xmlns:p14="http://schemas.microsoft.com/office/powerpoint/2010/main" val="2051338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B6083-FC65-FD07-FB4D-2C7B0120BF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DEA0A6-3817-C80C-D43F-9CA43DE43098}"/>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6B0AE0-482D-05FC-50A8-464018D333BE}"/>
              </a:ext>
            </a:extLst>
          </p:cNvPr>
          <p:cNvSpPr>
            <a:spLocks noGrp="1"/>
          </p:cNvSpPr>
          <p:nvPr>
            <p:ph idx="1"/>
          </p:nvPr>
        </p:nvSpPr>
        <p:spPr>
          <a:xfrm>
            <a:off x="838200" y="1825625"/>
            <a:ext cx="6605016" cy="4351338"/>
          </a:xfrm>
          <a:ln w="76200">
            <a:solidFill>
              <a:srgbClr val="C00000"/>
            </a:solidFill>
          </a:ln>
        </p:spPr>
        <p:txBody>
          <a:bodyPr>
            <a:normAutofit fontScale="55000" lnSpcReduction="20000"/>
          </a:bodyPr>
          <a:lstStyle/>
          <a:p>
            <a:r>
              <a:rPr lang="en-US" b="1" dirty="0"/>
              <a:t>Kahneman-Tversky / KTO (Red Curve)</a:t>
            </a:r>
          </a:p>
          <a:p>
            <a:r>
              <a:rPr lang="en-US" dirty="0"/>
              <a:t>This is the important one for the paper:</a:t>
            </a:r>
          </a:p>
          <a:p>
            <a:r>
              <a:rPr lang="en-US" b="1" dirty="0"/>
              <a:t>S-shaped curve</a:t>
            </a:r>
            <a:r>
              <a:rPr lang="en-US" dirty="0"/>
              <a:t>: concave in the gains region, convex in the losses region</a:t>
            </a:r>
          </a:p>
          <a:p>
            <a:r>
              <a:rPr lang="en-US" b="1" dirty="0"/>
              <a:t>Steeper for losses than gains</a:t>
            </a:r>
            <a:r>
              <a:rPr lang="en-US" dirty="0"/>
              <a:t> → </a:t>
            </a:r>
            <a:r>
              <a:rPr lang="en-US" i="1" dirty="0"/>
              <a:t>loss aversion</a:t>
            </a:r>
            <a:endParaRPr lang="en-US" dirty="0"/>
          </a:p>
          <a:p>
            <a:r>
              <a:rPr lang="en-US" dirty="0"/>
              <a:t>Exhibits classic prospect theory features — a small gain gives some utility, but a small loss </a:t>
            </a:r>
            <a:r>
              <a:rPr lang="en-US" i="1" dirty="0"/>
              <a:t>hurts more</a:t>
            </a:r>
            <a:r>
              <a:rPr lang="en-US" dirty="0"/>
              <a:t>.</a:t>
            </a:r>
          </a:p>
          <a:p>
            <a:r>
              <a:rPr lang="en-US" dirty="0"/>
              <a:t>This means KTO </a:t>
            </a:r>
            <a:r>
              <a:rPr lang="en-US" b="1" dirty="0"/>
              <a:t>explicitly models how humans subjectively value outcomes</a:t>
            </a:r>
            <a:r>
              <a:rPr lang="en-US" dirty="0"/>
              <a:t>:</a:t>
            </a:r>
          </a:p>
          <a:p>
            <a:r>
              <a:rPr lang="en-US" dirty="0"/>
              <a:t>✔ People dislike losses more than they enjoy equivalent gains</a:t>
            </a:r>
            <a:br>
              <a:rPr lang="en-US" dirty="0"/>
            </a:br>
            <a:r>
              <a:rPr lang="en-US" dirty="0"/>
              <a:t>✔ Progress becomes less valuable as you get farther into large gains (concavity)</a:t>
            </a:r>
            <a:br>
              <a:rPr lang="en-US" dirty="0"/>
            </a:br>
            <a:r>
              <a:rPr lang="en-US" dirty="0"/>
              <a:t>✔ Small deviations are more psychologically impactful than linear models suggest</a:t>
            </a:r>
          </a:p>
          <a:p>
            <a:r>
              <a:rPr lang="en-US" dirty="0"/>
              <a:t>This is exactly the human utility structure Kahneman and Tversky described, and KTO adopts this to optimize model behavior that aligns with human valuation, not just preferences.</a:t>
            </a:r>
          </a:p>
        </p:txBody>
      </p:sp>
      <p:sp>
        <p:nvSpPr>
          <p:cNvPr id="5" name="Title 1">
            <a:extLst>
              <a:ext uri="{FF2B5EF4-FFF2-40B4-BE49-F238E27FC236}">
                <a16:creationId xmlns:a16="http://schemas.microsoft.com/office/drawing/2014/main" id="{D2DF4DE0-859C-03FA-7526-9682EE539F4B}"/>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63616767-70B8-51D5-3A0A-D6C4AC080C1B}"/>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Reward function comparisons</a:t>
            </a:r>
          </a:p>
        </p:txBody>
      </p:sp>
      <p:pic>
        <p:nvPicPr>
          <p:cNvPr id="7" name="Picture 6">
            <a:extLst>
              <a:ext uri="{FF2B5EF4-FFF2-40B4-BE49-F238E27FC236}">
                <a16:creationId xmlns:a16="http://schemas.microsoft.com/office/drawing/2014/main" id="{6C3D5C50-1C4E-7E84-7B9A-A3C9B5B9CC9C}"/>
              </a:ext>
            </a:extLst>
          </p:cNvPr>
          <p:cNvPicPr>
            <a:picLocks noChangeAspect="1"/>
          </p:cNvPicPr>
          <p:nvPr/>
        </p:nvPicPr>
        <p:blipFill>
          <a:blip r:embed="rId2"/>
          <a:stretch>
            <a:fillRect/>
          </a:stretch>
        </p:blipFill>
        <p:spPr>
          <a:xfrm>
            <a:off x="7746842" y="2214393"/>
            <a:ext cx="3172268" cy="2429214"/>
          </a:xfrm>
          <a:prstGeom prst="rect">
            <a:avLst/>
          </a:prstGeom>
        </p:spPr>
      </p:pic>
      <p:sp>
        <p:nvSpPr>
          <p:cNvPr id="2" name="TextBox 1">
            <a:extLst>
              <a:ext uri="{FF2B5EF4-FFF2-40B4-BE49-F238E27FC236}">
                <a16:creationId xmlns:a16="http://schemas.microsoft.com/office/drawing/2014/main" id="{694F0773-BF9E-DFF7-4664-97DA5BA96DF5}"/>
              </a:ext>
            </a:extLst>
          </p:cNvPr>
          <p:cNvSpPr txBox="1"/>
          <p:nvPr/>
        </p:nvSpPr>
        <p:spPr>
          <a:xfrm>
            <a:off x="10625328" y="6254496"/>
            <a:ext cx="1389888" cy="369332"/>
          </a:xfrm>
          <a:prstGeom prst="rect">
            <a:avLst/>
          </a:prstGeom>
          <a:noFill/>
        </p:spPr>
        <p:txBody>
          <a:bodyPr wrap="square" rtlCol="0">
            <a:spAutoFit/>
          </a:bodyPr>
          <a:lstStyle/>
          <a:p>
            <a:r>
              <a:rPr lang="en-US" dirty="0"/>
              <a:t>18/20</a:t>
            </a:r>
          </a:p>
        </p:txBody>
      </p:sp>
    </p:spTree>
    <p:extLst>
      <p:ext uri="{BB962C8B-B14F-4D97-AF65-F5344CB8AC3E}">
        <p14:creationId xmlns:p14="http://schemas.microsoft.com/office/powerpoint/2010/main" val="1509451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4652-DCDD-2FF2-E03B-8D1D861B1E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F3FE31-0B88-602B-69AB-E24654656E65}"/>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D4456C5-D45D-BC77-6BD4-F24040640CAF}"/>
              </a:ext>
            </a:extLst>
          </p:cNvPr>
          <p:cNvSpPr>
            <a:spLocks noGrp="1"/>
          </p:cNvSpPr>
          <p:nvPr>
            <p:ph idx="1"/>
          </p:nvPr>
        </p:nvSpPr>
        <p:spPr>
          <a:xfrm>
            <a:off x="838200" y="1825625"/>
            <a:ext cx="6605016" cy="4351338"/>
          </a:xfrm>
        </p:spPr>
        <p:txBody>
          <a:bodyPr>
            <a:normAutofit fontScale="70000" lnSpcReduction="20000"/>
          </a:bodyPr>
          <a:lstStyle/>
          <a:p>
            <a:r>
              <a:rPr lang="en-US" b="1" dirty="0"/>
              <a:t>Why This Matters for Model Alignment</a:t>
            </a:r>
          </a:p>
          <a:p>
            <a:r>
              <a:rPr lang="en-US" b="1" dirty="0"/>
              <a:t>DPO</a:t>
            </a:r>
            <a:r>
              <a:rPr lang="en-US" dirty="0"/>
              <a:t> treats preferences in a </a:t>
            </a:r>
            <a:r>
              <a:rPr lang="en-US" i="1" dirty="0"/>
              <a:t>statistical</a:t>
            </a:r>
            <a:r>
              <a:rPr lang="en-US" dirty="0"/>
              <a:t> way (likelihood differences), which works well but lacks a principled human utility interpretation.</a:t>
            </a:r>
          </a:p>
          <a:p>
            <a:r>
              <a:rPr lang="en-US" b="1" dirty="0"/>
              <a:t>RLHF / PPO</a:t>
            </a:r>
            <a:r>
              <a:rPr lang="en-US" dirty="0"/>
              <a:t> implicitly shapes utility via reward models, but its biases might not align with human behavioral economics.</a:t>
            </a:r>
          </a:p>
          <a:p>
            <a:r>
              <a:rPr lang="en-US" b="1" dirty="0"/>
              <a:t>KTO</a:t>
            </a:r>
            <a:r>
              <a:rPr lang="en-US" dirty="0"/>
              <a:t> explicitly shapes optimization with a </a:t>
            </a:r>
            <a:r>
              <a:rPr lang="en-US" b="1" dirty="0"/>
              <a:t>theoretically grounded human value function (prospect theory)</a:t>
            </a:r>
            <a:r>
              <a:rPr lang="en-US" dirty="0"/>
              <a:t>, making alignment closer to how humans </a:t>
            </a:r>
            <a:r>
              <a:rPr lang="en-US" i="1" dirty="0"/>
              <a:t>actually judge outcomes</a:t>
            </a:r>
            <a:r>
              <a:rPr lang="en-US" dirty="0"/>
              <a:t>.</a:t>
            </a:r>
          </a:p>
          <a:p>
            <a:r>
              <a:rPr lang="en-US" dirty="0"/>
              <a:t>Put simply:</a:t>
            </a:r>
          </a:p>
          <a:p>
            <a:r>
              <a:rPr lang="en-US" dirty="0"/>
              <a:t>KTO optimizes for </a:t>
            </a:r>
            <a:r>
              <a:rPr lang="en-US" i="1" dirty="0"/>
              <a:t>how humans evaluate gains and losses</a:t>
            </a:r>
            <a:r>
              <a:rPr lang="en-US" dirty="0"/>
              <a:t>, not just </a:t>
            </a:r>
            <a:r>
              <a:rPr lang="en-US" i="1" dirty="0"/>
              <a:t>which outcome humans prefer</a:t>
            </a:r>
            <a:r>
              <a:rPr lang="en-US" dirty="0"/>
              <a:t>.</a:t>
            </a:r>
          </a:p>
          <a:p>
            <a:r>
              <a:rPr lang="en-US" dirty="0"/>
              <a:t>This graph visually contrasts </a:t>
            </a:r>
            <a:r>
              <a:rPr lang="en-US" b="1" dirty="0"/>
              <a:t>implicit human value assumptions</a:t>
            </a:r>
            <a:r>
              <a:rPr lang="en-US" dirty="0"/>
              <a:t> in each method.</a:t>
            </a:r>
          </a:p>
        </p:txBody>
      </p:sp>
      <p:sp>
        <p:nvSpPr>
          <p:cNvPr id="5" name="Title 1">
            <a:extLst>
              <a:ext uri="{FF2B5EF4-FFF2-40B4-BE49-F238E27FC236}">
                <a16:creationId xmlns:a16="http://schemas.microsoft.com/office/drawing/2014/main" id="{8BAEF0BC-8F52-8792-22EB-0BC0FB694913}"/>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0F6B4F88-A6D4-A938-05FA-E9C824C1CBF1}"/>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Reward function comparisons</a:t>
            </a:r>
          </a:p>
        </p:txBody>
      </p:sp>
      <p:pic>
        <p:nvPicPr>
          <p:cNvPr id="7" name="Picture 6">
            <a:extLst>
              <a:ext uri="{FF2B5EF4-FFF2-40B4-BE49-F238E27FC236}">
                <a16:creationId xmlns:a16="http://schemas.microsoft.com/office/drawing/2014/main" id="{96A1A504-3EF6-91C7-6412-3EBE5F36F80C}"/>
              </a:ext>
            </a:extLst>
          </p:cNvPr>
          <p:cNvPicPr>
            <a:picLocks noChangeAspect="1"/>
          </p:cNvPicPr>
          <p:nvPr/>
        </p:nvPicPr>
        <p:blipFill>
          <a:blip r:embed="rId2"/>
          <a:stretch>
            <a:fillRect/>
          </a:stretch>
        </p:blipFill>
        <p:spPr>
          <a:xfrm>
            <a:off x="7746842" y="2214393"/>
            <a:ext cx="3172268" cy="2429214"/>
          </a:xfrm>
          <a:prstGeom prst="rect">
            <a:avLst/>
          </a:prstGeom>
        </p:spPr>
      </p:pic>
      <p:sp>
        <p:nvSpPr>
          <p:cNvPr id="2" name="TextBox 1">
            <a:extLst>
              <a:ext uri="{FF2B5EF4-FFF2-40B4-BE49-F238E27FC236}">
                <a16:creationId xmlns:a16="http://schemas.microsoft.com/office/drawing/2014/main" id="{56716A19-4676-6568-18D0-9594066F8A64}"/>
              </a:ext>
            </a:extLst>
          </p:cNvPr>
          <p:cNvSpPr txBox="1"/>
          <p:nvPr/>
        </p:nvSpPr>
        <p:spPr>
          <a:xfrm>
            <a:off x="10625328" y="6254496"/>
            <a:ext cx="1389888" cy="369332"/>
          </a:xfrm>
          <a:prstGeom prst="rect">
            <a:avLst/>
          </a:prstGeom>
          <a:noFill/>
        </p:spPr>
        <p:txBody>
          <a:bodyPr wrap="square" rtlCol="0">
            <a:spAutoFit/>
          </a:bodyPr>
          <a:lstStyle/>
          <a:p>
            <a:r>
              <a:rPr lang="en-US" dirty="0"/>
              <a:t>19/20</a:t>
            </a:r>
          </a:p>
        </p:txBody>
      </p:sp>
    </p:spTree>
    <p:extLst>
      <p:ext uri="{BB962C8B-B14F-4D97-AF65-F5344CB8AC3E}">
        <p14:creationId xmlns:p14="http://schemas.microsoft.com/office/powerpoint/2010/main" val="231134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50025-AE70-4F5F-30BB-EBA8147E6F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982F7BF-33A3-959D-EB10-02581CA1E044}"/>
              </a:ext>
            </a:extLst>
          </p:cNvPr>
          <p:cNvSpPr/>
          <p:nvPr/>
        </p:nvSpPr>
        <p:spPr>
          <a:xfrm>
            <a:off x="0" y="0"/>
            <a:ext cx="12192000" cy="6858000"/>
          </a:xfrm>
          <a:prstGeom prst="rect">
            <a:avLst/>
          </a:prstGeom>
          <a:gradFill flip="none" rotWithShape="1">
            <a:gsLst>
              <a:gs pos="0">
                <a:schemeClr val="accent2">
                  <a:lumMod val="20000"/>
                  <a:lumOff val="80000"/>
                </a:schemeClr>
              </a:gs>
              <a:gs pos="35000">
                <a:schemeClr val="accent2">
                  <a:lumMod val="20000"/>
                  <a:lumOff val="80000"/>
                </a:schemeClr>
              </a:gs>
              <a:gs pos="100000">
                <a:schemeClr val="accent2">
                  <a:lumMod val="75000"/>
                  <a:alpha val="79000"/>
                </a:schemeClr>
              </a:gs>
            </a:gsLst>
            <a:path path="circle">
              <a:fillToRect r="100000" b="100000"/>
            </a:path>
            <a:tileRect l="-100000" t="-100000"/>
          </a:gra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283F3755-E77B-DF68-3D65-D9F46EA8A56E}"/>
              </a:ext>
            </a:extLst>
          </p:cNvPr>
          <p:cNvSpPr txBox="1">
            <a:spLocks/>
          </p:cNvSpPr>
          <p:nvPr/>
        </p:nvSpPr>
        <p:spPr>
          <a:xfrm>
            <a:off x="0" y="1"/>
            <a:ext cx="11353800" cy="3694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t>KTO: Model Alignment as Prospect Theoretic Optimization </a:t>
            </a:r>
          </a:p>
        </p:txBody>
      </p:sp>
      <p:sp>
        <p:nvSpPr>
          <p:cNvPr id="6" name="Title 1">
            <a:extLst>
              <a:ext uri="{FF2B5EF4-FFF2-40B4-BE49-F238E27FC236}">
                <a16:creationId xmlns:a16="http://schemas.microsoft.com/office/drawing/2014/main" id="{0934A931-A545-C058-3892-A1ED3BB36BA5}"/>
              </a:ext>
            </a:extLst>
          </p:cNvPr>
          <p:cNvSpPr txBox="1">
            <a:spLocks/>
          </p:cNvSpPr>
          <p:nvPr/>
        </p:nvSpPr>
        <p:spPr>
          <a:xfrm>
            <a:off x="833581" y="447962"/>
            <a:ext cx="10515600" cy="8820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Reward function comparisons</a:t>
            </a:r>
          </a:p>
        </p:txBody>
      </p:sp>
      <p:pic>
        <p:nvPicPr>
          <p:cNvPr id="7" name="Picture 6">
            <a:extLst>
              <a:ext uri="{FF2B5EF4-FFF2-40B4-BE49-F238E27FC236}">
                <a16:creationId xmlns:a16="http://schemas.microsoft.com/office/drawing/2014/main" id="{2FE654FC-C634-EF89-1315-E1786947FF00}"/>
              </a:ext>
            </a:extLst>
          </p:cNvPr>
          <p:cNvPicPr>
            <a:picLocks noChangeAspect="1"/>
          </p:cNvPicPr>
          <p:nvPr/>
        </p:nvPicPr>
        <p:blipFill>
          <a:blip r:embed="rId2"/>
          <a:stretch>
            <a:fillRect/>
          </a:stretch>
        </p:blipFill>
        <p:spPr>
          <a:xfrm>
            <a:off x="7746842" y="2214393"/>
            <a:ext cx="3172268" cy="2429214"/>
          </a:xfrm>
          <a:prstGeom prst="rect">
            <a:avLst/>
          </a:prstGeom>
        </p:spPr>
      </p:pic>
      <p:pic>
        <p:nvPicPr>
          <p:cNvPr id="11" name="Picture 10">
            <a:extLst>
              <a:ext uri="{FF2B5EF4-FFF2-40B4-BE49-F238E27FC236}">
                <a16:creationId xmlns:a16="http://schemas.microsoft.com/office/drawing/2014/main" id="{F741D381-04D6-0C18-1EF9-FECA553640FB}"/>
              </a:ext>
            </a:extLst>
          </p:cNvPr>
          <p:cNvPicPr>
            <a:picLocks noChangeAspect="1"/>
          </p:cNvPicPr>
          <p:nvPr/>
        </p:nvPicPr>
        <p:blipFill>
          <a:blip r:embed="rId3"/>
          <a:stretch>
            <a:fillRect/>
          </a:stretch>
        </p:blipFill>
        <p:spPr>
          <a:xfrm>
            <a:off x="367491" y="1414380"/>
            <a:ext cx="7121446" cy="4029240"/>
          </a:xfrm>
          <a:prstGeom prst="rect">
            <a:avLst/>
          </a:prstGeom>
        </p:spPr>
      </p:pic>
      <p:sp>
        <p:nvSpPr>
          <p:cNvPr id="12" name="TextBox 11">
            <a:extLst>
              <a:ext uri="{FF2B5EF4-FFF2-40B4-BE49-F238E27FC236}">
                <a16:creationId xmlns:a16="http://schemas.microsoft.com/office/drawing/2014/main" id="{C848EB10-0618-F834-849F-652EA99F3086}"/>
              </a:ext>
            </a:extLst>
          </p:cNvPr>
          <p:cNvSpPr txBox="1"/>
          <p:nvPr/>
        </p:nvSpPr>
        <p:spPr>
          <a:xfrm>
            <a:off x="10625328" y="6254496"/>
            <a:ext cx="1389888" cy="369332"/>
          </a:xfrm>
          <a:prstGeom prst="rect">
            <a:avLst/>
          </a:prstGeom>
          <a:noFill/>
        </p:spPr>
        <p:txBody>
          <a:bodyPr wrap="square" rtlCol="0">
            <a:spAutoFit/>
          </a:bodyPr>
          <a:lstStyle/>
          <a:p>
            <a:r>
              <a:rPr lang="en-US"/>
              <a:t>20/20</a:t>
            </a:r>
            <a:endParaRPr lang="en-US" dirty="0"/>
          </a:p>
        </p:txBody>
      </p:sp>
    </p:spTree>
    <p:extLst>
      <p:ext uri="{BB962C8B-B14F-4D97-AF65-F5344CB8AC3E}">
        <p14:creationId xmlns:p14="http://schemas.microsoft.com/office/powerpoint/2010/main" val="242323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07A6E5-1E55-79AC-AC6F-6D9673DCFA57}"/>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A157BB2-7BAD-32ED-97E8-9B7070BD6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295116B-A833-0FB7-8B00-98E9CFEED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32B42DB-6C2F-46E0-2A51-490474419181}"/>
              </a:ext>
            </a:extLst>
          </p:cNvPr>
          <p:cNvSpPr>
            <a:spLocks noGrp="1"/>
          </p:cNvSpPr>
          <p:nvPr>
            <p:ph type="ctrTitle"/>
          </p:nvPr>
        </p:nvSpPr>
        <p:spPr>
          <a:xfrm>
            <a:off x="457200" y="1598246"/>
            <a:ext cx="4412419" cy="3626217"/>
          </a:xfrm>
        </p:spPr>
        <p:txBody>
          <a:bodyPr anchor="t">
            <a:normAutofit/>
          </a:bodyPr>
          <a:lstStyle/>
          <a:p>
            <a:pPr algn="r"/>
            <a:r>
              <a:rPr lang="en-US" sz="8000" dirty="0">
                <a:solidFill>
                  <a:srgbClr val="FFFFFF"/>
                </a:solidFill>
              </a:rPr>
              <a:t>END</a:t>
            </a:r>
          </a:p>
        </p:txBody>
      </p:sp>
      <p:sp>
        <p:nvSpPr>
          <p:cNvPr id="3" name="Subtitle 2">
            <a:extLst>
              <a:ext uri="{FF2B5EF4-FFF2-40B4-BE49-F238E27FC236}">
                <a16:creationId xmlns:a16="http://schemas.microsoft.com/office/drawing/2014/main" id="{2B25F0C2-3780-8222-7EF8-3218FD4E5F2C}"/>
              </a:ext>
            </a:extLst>
          </p:cNvPr>
          <p:cNvSpPr>
            <a:spLocks noGrp="1"/>
          </p:cNvSpPr>
          <p:nvPr>
            <p:ph type="subTitle" idx="1"/>
          </p:nvPr>
        </p:nvSpPr>
        <p:spPr>
          <a:xfrm>
            <a:off x="457200" y="5350213"/>
            <a:ext cx="4412417" cy="1031537"/>
          </a:xfrm>
        </p:spPr>
        <p:txBody>
          <a:bodyPr>
            <a:normAutofit/>
          </a:bodyPr>
          <a:lstStyle/>
          <a:p>
            <a:pPr algn="r"/>
            <a:r>
              <a:rPr lang="en-US" sz="3200">
                <a:solidFill>
                  <a:srgbClr val="FFFFFF"/>
                </a:solidFill>
              </a:rPr>
              <a:t>1.29.2026</a:t>
            </a:r>
          </a:p>
        </p:txBody>
      </p:sp>
      <p:cxnSp>
        <p:nvCxnSpPr>
          <p:cNvPr id="36" name="Straight Connector 35">
            <a:extLst>
              <a:ext uri="{FF2B5EF4-FFF2-40B4-BE49-F238E27FC236}">
                <a16:creationId xmlns:a16="http://schemas.microsoft.com/office/drawing/2014/main" id="{26E2ED33-E75D-0420-B3F9-6CC57BB422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A3198FD7-0ED1-9075-E30C-3D40FB16C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6925" y="2365086"/>
            <a:ext cx="5664133" cy="3186074"/>
          </a:xfrm>
          <a:prstGeom prst="rect">
            <a:avLst/>
          </a:prstGeom>
        </p:spPr>
      </p:pic>
      <p:grpSp>
        <p:nvGrpSpPr>
          <p:cNvPr id="31" name="Group 30">
            <a:extLst>
              <a:ext uri="{FF2B5EF4-FFF2-40B4-BE49-F238E27FC236}">
                <a16:creationId xmlns:a16="http://schemas.microsoft.com/office/drawing/2014/main" id="{92FC556D-A188-5F91-CE79-479C7708F6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12034" y="1267063"/>
            <a:ext cx="368480" cy="519967"/>
            <a:chOff x="11512034" y="1267063"/>
            <a:chExt cx="368480" cy="519967"/>
          </a:xfrm>
          <a:solidFill>
            <a:srgbClr val="FFFFFF"/>
          </a:solidFill>
        </p:grpSpPr>
        <p:sp>
          <p:nvSpPr>
            <p:cNvPr id="33" name="Graphic 17">
              <a:extLst>
                <a:ext uri="{FF2B5EF4-FFF2-40B4-BE49-F238E27FC236}">
                  <a16:creationId xmlns:a16="http://schemas.microsoft.com/office/drawing/2014/main" id="{F95E1A24-2F77-D96A-BEF4-EF628EA7FC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5" name="Graphic 21">
              <a:extLst>
                <a:ext uri="{FF2B5EF4-FFF2-40B4-BE49-F238E27FC236}">
                  <a16:creationId xmlns:a16="http://schemas.microsoft.com/office/drawing/2014/main" id="{2158FA9D-8DA4-A1DF-B8AD-058001956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spTree>
    <p:extLst>
      <p:ext uri="{BB962C8B-B14F-4D97-AF65-F5344CB8AC3E}">
        <p14:creationId xmlns:p14="http://schemas.microsoft.com/office/powerpoint/2010/main" val="13128536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11740</TotalTime>
  <Words>1535</Words>
  <Application>Microsoft Office PowerPoint</Application>
  <PresentationFormat>Widescreen</PresentationFormat>
  <Paragraphs>198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DPO &amp; KTO</vt:lpstr>
      <vt:lpstr>Direct Preference Optimization: Your Language Model is Secretly a Reward Model </vt:lpstr>
      <vt:lpstr>Direct Preference Optimization: Your Language Model is Secretly a Reward Model </vt:lpstr>
      <vt:lpstr>How RLHF Works</vt:lpstr>
      <vt:lpstr>DPO as an Alternative</vt:lpstr>
      <vt:lpstr>RLHF vs. DPO</vt:lpstr>
      <vt:lpstr>Direct Preference Optimization: Your Language Model is Secretly a Reward Model </vt:lpstr>
      <vt:lpstr>Direct Preference Optimization: Your Language Model is Secretly a Reward Model </vt:lpstr>
      <vt:lpstr>Direct Preference Optimization: Your Language Model is Secretly a Reward Model </vt:lpstr>
      <vt:lpstr>Direct Preference Optimization: Your Language Model is Secretly a Reward Model </vt:lpstr>
      <vt:lpstr>Direct Preference Optimization: Your Language Model is Secretly a Reward 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Hilton Sarius</dc:creator>
  <cp:lastModifiedBy>Hilton Sarius</cp:lastModifiedBy>
  <cp:revision>1</cp:revision>
  <dcterms:created xsi:type="dcterms:W3CDTF">2026-01-21T01:37:36Z</dcterms:created>
  <dcterms:modified xsi:type="dcterms:W3CDTF">2026-01-30T00:51:28Z</dcterms:modified>
</cp:coreProperties>
</file>