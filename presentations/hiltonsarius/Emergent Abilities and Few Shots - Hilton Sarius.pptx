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2"/>
  </p:notesMasterIdLst>
  <p:sldIdLst>
    <p:sldId id="256" r:id="rId2"/>
    <p:sldId id="329" r:id="rId3"/>
    <p:sldId id="288" r:id="rId4"/>
    <p:sldId id="323" r:id="rId5"/>
    <p:sldId id="324" r:id="rId6"/>
    <p:sldId id="325" r:id="rId7"/>
    <p:sldId id="326" r:id="rId8"/>
    <p:sldId id="328" r:id="rId9"/>
    <p:sldId id="332" r:id="rId10"/>
    <p:sldId id="330" r:id="rId11"/>
    <p:sldId id="320" r:id="rId12"/>
    <p:sldId id="258" r:id="rId13"/>
    <p:sldId id="259" r:id="rId14"/>
    <p:sldId id="260" r:id="rId15"/>
    <p:sldId id="321" r:id="rId16"/>
    <p:sldId id="261" r:id="rId17"/>
    <p:sldId id="322" r:id="rId18"/>
    <p:sldId id="262" r:id="rId19"/>
    <p:sldId id="263" r:id="rId20"/>
    <p:sldId id="264" r:id="rId21"/>
    <p:sldId id="265" r:id="rId22"/>
    <p:sldId id="266" r:id="rId23"/>
    <p:sldId id="331"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333" r:id="rId39"/>
    <p:sldId id="319" r:id="rId40"/>
    <p:sldId id="287"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A051AF-4D07-41D2-9C85-511293050FBB}" v="339" dt="2025-12-18T10:44:48.9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77495" autoAdjust="0"/>
  </p:normalViewPr>
  <p:slideViewPr>
    <p:cSldViewPr snapToGrid="0">
      <p:cViewPr varScale="1">
        <p:scale>
          <a:sx n="74" d="100"/>
          <a:sy n="74" d="100"/>
        </p:scale>
        <p:origin x="146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lton Sarius" userId="179070f6-9bfa-4a99-8376-5748b538b5d6" providerId="ADAL" clId="{3E91B3D2-2027-4DF8-8065-88DB6B6BA703}"/>
    <pc:docChg chg="undo custSel addSld delSld modSld sldOrd">
      <pc:chgData name="Hilton Sarius" userId="179070f6-9bfa-4a99-8376-5748b538b5d6" providerId="ADAL" clId="{3E91B3D2-2027-4DF8-8065-88DB6B6BA703}" dt="2025-12-18T10:45:06.387" v="1279" actId="6549"/>
      <pc:docMkLst>
        <pc:docMk/>
      </pc:docMkLst>
      <pc:sldChg chg="modSp mod">
        <pc:chgData name="Hilton Sarius" userId="179070f6-9bfa-4a99-8376-5748b538b5d6" providerId="ADAL" clId="{3E91B3D2-2027-4DF8-8065-88DB6B6BA703}" dt="2025-12-17T23:48:02.172" v="35" actId="404"/>
        <pc:sldMkLst>
          <pc:docMk/>
          <pc:sldMk cId="3095188113" sldId="256"/>
        </pc:sldMkLst>
        <pc:spChg chg="mod">
          <ac:chgData name="Hilton Sarius" userId="179070f6-9bfa-4a99-8376-5748b538b5d6" providerId="ADAL" clId="{3E91B3D2-2027-4DF8-8065-88DB6B6BA703}" dt="2025-12-17T23:48:02.172" v="35" actId="404"/>
          <ac:spMkLst>
            <pc:docMk/>
            <pc:sldMk cId="3095188113" sldId="256"/>
            <ac:spMk id="2" creationId="{5F8635D6-37C9-0897-6815-7B12A2BD81AE}"/>
          </ac:spMkLst>
        </pc:spChg>
        <pc:spChg chg="mod">
          <ac:chgData name="Hilton Sarius" userId="179070f6-9bfa-4a99-8376-5748b538b5d6" providerId="ADAL" clId="{3E91B3D2-2027-4DF8-8065-88DB6B6BA703}" dt="2025-12-17T23:47:31.256" v="11" actId="20577"/>
          <ac:spMkLst>
            <pc:docMk/>
            <pc:sldMk cId="3095188113" sldId="256"/>
            <ac:spMk id="3" creationId="{F285C2B7-F049-6AFC-B13B-2D7944E3C79B}"/>
          </ac:spMkLst>
        </pc:spChg>
      </pc:sldChg>
      <pc:sldChg chg="addSp delSp modSp del mod">
        <pc:chgData name="Hilton Sarius" userId="179070f6-9bfa-4a99-8376-5748b538b5d6" providerId="ADAL" clId="{3E91B3D2-2027-4DF8-8065-88DB6B6BA703}" dt="2025-12-18T07:41:59.672" v="647" actId="47"/>
        <pc:sldMkLst>
          <pc:docMk/>
          <pc:sldMk cId="1141251304" sldId="257"/>
        </pc:sldMkLst>
        <pc:spChg chg="mod">
          <ac:chgData name="Hilton Sarius" userId="179070f6-9bfa-4a99-8376-5748b538b5d6" providerId="ADAL" clId="{3E91B3D2-2027-4DF8-8065-88DB6B6BA703}" dt="2025-12-18T02:40:32.079" v="536" actId="20577"/>
          <ac:spMkLst>
            <pc:docMk/>
            <pc:sldMk cId="1141251304" sldId="257"/>
            <ac:spMk id="2" creationId="{FD4EFB84-A169-8946-CFAD-1A799A73B480}"/>
          </ac:spMkLst>
        </pc:spChg>
        <pc:spChg chg="mod">
          <ac:chgData name="Hilton Sarius" userId="179070f6-9bfa-4a99-8376-5748b538b5d6" providerId="ADAL" clId="{3E91B3D2-2027-4DF8-8065-88DB6B6BA703}" dt="2025-12-18T02:40:47.687" v="541" actId="20577"/>
          <ac:spMkLst>
            <pc:docMk/>
            <pc:sldMk cId="1141251304" sldId="257"/>
            <ac:spMk id="3" creationId="{333468BA-3085-0A85-5E38-18D48A099EAD}"/>
          </ac:spMkLst>
        </pc:spChg>
        <pc:spChg chg="add mod">
          <ac:chgData name="Hilton Sarius" userId="179070f6-9bfa-4a99-8376-5748b538b5d6" providerId="ADAL" clId="{3E91B3D2-2027-4DF8-8065-88DB6B6BA703}" dt="2025-12-18T02:40:53.303" v="543" actId="20577"/>
          <ac:spMkLst>
            <pc:docMk/>
            <pc:sldMk cId="1141251304" sldId="257"/>
            <ac:spMk id="10" creationId="{BF762D97-9EFE-A3EF-F77A-11F2C35A5591}"/>
          </ac:spMkLst>
        </pc:spChg>
        <pc:picChg chg="add del mod">
          <ac:chgData name="Hilton Sarius" userId="179070f6-9bfa-4a99-8376-5748b538b5d6" providerId="ADAL" clId="{3E91B3D2-2027-4DF8-8065-88DB6B6BA703}" dt="2025-12-18T02:40:19.660" v="522" actId="478"/>
          <ac:picMkLst>
            <pc:docMk/>
            <pc:sldMk cId="1141251304" sldId="257"/>
            <ac:picMk id="5" creationId="{61ECDE05-6C2C-84DA-7228-0AF03A481925}"/>
          </ac:picMkLst>
        </pc:picChg>
        <pc:picChg chg="add del mod">
          <ac:chgData name="Hilton Sarius" userId="179070f6-9bfa-4a99-8376-5748b538b5d6" providerId="ADAL" clId="{3E91B3D2-2027-4DF8-8065-88DB6B6BA703}" dt="2025-12-18T00:42:54.251" v="277" actId="478"/>
          <ac:picMkLst>
            <pc:docMk/>
            <pc:sldMk cId="1141251304" sldId="257"/>
            <ac:picMk id="7" creationId="{244A4438-8CA0-8C60-F5D7-F0362E636CEB}"/>
          </ac:picMkLst>
        </pc:picChg>
        <pc:picChg chg="add del mod">
          <ac:chgData name="Hilton Sarius" userId="179070f6-9bfa-4a99-8376-5748b538b5d6" providerId="ADAL" clId="{3E91B3D2-2027-4DF8-8065-88DB6B6BA703}" dt="2025-12-18T02:40:21.579" v="523" actId="478"/>
          <ac:picMkLst>
            <pc:docMk/>
            <pc:sldMk cId="1141251304" sldId="257"/>
            <ac:picMk id="9" creationId="{652FF62D-5361-10A9-F722-A4EBFE07106B}"/>
          </ac:picMkLst>
        </pc:picChg>
      </pc:sldChg>
      <pc:sldChg chg="addSp delSp modSp mod">
        <pc:chgData name="Hilton Sarius" userId="179070f6-9bfa-4a99-8376-5748b538b5d6" providerId="ADAL" clId="{3E91B3D2-2027-4DF8-8065-88DB6B6BA703}" dt="2025-12-18T08:21:38.603" v="795" actId="20577"/>
        <pc:sldMkLst>
          <pc:docMk/>
          <pc:sldMk cId="1195231512" sldId="258"/>
        </pc:sldMkLst>
        <pc:spChg chg="mod">
          <ac:chgData name="Hilton Sarius" userId="179070f6-9bfa-4a99-8376-5748b538b5d6" providerId="ADAL" clId="{3E91B3D2-2027-4DF8-8065-88DB6B6BA703}" dt="2025-12-18T08:21:38.603" v="795" actId="20577"/>
          <ac:spMkLst>
            <pc:docMk/>
            <pc:sldMk cId="1195231512" sldId="258"/>
            <ac:spMk id="2" creationId="{2B60E786-A7EA-9D06-6C39-8A51B00F6DFC}"/>
          </ac:spMkLst>
        </pc:spChg>
        <pc:spChg chg="mod">
          <ac:chgData name="Hilton Sarius" userId="179070f6-9bfa-4a99-8376-5748b538b5d6" providerId="ADAL" clId="{3E91B3D2-2027-4DF8-8065-88DB6B6BA703}" dt="2025-12-18T08:20:45.525" v="785" actId="14100"/>
          <ac:spMkLst>
            <pc:docMk/>
            <pc:sldMk cId="1195231512" sldId="258"/>
            <ac:spMk id="3" creationId="{BF5027AB-B814-8185-786B-4A1762E18E03}"/>
          </ac:spMkLst>
        </pc:spChg>
        <pc:spChg chg="add mod">
          <ac:chgData name="Hilton Sarius" userId="179070f6-9bfa-4a99-8376-5748b538b5d6" providerId="ADAL" clId="{3E91B3D2-2027-4DF8-8065-88DB6B6BA703}" dt="2025-12-18T08:20:50.940" v="786" actId="122"/>
          <ac:spMkLst>
            <pc:docMk/>
            <pc:sldMk cId="1195231512" sldId="258"/>
            <ac:spMk id="9" creationId="{ED5DE8D1-09F8-3310-0D43-CDDB545885D2}"/>
          </ac:spMkLst>
        </pc:spChg>
        <pc:picChg chg="add del mod">
          <ac:chgData name="Hilton Sarius" userId="179070f6-9bfa-4a99-8376-5748b538b5d6" providerId="ADAL" clId="{3E91B3D2-2027-4DF8-8065-88DB6B6BA703}" dt="2025-12-18T08:18:34.469" v="651" actId="478"/>
          <ac:picMkLst>
            <pc:docMk/>
            <pc:sldMk cId="1195231512" sldId="258"/>
            <ac:picMk id="5" creationId="{581379A3-AE01-7FC2-9ABF-EC0BC3C61D31}"/>
          </ac:picMkLst>
        </pc:picChg>
        <pc:picChg chg="add mod">
          <ac:chgData name="Hilton Sarius" userId="179070f6-9bfa-4a99-8376-5748b538b5d6" providerId="ADAL" clId="{3E91B3D2-2027-4DF8-8065-88DB6B6BA703}" dt="2025-12-18T08:20:04.259" v="776" actId="1037"/>
          <ac:picMkLst>
            <pc:docMk/>
            <pc:sldMk cId="1195231512" sldId="258"/>
            <ac:picMk id="7" creationId="{AFF775A4-CA68-F14E-379B-C7BF4DCAD63F}"/>
          </ac:picMkLst>
        </pc:picChg>
      </pc:sldChg>
      <pc:sldChg chg="addSp delSp modSp mod modNotesTx">
        <pc:chgData name="Hilton Sarius" userId="179070f6-9bfa-4a99-8376-5748b538b5d6" providerId="ADAL" clId="{3E91B3D2-2027-4DF8-8065-88DB6B6BA703}" dt="2025-12-18T09:34:44.855" v="1041" actId="20577"/>
        <pc:sldMkLst>
          <pc:docMk/>
          <pc:sldMk cId="3311127181" sldId="259"/>
        </pc:sldMkLst>
        <pc:spChg chg="mod">
          <ac:chgData name="Hilton Sarius" userId="179070f6-9bfa-4a99-8376-5748b538b5d6" providerId="ADAL" clId="{3E91B3D2-2027-4DF8-8065-88DB6B6BA703}" dt="2025-12-18T08:25:03.167" v="796"/>
          <ac:spMkLst>
            <pc:docMk/>
            <pc:sldMk cId="3311127181" sldId="259"/>
            <ac:spMk id="2" creationId="{DF31337C-83EB-2991-6C23-BF97E8FD568E}"/>
          </ac:spMkLst>
        </pc:spChg>
        <pc:spChg chg="del mod">
          <ac:chgData name="Hilton Sarius" userId="179070f6-9bfa-4a99-8376-5748b538b5d6" providerId="ADAL" clId="{3E91B3D2-2027-4DF8-8065-88DB6B6BA703}" dt="2025-12-18T08:28:18.039" v="827" actId="478"/>
          <ac:spMkLst>
            <pc:docMk/>
            <pc:sldMk cId="3311127181" sldId="259"/>
            <ac:spMk id="3" creationId="{A928E58A-1F0B-C24B-3126-5B7512DD1256}"/>
          </ac:spMkLst>
        </pc:spChg>
        <pc:spChg chg="add del mod">
          <ac:chgData name="Hilton Sarius" userId="179070f6-9bfa-4a99-8376-5748b538b5d6" providerId="ADAL" clId="{3E91B3D2-2027-4DF8-8065-88DB6B6BA703}" dt="2025-12-18T08:28:22.062" v="828" actId="478"/>
          <ac:spMkLst>
            <pc:docMk/>
            <pc:sldMk cId="3311127181" sldId="259"/>
            <ac:spMk id="7" creationId="{2913B18F-1F20-38FC-D0E9-119A489CFD14}"/>
          </ac:spMkLst>
        </pc:spChg>
        <pc:picChg chg="add mod ord">
          <ac:chgData name="Hilton Sarius" userId="179070f6-9bfa-4a99-8376-5748b538b5d6" providerId="ADAL" clId="{3E91B3D2-2027-4DF8-8065-88DB6B6BA703}" dt="2025-12-18T08:26:16.420" v="825" actId="167"/>
          <ac:picMkLst>
            <pc:docMk/>
            <pc:sldMk cId="3311127181" sldId="259"/>
            <ac:picMk id="5" creationId="{A34EB86A-8D7D-70C0-CF53-37C3773E2162}"/>
          </ac:picMkLst>
        </pc:picChg>
        <pc:picChg chg="add mod">
          <ac:chgData name="Hilton Sarius" userId="179070f6-9bfa-4a99-8376-5748b538b5d6" providerId="ADAL" clId="{3E91B3D2-2027-4DF8-8065-88DB6B6BA703}" dt="2025-12-18T08:28:49.656" v="832" actId="14100"/>
          <ac:picMkLst>
            <pc:docMk/>
            <pc:sldMk cId="3311127181" sldId="259"/>
            <ac:picMk id="9" creationId="{CB44A0A0-3BB8-432A-9E4F-64A2A76DF2CC}"/>
          </ac:picMkLst>
        </pc:picChg>
      </pc:sldChg>
      <pc:sldChg chg="addSp delSp modSp mod modNotesTx">
        <pc:chgData name="Hilton Sarius" userId="179070f6-9bfa-4a99-8376-5748b538b5d6" providerId="ADAL" clId="{3E91B3D2-2027-4DF8-8065-88DB6B6BA703}" dt="2025-12-18T09:35:44.715" v="1045" actId="20577"/>
        <pc:sldMkLst>
          <pc:docMk/>
          <pc:sldMk cId="3398771240" sldId="260"/>
        </pc:sldMkLst>
        <pc:spChg chg="mod">
          <ac:chgData name="Hilton Sarius" userId="179070f6-9bfa-4a99-8376-5748b538b5d6" providerId="ADAL" clId="{3E91B3D2-2027-4DF8-8065-88DB6B6BA703}" dt="2025-12-18T08:32:31.896" v="835"/>
          <ac:spMkLst>
            <pc:docMk/>
            <pc:sldMk cId="3398771240" sldId="260"/>
            <ac:spMk id="2" creationId="{3B31A6A8-4A97-7B6B-8CE4-39ECAA5FDE1B}"/>
          </ac:spMkLst>
        </pc:spChg>
        <pc:spChg chg="del">
          <ac:chgData name="Hilton Sarius" userId="179070f6-9bfa-4a99-8376-5748b538b5d6" providerId="ADAL" clId="{3E91B3D2-2027-4DF8-8065-88DB6B6BA703}" dt="2025-12-18T08:32:44.126" v="836" actId="478"/>
          <ac:spMkLst>
            <pc:docMk/>
            <pc:sldMk cId="3398771240" sldId="260"/>
            <ac:spMk id="3" creationId="{92A600AA-AB9F-F14E-E878-A413E1560E13}"/>
          </ac:spMkLst>
        </pc:spChg>
        <pc:spChg chg="add del mod">
          <ac:chgData name="Hilton Sarius" userId="179070f6-9bfa-4a99-8376-5748b538b5d6" providerId="ADAL" clId="{3E91B3D2-2027-4DF8-8065-88DB6B6BA703}" dt="2025-12-18T08:32:47.286" v="837" actId="478"/>
          <ac:spMkLst>
            <pc:docMk/>
            <pc:sldMk cId="3398771240" sldId="260"/>
            <ac:spMk id="5" creationId="{FFB8A967-E1BF-6221-2A3F-57EA8033EA1F}"/>
          </ac:spMkLst>
        </pc:spChg>
        <pc:picChg chg="add mod">
          <ac:chgData name="Hilton Sarius" userId="179070f6-9bfa-4a99-8376-5748b538b5d6" providerId="ADAL" clId="{3E91B3D2-2027-4DF8-8065-88DB6B6BA703}" dt="2025-12-18T08:33:05.725" v="840" actId="1076"/>
          <ac:picMkLst>
            <pc:docMk/>
            <pc:sldMk cId="3398771240" sldId="260"/>
            <ac:picMk id="7" creationId="{CB95DD05-2F61-AF92-8B18-1832FC1AF577}"/>
          </ac:picMkLst>
        </pc:picChg>
      </pc:sldChg>
      <pc:sldChg chg="modSp mod modNotesTx">
        <pc:chgData name="Hilton Sarius" userId="179070f6-9bfa-4a99-8376-5748b538b5d6" providerId="ADAL" clId="{3E91B3D2-2027-4DF8-8065-88DB6B6BA703}" dt="2025-12-18T09:37:53.486" v="1047" actId="20577"/>
        <pc:sldMkLst>
          <pc:docMk/>
          <pc:sldMk cId="1028329127" sldId="261"/>
        </pc:sldMkLst>
        <pc:spChg chg="mod">
          <ac:chgData name="Hilton Sarius" userId="179070f6-9bfa-4a99-8376-5748b538b5d6" providerId="ADAL" clId="{3E91B3D2-2027-4DF8-8065-88DB6B6BA703}" dt="2025-12-18T08:40:43.055" v="852"/>
          <ac:spMkLst>
            <pc:docMk/>
            <pc:sldMk cId="1028329127" sldId="261"/>
            <ac:spMk id="2" creationId="{938215E4-05CD-2D46-2664-BA361763521F}"/>
          </ac:spMkLst>
        </pc:spChg>
        <pc:spChg chg="mod">
          <ac:chgData name="Hilton Sarius" userId="179070f6-9bfa-4a99-8376-5748b538b5d6" providerId="ADAL" clId="{3E91B3D2-2027-4DF8-8065-88DB6B6BA703}" dt="2025-12-18T08:41:38.649" v="866" actId="12"/>
          <ac:spMkLst>
            <pc:docMk/>
            <pc:sldMk cId="1028329127" sldId="261"/>
            <ac:spMk id="3" creationId="{ADD97500-F853-87EE-BE34-FF47CA8E731D}"/>
          </ac:spMkLst>
        </pc:spChg>
      </pc:sldChg>
      <pc:sldChg chg="addSp delSp modSp mod modNotesTx">
        <pc:chgData name="Hilton Sarius" userId="179070f6-9bfa-4a99-8376-5748b538b5d6" providerId="ADAL" clId="{3E91B3D2-2027-4DF8-8065-88DB6B6BA703}" dt="2025-12-18T09:45:21.135" v="1051" actId="20577"/>
        <pc:sldMkLst>
          <pc:docMk/>
          <pc:sldMk cId="3729636822" sldId="262"/>
        </pc:sldMkLst>
        <pc:spChg chg="mod">
          <ac:chgData name="Hilton Sarius" userId="179070f6-9bfa-4a99-8376-5748b538b5d6" providerId="ADAL" clId="{3E91B3D2-2027-4DF8-8065-88DB6B6BA703}" dt="2025-12-18T08:57:04.072" v="959"/>
          <ac:spMkLst>
            <pc:docMk/>
            <pc:sldMk cId="3729636822" sldId="262"/>
            <ac:spMk id="2" creationId="{73F98903-009F-718D-62EB-0707ACF3BF10}"/>
          </ac:spMkLst>
        </pc:spChg>
        <pc:spChg chg="del">
          <ac:chgData name="Hilton Sarius" userId="179070f6-9bfa-4a99-8376-5748b538b5d6" providerId="ADAL" clId="{3E91B3D2-2027-4DF8-8065-88DB6B6BA703}" dt="2025-12-18T08:57:07.754" v="960" actId="478"/>
          <ac:spMkLst>
            <pc:docMk/>
            <pc:sldMk cId="3729636822" sldId="262"/>
            <ac:spMk id="3" creationId="{FB11CB78-9845-F61D-2BFB-6FEBD4A48A2E}"/>
          </ac:spMkLst>
        </pc:spChg>
        <pc:spChg chg="add del mod">
          <ac:chgData name="Hilton Sarius" userId="179070f6-9bfa-4a99-8376-5748b538b5d6" providerId="ADAL" clId="{3E91B3D2-2027-4DF8-8065-88DB6B6BA703}" dt="2025-12-18T08:57:10.054" v="961" actId="478"/>
          <ac:spMkLst>
            <pc:docMk/>
            <pc:sldMk cId="3729636822" sldId="262"/>
            <ac:spMk id="5" creationId="{0BCC226E-8FDC-2FCA-0BF1-A938D92B48F7}"/>
          </ac:spMkLst>
        </pc:spChg>
        <pc:picChg chg="add mod">
          <ac:chgData name="Hilton Sarius" userId="179070f6-9bfa-4a99-8376-5748b538b5d6" providerId="ADAL" clId="{3E91B3D2-2027-4DF8-8065-88DB6B6BA703}" dt="2025-12-18T08:57:33.807" v="964" actId="1076"/>
          <ac:picMkLst>
            <pc:docMk/>
            <pc:sldMk cId="3729636822" sldId="262"/>
            <ac:picMk id="7" creationId="{440EE204-F695-52EA-7AF3-B824F4666DE3}"/>
          </ac:picMkLst>
        </pc:picChg>
      </pc:sldChg>
      <pc:sldChg chg="addSp delSp modSp mod modNotesTx">
        <pc:chgData name="Hilton Sarius" userId="179070f6-9bfa-4a99-8376-5748b538b5d6" providerId="ADAL" clId="{3E91B3D2-2027-4DF8-8065-88DB6B6BA703}" dt="2025-12-18T09:48:32.643" v="1066" actId="20577"/>
        <pc:sldMkLst>
          <pc:docMk/>
          <pc:sldMk cId="2291125794" sldId="263"/>
        </pc:sldMkLst>
        <pc:spChg chg="mod">
          <ac:chgData name="Hilton Sarius" userId="179070f6-9bfa-4a99-8376-5748b538b5d6" providerId="ADAL" clId="{3E91B3D2-2027-4DF8-8065-88DB6B6BA703}" dt="2025-12-18T09:19:57.717" v="999"/>
          <ac:spMkLst>
            <pc:docMk/>
            <pc:sldMk cId="2291125794" sldId="263"/>
            <ac:spMk id="2" creationId="{E0A8619F-CB85-BE29-E609-7740C67236C0}"/>
          </ac:spMkLst>
        </pc:spChg>
        <pc:spChg chg="del">
          <ac:chgData name="Hilton Sarius" userId="179070f6-9bfa-4a99-8376-5748b538b5d6" providerId="ADAL" clId="{3E91B3D2-2027-4DF8-8065-88DB6B6BA703}" dt="2025-12-18T09:20:01.455" v="1000" actId="478"/>
          <ac:spMkLst>
            <pc:docMk/>
            <pc:sldMk cId="2291125794" sldId="263"/>
            <ac:spMk id="3" creationId="{91664954-44B6-7085-556A-F785063EFB68}"/>
          </ac:spMkLst>
        </pc:spChg>
        <pc:spChg chg="add del mod">
          <ac:chgData name="Hilton Sarius" userId="179070f6-9bfa-4a99-8376-5748b538b5d6" providerId="ADAL" clId="{3E91B3D2-2027-4DF8-8065-88DB6B6BA703}" dt="2025-12-18T09:20:02.930" v="1001" actId="478"/>
          <ac:spMkLst>
            <pc:docMk/>
            <pc:sldMk cId="2291125794" sldId="263"/>
            <ac:spMk id="5" creationId="{A2470066-0FE4-3F7B-2A1E-A374D1DB140C}"/>
          </ac:spMkLst>
        </pc:spChg>
        <pc:picChg chg="add mod">
          <ac:chgData name="Hilton Sarius" userId="179070f6-9bfa-4a99-8376-5748b538b5d6" providerId="ADAL" clId="{3E91B3D2-2027-4DF8-8065-88DB6B6BA703}" dt="2025-12-18T09:20:27.017" v="1016" actId="1038"/>
          <ac:picMkLst>
            <pc:docMk/>
            <pc:sldMk cId="2291125794" sldId="263"/>
            <ac:picMk id="7" creationId="{C55FC9F2-59F9-342E-49EB-2A8A6CE05C74}"/>
          </ac:picMkLst>
        </pc:picChg>
      </pc:sldChg>
      <pc:sldChg chg="addSp delSp modSp mod modNotesTx">
        <pc:chgData name="Hilton Sarius" userId="179070f6-9bfa-4a99-8376-5748b538b5d6" providerId="ADAL" clId="{3E91B3D2-2027-4DF8-8065-88DB6B6BA703}" dt="2025-12-18T09:22:02.254" v="1023" actId="6549"/>
        <pc:sldMkLst>
          <pc:docMk/>
          <pc:sldMk cId="4189000785" sldId="264"/>
        </pc:sldMkLst>
        <pc:spChg chg="mod">
          <ac:chgData name="Hilton Sarius" userId="179070f6-9bfa-4a99-8376-5748b538b5d6" providerId="ADAL" clId="{3E91B3D2-2027-4DF8-8065-88DB6B6BA703}" dt="2025-12-18T09:20:56.847" v="1017"/>
          <ac:spMkLst>
            <pc:docMk/>
            <pc:sldMk cId="4189000785" sldId="264"/>
            <ac:spMk id="2" creationId="{24664654-CD83-BF44-F6EA-D33C0CAC09C4}"/>
          </ac:spMkLst>
        </pc:spChg>
        <pc:spChg chg="del">
          <ac:chgData name="Hilton Sarius" userId="179070f6-9bfa-4a99-8376-5748b538b5d6" providerId="ADAL" clId="{3E91B3D2-2027-4DF8-8065-88DB6B6BA703}" dt="2025-12-18T09:21:00.326" v="1018" actId="478"/>
          <ac:spMkLst>
            <pc:docMk/>
            <pc:sldMk cId="4189000785" sldId="264"/>
            <ac:spMk id="3" creationId="{08A7D0A2-6D87-7ED9-029B-9828E70257C1}"/>
          </ac:spMkLst>
        </pc:spChg>
        <pc:spChg chg="add del mod">
          <ac:chgData name="Hilton Sarius" userId="179070f6-9bfa-4a99-8376-5748b538b5d6" providerId="ADAL" clId="{3E91B3D2-2027-4DF8-8065-88DB6B6BA703}" dt="2025-12-18T09:21:03.302" v="1019" actId="478"/>
          <ac:spMkLst>
            <pc:docMk/>
            <pc:sldMk cId="4189000785" sldId="264"/>
            <ac:spMk id="5" creationId="{DEA8B048-EA21-342D-5FFC-515A0F355D6F}"/>
          </ac:spMkLst>
        </pc:spChg>
        <pc:picChg chg="add mod">
          <ac:chgData name="Hilton Sarius" userId="179070f6-9bfa-4a99-8376-5748b538b5d6" providerId="ADAL" clId="{3E91B3D2-2027-4DF8-8065-88DB6B6BA703}" dt="2025-12-18T09:21:19.228" v="1022" actId="1076"/>
          <ac:picMkLst>
            <pc:docMk/>
            <pc:sldMk cId="4189000785" sldId="264"/>
            <ac:picMk id="7" creationId="{8D62CA1B-7E12-60B2-4020-5A62034ED41A}"/>
          </ac:picMkLst>
        </pc:picChg>
      </pc:sldChg>
      <pc:sldChg chg="addSp delSp modSp mod modNotesTx">
        <pc:chgData name="Hilton Sarius" userId="179070f6-9bfa-4a99-8376-5748b538b5d6" providerId="ADAL" clId="{3E91B3D2-2027-4DF8-8065-88DB6B6BA703}" dt="2025-12-18T09:50:14.472" v="1077" actId="6549"/>
        <pc:sldMkLst>
          <pc:docMk/>
          <pc:sldMk cId="3931564178" sldId="265"/>
        </pc:sldMkLst>
        <pc:spChg chg="mod">
          <ac:chgData name="Hilton Sarius" userId="179070f6-9bfa-4a99-8376-5748b538b5d6" providerId="ADAL" clId="{3E91B3D2-2027-4DF8-8065-88DB6B6BA703}" dt="2025-12-18T09:23:50.174" v="1024"/>
          <ac:spMkLst>
            <pc:docMk/>
            <pc:sldMk cId="3931564178" sldId="265"/>
            <ac:spMk id="2" creationId="{CB9683E9-74DE-C615-D3AD-5DDE052B38EB}"/>
          </ac:spMkLst>
        </pc:spChg>
        <pc:spChg chg="del">
          <ac:chgData name="Hilton Sarius" userId="179070f6-9bfa-4a99-8376-5748b538b5d6" providerId="ADAL" clId="{3E91B3D2-2027-4DF8-8065-88DB6B6BA703}" dt="2025-12-18T09:24:01.501" v="1025" actId="478"/>
          <ac:spMkLst>
            <pc:docMk/>
            <pc:sldMk cId="3931564178" sldId="265"/>
            <ac:spMk id="3" creationId="{7D6FC9C8-0684-7BCF-3355-168ABE1916E3}"/>
          </ac:spMkLst>
        </pc:spChg>
        <pc:spChg chg="add del mod">
          <ac:chgData name="Hilton Sarius" userId="179070f6-9bfa-4a99-8376-5748b538b5d6" providerId="ADAL" clId="{3E91B3D2-2027-4DF8-8065-88DB6B6BA703}" dt="2025-12-18T09:24:03.397" v="1026" actId="478"/>
          <ac:spMkLst>
            <pc:docMk/>
            <pc:sldMk cId="3931564178" sldId="265"/>
            <ac:spMk id="5" creationId="{8CF62516-8184-9184-D353-F2A633340877}"/>
          </ac:spMkLst>
        </pc:spChg>
        <pc:picChg chg="add mod">
          <ac:chgData name="Hilton Sarius" userId="179070f6-9bfa-4a99-8376-5748b538b5d6" providerId="ADAL" clId="{3E91B3D2-2027-4DF8-8065-88DB6B6BA703}" dt="2025-12-18T09:24:24.564" v="1030" actId="1076"/>
          <ac:picMkLst>
            <pc:docMk/>
            <pc:sldMk cId="3931564178" sldId="265"/>
            <ac:picMk id="7" creationId="{2CBFF69E-4AA7-A6C4-A1D6-288F1C521E2D}"/>
          </ac:picMkLst>
        </pc:picChg>
      </pc:sldChg>
      <pc:sldChg chg="addSp delSp modSp mod modNotesTx">
        <pc:chgData name="Hilton Sarius" userId="179070f6-9bfa-4a99-8376-5748b538b5d6" providerId="ADAL" clId="{3E91B3D2-2027-4DF8-8065-88DB6B6BA703}" dt="2025-12-18T09:27:35.654" v="1038" actId="6549"/>
        <pc:sldMkLst>
          <pc:docMk/>
          <pc:sldMk cId="2276753860" sldId="266"/>
        </pc:sldMkLst>
        <pc:spChg chg="mod">
          <ac:chgData name="Hilton Sarius" userId="179070f6-9bfa-4a99-8376-5748b538b5d6" providerId="ADAL" clId="{3E91B3D2-2027-4DF8-8065-88DB6B6BA703}" dt="2025-12-18T09:27:09.072" v="1032"/>
          <ac:spMkLst>
            <pc:docMk/>
            <pc:sldMk cId="2276753860" sldId="266"/>
            <ac:spMk id="2" creationId="{7243D12E-8CD5-2702-4EBC-8188C2E8EAED}"/>
          </ac:spMkLst>
        </pc:spChg>
        <pc:spChg chg="del">
          <ac:chgData name="Hilton Sarius" userId="179070f6-9bfa-4a99-8376-5748b538b5d6" providerId="ADAL" clId="{3E91B3D2-2027-4DF8-8065-88DB6B6BA703}" dt="2025-12-18T09:27:12.665" v="1033" actId="478"/>
          <ac:spMkLst>
            <pc:docMk/>
            <pc:sldMk cId="2276753860" sldId="266"/>
            <ac:spMk id="3" creationId="{3C22AECD-8DE9-15D9-7B11-D7EC201E7691}"/>
          </ac:spMkLst>
        </pc:spChg>
        <pc:spChg chg="add del mod">
          <ac:chgData name="Hilton Sarius" userId="179070f6-9bfa-4a99-8376-5748b538b5d6" providerId="ADAL" clId="{3E91B3D2-2027-4DF8-8065-88DB6B6BA703}" dt="2025-12-18T09:27:13.892" v="1034" actId="478"/>
          <ac:spMkLst>
            <pc:docMk/>
            <pc:sldMk cId="2276753860" sldId="266"/>
            <ac:spMk id="5" creationId="{62B1ED8A-6BAD-3DDB-1920-D715E9A7BA13}"/>
          </ac:spMkLst>
        </pc:spChg>
        <pc:picChg chg="add mod">
          <ac:chgData name="Hilton Sarius" userId="179070f6-9bfa-4a99-8376-5748b538b5d6" providerId="ADAL" clId="{3E91B3D2-2027-4DF8-8065-88DB6B6BA703}" dt="2025-12-18T09:27:33.688" v="1037" actId="1076"/>
          <ac:picMkLst>
            <pc:docMk/>
            <pc:sldMk cId="2276753860" sldId="266"/>
            <ac:picMk id="7" creationId="{C5CCF8AC-6DF5-2E8D-2494-CB36708C555D}"/>
          </ac:picMkLst>
        </pc:picChg>
      </pc:sldChg>
      <pc:sldChg chg="modSp del">
        <pc:chgData name="Hilton Sarius" userId="179070f6-9bfa-4a99-8376-5748b538b5d6" providerId="ADAL" clId="{3E91B3D2-2027-4DF8-8065-88DB6B6BA703}" dt="2025-12-18T09:27:47.184" v="1039" actId="47"/>
        <pc:sldMkLst>
          <pc:docMk/>
          <pc:sldMk cId="2922510228" sldId="267"/>
        </pc:sldMkLst>
        <pc:spChg chg="mod">
          <ac:chgData name="Hilton Sarius" userId="179070f6-9bfa-4a99-8376-5748b538b5d6" providerId="ADAL" clId="{3E91B3D2-2027-4DF8-8065-88DB6B6BA703}" dt="2025-12-18T00:58:23.392" v="321"/>
          <ac:spMkLst>
            <pc:docMk/>
            <pc:sldMk cId="2922510228" sldId="267"/>
            <ac:spMk id="2" creationId="{43BBB300-1991-00B5-A795-F6EBAB858DE2}"/>
          </ac:spMkLst>
        </pc:spChg>
      </pc:sldChg>
      <pc:sldChg chg="modSp del">
        <pc:chgData name="Hilton Sarius" userId="179070f6-9bfa-4a99-8376-5748b538b5d6" providerId="ADAL" clId="{3E91B3D2-2027-4DF8-8065-88DB6B6BA703}" dt="2025-12-18T09:27:47.184" v="1039" actId="47"/>
        <pc:sldMkLst>
          <pc:docMk/>
          <pc:sldMk cId="3393560542" sldId="268"/>
        </pc:sldMkLst>
        <pc:spChg chg="mod">
          <ac:chgData name="Hilton Sarius" userId="179070f6-9bfa-4a99-8376-5748b538b5d6" providerId="ADAL" clId="{3E91B3D2-2027-4DF8-8065-88DB6B6BA703}" dt="2025-12-18T00:58:45.716" v="322"/>
          <ac:spMkLst>
            <pc:docMk/>
            <pc:sldMk cId="3393560542" sldId="268"/>
            <ac:spMk id="2" creationId="{AD20B158-628A-3B18-FE36-29BADE3714C4}"/>
          </ac:spMkLst>
        </pc:spChg>
      </pc:sldChg>
      <pc:sldChg chg="modSp del">
        <pc:chgData name="Hilton Sarius" userId="179070f6-9bfa-4a99-8376-5748b538b5d6" providerId="ADAL" clId="{3E91B3D2-2027-4DF8-8065-88DB6B6BA703}" dt="2025-12-18T09:27:47.184" v="1039" actId="47"/>
        <pc:sldMkLst>
          <pc:docMk/>
          <pc:sldMk cId="2001032253" sldId="269"/>
        </pc:sldMkLst>
        <pc:spChg chg="mod">
          <ac:chgData name="Hilton Sarius" userId="179070f6-9bfa-4a99-8376-5748b538b5d6" providerId="ADAL" clId="{3E91B3D2-2027-4DF8-8065-88DB6B6BA703}" dt="2025-12-18T00:59:01.543" v="323"/>
          <ac:spMkLst>
            <pc:docMk/>
            <pc:sldMk cId="2001032253" sldId="269"/>
            <ac:spMk id="2" creationId="{3AA24BB9-47D1-9226-1615-BB7F7F4A979D}"/>
          </ac:spMkLst>
        </pc:spChg>
      </pc:sldChg>
      <pc:sldChg chg="modSp del">
        <pc:chgData name="Hilton Sarius" userId="179070f6-9bfa-4a99-8376-5748b538b5d6" providerId="ADAL" clId="{3E91B3D2-2027-4DF8-8065-88DB6B6BA703}" dt="2025-12-18T09:27:47.184" v="1039" actId="47"/>
        <pc:sldMkLst>
          <pc:docMk/>
          <pc:sldMk cId="767840217" sldId="270"/>
        </pc:sldMkLst>
        <pc:spChg chg="mod">
          <ac:chgData name="Hilton Sarius" userId="179070f6-9bfa-4a99-8376-5748b538b5d6" providerId="ADAL" clId="{3E91B3D2-2027-4DF8-8065-88DB6B6BA703}" dt="2025-12-18T00:59:54.774" v="324"/>
          <ac:spMkLst>
            <pc:docMk/>
            <pc:sldMk cId="767840217" sldId="270"/>
            <ac:spMk id="2" creationId="{4A993E00-0CC1-C39A-61CD-2FE9E0DA9B0D}"/>
          </ac:spMkLst>
        </pc:spChg>
      </pc:sldChg>
      <pc:sldChg chg="modSp del">
        <pc:chgData name="Hilton Sarius" userId="179070f6-9bfa-4a99-8376-5748b538b5d6" providerId="ADAL" clId="{3E91B3D2-2027-4DF8-8065-88DB6B6BA703}" dt="2025-12-18T09:27:47.184" v="1039" actId="47"/>
        <pc:sldMkLst>
          <pc:docMk/>
          <pc:sldMk cId="2321422155" sldId="271"/>
        </pc:sldMkLst>
        <pc:spChg chg="mod">
          <ac:chgData name="Hilton Sarius" userId="179070f6-9bfa-4a99-8376-5748b538b5d6" providerId="ADAL" clId="{3E91B3D2-2027-4DF8-8065-88DB6B6BA703}" dt="2025-12-18T01:00:21.541" v="325"/>
          <ac:spMkLst>
            <pc:docMk/>
            <pc:sldMk cId="2321422155" sldId="271"/>
            <ac:spMk id="2" creationId="{7F943460-04D8-92B6-34CF-A50B1F9824F5}"/>
          </ac:spMkLst>
        </pc:spChg>
      </pc:sldChg>
      <pc:sldChg chg="modSp del">
        <pc:chgData name="Hilton Sarius" userId="179070f6-9bfa-4a99-8376-5748b538b5d6" providerId="ADAL" clId="{3E91B3D2-2027-4DF8-8065-88DB6B6BA703}" dt="2025-12-18T09:27:47.184" v="1039" actId="47"/>
        <pc:sldMkLst>
          <pc:docMk/>
          <pc:sldMk cId="2247843496" sldId="272"/>
        </pc:sldMkLst>
        <pc:spChg chg="mod">
          <ac:chgData name="Hilton Sarius" userId="179070f6-9bfa-4a99-8376-5748b538b5d6" providerId="ADAL" clId="{3E91B3D2-2027-4DF8-8065-88DB6B6BA703}" dt="2025-12-18T01:00:27.067" v="326"/>
          <ac:spMkLst>
            <pc:docMk/>
            <pc:sldMk cId="2247843496" sldId="272"/>
            <ac:spMk id="2" creationId="{45BBA058-F758-A6B5-133B-0B2477D0E84E}"/>
          </ac:spMkLst>
        </pc:spChg>
      </pc:sldChg>
      <pc:sldChg chg="modSp del">
        <pc:chgData name="Hilton Sarius" userId="179070f6-9bfa-4a99-8376-5748b538b5d6" providerId="ADAL" clId="{3E91B3D2-2027-4DF8-8065-88DB6B6BA703}" dt="2025-12-18T09:27:47.184" v="1039" actId="47"/>
        <pc:sldMkLst>
          <pc:docMk/>
          <pc:sldMk cId="3626715142" sldId="273"/>
        </pc:sldMkLst>
        <pc:spChg chg="mod">
          <ac:chgData name="Hilton Sarius" userId="179070f6-9bfa-4a99-8376-5748b538b5d6" providerId="ADAL" clId="{3E91B3D2-2027-4DF8-8065-88DB6B6BA703}" dt="2025-12-18T01:00:47.372" v="327"/>
          <ac:spMkLst>
            <pc:docMk/>
            <pc:sldMk cId="3626715142" sldId="273"/>
            <ac:spMk id="2" creationId="{07DB6995-AE69-0139-E18D-51749FAE44F2}"/>
          </ac:spMkLst>
        </pc:spChg>
      </pc:sldChg>
      <pc:sldChg chg="modSp del">
        <pc:chgData name="Hilton Sarius" userId="179070f6-9bfa-4a99-8376-5748b538b5d6" providerId="ADAL" clId="{3E91B3D2-2027-4DF8-8065-88DB6B6BA703}" dt="2025-12-18T09:27:47.184" v="1039" actId="47"/>
        <pc:sldMkLst>
          <pc:docMk/>
          <pc:sldMk cId="4288852506" sldId="274"/>
        </pc:sldMkLst>
        <pc:spChg chg="mod">
          <ac:chgData name="Hilton Sarius" userId="179070f6-9bfa-4a99-8376-5748b538b5d6" providerId="ADAL" clId="{3E91B3D2-2027-4DF8-8065-88DB6B6BA703}" dt="2025-12-18T01:01:15.310" v="328"/>
          <ac:spMkLst>
            <pc:docMk/>
            <pc:sldMk cId="4288852506" sldId="274"/>
            <ac:spMk id="2" creationId="{F2E040E0-F02E-BF6A-DFC8-68DDAEFE3CFE}"/>
          </ac:spMkLst>
        </pc:spChg>
      </pc:sldChg>
      <pc:sldChg chg="modSp del">
        <pc:chgData name="Hilton Sarius" userId="179070f6-9bfa-4a99-8376-5748b538b5d6" providerId="ADAL" clId="{3E91B3D2-2027-4DF8-8065-88DB6B6BA703}" dt="2025-12-18T09:27:47.184" v="1039" actId="47"/>
        <pc:sldMkLst>
          <pc:docMk/>
          <pc:sldMk cId="830173609" sldId="275"/>
        </pc:sldMkLst>
        <pc:spChg chg="mod">
          <ac:chgData name="Hilton Sarius" userId="179070f6-9bfa-4a99-8376-5748b538b5d6" providerId="ADAL" clId="{3E91B3D2-2027-4DF8-8065-88DB6B6BA703}" dt="2025-12-18T01:01:23.073" v="329"/>
          <ac:spMkLst>
            <pc:docMk/>
            <pc:sldMk cId="830173609" sldId="275"/>
            <ac:spMk id="2" creationId="{36F74A26-FEE0-E408-8EA8-F8C754C3F471}"/>
          </ac:spMkLst>
        </pc:spChg>
      </pc:sldChg>
      <pc:sldChg chg="modSp del">
        <pc:chgData name="Hilton Sarius" userId="179070f6-9bfa-4a99-8376-5748b538b5d6" providerId="ADAL" clId="{3E91B3D2-2027-4DF8-8065-88DB6B6BA703}" dt="2025-12-18T09:27:47.184" v="1039" actId="47"/>
        <pc:sldMkLst>
          <pc:docMk/>
          <pc:sldMk cId="3948395548" sldId="276"/>
        </pc:sldMkLst>
        <pc:spChg chg="mod">
          <ac:chgData name="Hilton Sarius" userId="179070f6-9bfa-4a99-8376-5748b538b5d6" providerId="ADAL" clId="{3E91B3D2-2027-4DF8-8065-88DB6B6BA703}" dt="2025-12-18T01:01:48.134" v="330"/>
          <ac:spMkLst>
            <pc:docMk/>
            <pc:sldMk cId="3948395548" sldId="276"/>
            <ac:spMk id="2" creationId="{7B55048B-1748-81DF-4707-01A083B7C674}"/>
          </ac:spMkLst>
        </pc:spChg>
      </pc:sldChg>
      <pc:sldChg chg="modSp del">
        <pc:chgData name="Hilton Sarius" userId="179070f6-9bfa-4a99-8376-5748b538b5d6" providerId="ADAL" clId="{3E91B3D2-2027-4DF8-8065-88DB6B6BA703}" dt="2025-12-18T09:27:47.184" v="1039" actId="47"/>
        <pc:sldMkLst>
          <pc:docMk/>
          <pc:sldMk cId="3775027200" sldId="277"/>
        </pc:sldMkLst>
        <pc:spChg chg="mod">
          <ac:chgData name="Hilton Sarius" userId="179070f6-9bfa-4a99-8376-5748b538b5d6" providerId="ADAL" clId="{3E91B3D2-2027-4DF8-8065-88DB6B6BA703}" dt="2025-12-18T01:02:03.870" v="331"/>
          <ac:spMkLst>
            <pc:docMk/>
            <pc:sldMk cId="3775027200" sldId="277"/>
            <ac:spMk id="2" creationId="{1548FC19-53D0-3575-C2B5-31162C401BB2}"/>
          </ac:spMkLst>
        </pc:spChg>
      </pc:sldChg>
      <pc:sldChg chg="modSp del">
        <pc:chgData name="Hilton Sarius" userId="179070f6-9bfa-4a99-8376-5748b538b5d6" providerId="ADAL" clId="{3E91B3D2-2027-4DF8-8065-88DB6B6BA703}" dt="2025-12-18T09:27:47.184" v="1039" actId="47"/>
        <pc:sldMkLst>
          <pc:docMk/>
          <pc:sldMk cId="965706999" sldId="278"/>
        </pc:sldMkLst>
        <pc:spChg chg="mod">
          <ac:chgData name="Hilton Sarius" userId="179070f6-9bfa-4a99-8376-5748b538b5d6" providerId="ADAL" clId="{3E91B3D2-2027-4DF8-8065-88DB6B6BA703}" dt="2025-12-18T01:02:43.186" v="332"/>
          <ac:spMkLst>
            <pc:docMk/>
            <pc:sldMk cId="965706999" sldId="278"/>
            <ac:spMk id="2" creationId="{056D16A9-CE77-07A2-F677-421BD45AAD1C}"/>
          </ac:spMkLst>
        </pc:spChg>
      </pc:sldChg>
      <pc:sldChg chg="modSp del">
        <pc:chgData name="Hilton Sarius" userId="179070f6-9bfa-4a99-8376-5748b538b5d6" providerId="ADAL" clId="{3E91B3D2-2027-4DF8-8065-88DB6B6BA703}" dt="2025-12-18T09:27:47.184" v="1039" actId="47"/>
        <pc:sldMkLst>
          <pc:docMk/>
          <pc:sldMk cId="2568198661" sldId="279"/>
        </pc:sldMkLst>
        <pc:spChg chg="mod">
          <ac:chgData name="Hilton Sarius" userId="179070f6-9bfa-4a99-8376-5748b538b5d6" providerId="ADAL" clId="{3E91B3D2-2027-4DF8-8065-88DB6B6BA703}" dt="2025-12-18T01:05:00.303" v="342"/>
          <ac:spMkLst>
            <pc:docMk/>
            <pc:sldMk cId="2568198661" sldId="279"/>
            <ac:spMk id="2" creationId="{1EC86EE9-2503-C100-E07B-BA3986D026C9}"/>
          </ac:spMkLst>
        </pc:spChg>
      </pc:sldChg>
      <pc:sldChg chg="modSp del mod">
        <pc:chgData name="Hilton Sarius" userId="179070f6-9bfa-4a99-8376-5748b538b5d6" providerId="ADAL" clId="{3E91B3D2-2027-4DF8-8065-88DB6B6BA703}" dt="2025-12-18T09:27:47.184" v="1039" actId="47"/>
        <pc:sldMkLst>
          <pc:docMk/>
          <pc:sldMk cId="2435174449" sldId="280"/>
        </pc:sldMkLst>
        <pc:spChg chg="mod">
          <ac:chgData name="Hilton Sarius" userId="179070f6-9bfa-4a99-8376-5748b538b5d6" providerId="ADAL" clId="{3E91B3D2-2027-4DF8-8065-88DB6B6BA703}" dt="2025-12-18T01:05:17.863" v="344"/>
          <ac:spMkLst>
            <pc:docMk/>
            <pc:sldMk cId="2435174449" sldId="280"/>
            <ac:spMk id="2" creationId="{7E5FE0A4-18F1-FC5C-5675-29F862EB28A0}"/>
          </ac:spMkLst>
        </pc:spChg>
      </pc:sldChg>
      <pc:sldChg chg="modSp del">
        <pc:chgData name="Hilton Sarius" userId="179070f6-9bfa-4a99-8376-5748b538b5d6" providerId="ADAL" clId="{3E91B3D2-2027-4DF8-8065-88DB6B6BA703}" dt="2025-12-18T09:27:47.184" v="1039" actId="47"/>
        <pc:sldMkLst>
          <pc:docMk/>
          <pc:sldMk cId="1935547367" sldId="281"/>
        </pc:sldMkLst>
        <pc:spChg chg="mod">
          <ac:chgData name="Hilton Sarius" userId="179070f6-9bfa-4a99-8376-5748b538b5d6" providerId="ADAL" clId="{3E91B3D2-2027-4DF8-8065-88DB6B6BA703}" dt="2025-12-18T01:06:31.835" v="345"/>
          <ac:spMkLst>
            <pc:docMk/>
            <pc:sldMk cId="1935547367" sldId="281"/>
            <ac:spMk id="2" creationId="{BC23AF88-0FB2-36C6-6069-D54DB3659647}"/>
          </ac:spMkLst>
        </pc:spChg>
      </pc:sldChg>
      <pc:sldChg chg="modSp del">
        <pc:chgData name="Hilton Sarius" userId="179070f6-9bfa-4a99-8376-5748b538b5d6" providerId="ADAL" clId="{3E91B3D2-2027-4DF8-8065-88DB6B6BA703}" dt="2025-12-18T09:27:47.184" v="1039" actId="47"/>
        <pc:sldMkLst>
          <pc:docMk/>
          <pc:sldMk cId="3201922409" sldId="282"/>
        </pc:sldMkLst>
        <pc:spChg chg="mod">
          <ac:chgData name="Hilton Sarius" userId="179070f6-9bfa-4a99-8376-5748b538b5d6" providerId="ADAL" clId="{3E91B3D2-2027-4DF8-8065-88DB6B6BA703}" dt="2025-12-18T01:08:08.476" v="346"/>
          <ac:spMkLst>
            <pc:docMk/>
            <pc:sldMk cId="3201922409" sldId="282"/>
            <ac:spMk id="2" creationId="{C86E7182-8DD5-6E2C-9F8C-BBA681002AC8}"/>
          </ac:spMkLst>
        </pc:spChg>
      </pc:sldChg>
      <pc:sldChg chg="modSp del">
        <pc:chgData name="Hilton Sarius" userId="179070f6-9bfa-4a99-8376-5748b538b5d6" providerId="ADAL" clId="{3E91B3D2-2027-4DF8-8065-88DB6B6BA703}" dt="2025-12-18T09:27:47.184" v="1039" actId="47"/>
        <pc:sldMkLst>
          <pc:docMk/>
          <pc:sldMk cId="1975718034" sldId="283"/>
        </pc:sldMkLst>
        <pc:spChg chg="mod">
          <ac:chgData name="Hilton Sarius" userId="179070f6-9bfa-4a99-8376-5748b538b5d6" providerId="ADAL" clId="{3E91B3D2-2027-4DF8-8065-88DB6B6BA703}" dt="2025-12-18T01:09:44.668" v="347"/>
          <ac:spMkLst>
            <pc:docMk/>
            <pc:sldMk cId="1975718034" sldId="283"/>
            <ac:spMk id="2" creationId="{6AABA860-B198-FEB0-7BD7-D1F0EAD19930}"/>
          </ac:spMkLst>
        </pc:spChg>
      </pc:sldChg>
      <pc:sldChg chg="modSp del mod">
        <pc:chgData name="Hilton Sarius" userId="179070f6-9bfa-4a99-8376-5748b538b5d6" providerId="ADAL" clId="{3E91B3D2-2027-4DF8-8065-88DB6B6BA703}" dt="2025-12-18T09:27:47.184" v="1039" actId="47"/>
        <pc:sldMkLst>
          <pc:docMk/>
          <pc:sldMk cId="4147288373" sldId="284"/>
        </pc:sldMkLst>
        <pc:spChg chg="mod">
          <ac:chgData name="Hilton Sarius" userId="179070f6-9bfa-4a99-8376-5748b538b5d6" providerId="ADAL" clId="{3E91B3D2-2027-4DF8-8065-88DB6B6BA703}" dt="2025-12-18T01:10:41.448" v="348"/>
          <ac:spMkLst>
            <pc:docMk/>
            <pc:sldMk cId="4147288373" sldId="284"/>
            <ac:spMk id="2" creationId="{32398CD8-3F5B-1649-262D-89DBC1310921}"/>
          </ac:spMkLst>
        </pc:spChg>
        <pc:spChg chg="mod">
          <ac:chgData name="Hilton Sarius" userId="179070f6-9bfa-4a99-8376-5748b538b5d6" providerId="ADAL" clId="{3E91B3D2-2027-4DF8-8065-88DB6B6BA703}" dt="2025-12-18T01:10:53.733" v="352" actId="20577"/>
          <ac:spMkLst>
            <pc:docMk/>
            <pc:sldMk cId="4147288373" sldId="284"/>
            <ac:spMk id="3" creationId="{07636762-E26A-D3FF-81B6-EFD3AA4E182E}"/>
          </ac:spMkLst>
        </pc:spChg>
      </pc:sldChg>
      <pc:sldChg chg="modSp del">
        <pc:chgData name="Hilton Sarius" userId="179070f6-9bfa-4a99-8376-5748b538b5d6" providerId="ADAL" clId="{3E91B3D2-2027-4DF8-8065-88DB6B6BA703}" dt="2025-12-18T09:27:47.184" v="1039" actId="47"/>
        <pc:sldMkLst>
          <pc:docMk/>
          <pc:sldMk cId="445016181" sldId="285"/>
        </pc:sldMkLst>
        <pc:spChg chg="mod">
          <ac:chgData name="Hilton Sarius" userId="179070f6-9bfa-4a99-8376-5748b538b5d6" providerId="ADAL" clId="{3E91B3D2-2027-4DF8-8065-88DB6B6BA703}" dt="2025-12-18T01:12:35.771" v="353"/>
          <ac:spMkLst>
            <pc:docMk/>
            <pc:sldMk cId="445016181" sldId="285"/>
            <ac:spMk id="2" creationId="{262BE6FD-6446-704C-C56D-E7827E143229}"/>
          </ac:spMkLst>
        </pc:spChg>
      </pc:sldChg>
      <pc:sldChg chg="modSp del ord">
        <pc:chgData name="Hilton Sarius" userId="179070f6-9bfa-4a99-8376-5748b538b5d6" providerId="ADAL" clId="{3E91B3D2-2027-4DF8-8065-88DB6B6BA703}" dt="2025-12-18T09:27:47.184" v="1039" actId="47"/>
        <pc:sldMkLst>
          <pc:docMk/>
          <pc:sldMk cId="617294536" sldId="286"/>
        </pc:sldMkLst>
        <pc:spChg chg="mod">
          <ac:chgData name="Hilton Sarius" userId="179070f6-9bfa-4a99-8376-5748b538b5d6" providerId="ADAL" clId="{3E91B3D2-2027-4DF8-8065-88DB6B6BA703}" dt="2025-12-18T01:03:44.713" v="341"/>
          <ac:spMkLst>
            <pc:docMk/>
            <pc:sldMk cId="617294536" sldId="286"/>
            <ac:spMk id="2" creationId="{1BC14107-AC37-FC08-9CE9-1B35557015B4}"/>
          </ac:spMkLst>
        </pc:spChg>
      </pc:sldChg>
      <pc:sldChg chg="addSp delSp modSp add mod ord">
        <pc:chgData name="Hilton Sarius" userId="179070f6-9bfa-4a99-8376-5748b538b5d6" providerId="ADAL" clId="{3E91B3D2-2027-4DF8-8065-88DB6B6BA703}" dt="2025-12-18T10:45:06.387" v="1279" actId="6549"/>
        <pc:sldMkLst>
          <pc:docMk/>
          <pc:sldMk cId="515645435" sldId="287"/>
        </pc:sldMkLst>
        <pc:spChg chg="mod">
          <ac:chgData name="Hilton Sarius" userId="179070f6-9bfa-4a99-8376-5748b538b5d6" providerId="ADAL" clId="{3E91B3D2-2027-4DF8-8065-88DB6B6BA703}" dt="2025-12-18T00:25:48.097" v="55" actId="20577"/>
          <ac:spMkLst>
            <pc:docMk/>
            <pc:sldMk cId="515645435" sldId="287"/>
            <ac:spMk id="2" creationId="{37A90781-4AA9-4235-9BBA-FFD358064649}"/>
          </ac:spMkLst>
        </pc:spChg>
        <pc:spChg chg="mod">
          <ac:chgData name="Hilton Sarius" userId="179070f6-9bfa-4a99-8376-5748b538b5d6" providerId="ADAL" clId="{3E91B3D2-2027-4DF8-8065-88DB6B6BA703}" dt="2025-12-18T10:45:06.387" v="1279" actId="6549"/>
          <ac:spMkLst>
            <pc:docMk/>
            <pc:sldMk cId="515645435" sldId="287"/>
            <ac:spMk id="3" creationId="{0943672A-B499-6287-B24F-DFBEB9161B94}"/>
          </ac:spMkLst>
        </pc:spChg>
        <pc:spChg chg="add">
          <ac:chgData name="Hilton Sarius" userId="179070f6-9bfa-4a99-8376-5748b538b5d6" providerId="ADAL" clId="{3E91B3D2-2027-4DF8-8065-88DB6B6BA703}" dt="2025-12-18T09:12:13.558" v="976"/>
          <ac:spMkLst>
            <pc:docMk/>
            <pc:sldMk cId="515645435" sldId="287"/>
            <ac:spMk id="4" creationId="{00753BFA-CDE8-5A92-6583-ECB0365D166E}"/>
          </ac:spMkLst>
        </pc:spChg>
        <pc:graphicFrameChg chg="add mod">
          <ac:chgData name="Hilton Sarius" userId="179070f6-9bfa-4a99-8376-5748b538b5d6" providerId="ADAL" clId="{3E91B3D2-2027-4DF8-8065-88DB6B6BA703}" dt="2025-12-18T09:14:13.269" v="986"/>
          <ac:graphicFrameMkLst>
            <pc:docMk/>
            <pc:sldMk cId="515645435" sldId="287"/>
            <ac:graphicFrameMk id="5" creationId="{F1AF9A35-C062-941D-F144-4858C33A2707}"/>
          </ac:graphicFrameMkLst>
        </pc:graphicFrameChg>
        <pc:graphicFrameChg chg="add mod">
          <ac:chgData name="Hilton Sarius" userId="179070f6-9bfa-4a99-8376-5748b538b5d6" providerId="ADAL" clId="{3E91B3D2-2027-4DF8-8065-88DB6B6BA703}" dt="2025-12-18T10:42:20.904" v="1259"/>
          <ac:graphicFrameMkLst>
            <pc:docMk/>
            <pc:sldMk cId="515645435" sldId="287"/>
            <ac:graphicFrameMk id="6" creationId="{417FDA20-691E-0936-C390-6CC7752BA948}"/>
          </ac:graphicFrameMkLst>
        </pc:graphicFrameChg>
        <pc:graphicFrameChg chg="add del mod">
          <ac:chgData name="Hilton Sarius" userId="179070f6-9bfa-4a99-8376-5748b538b5d6" providerId="ADAL" clId="{3E91B3D2-2027-4DF8-8065-88DB6B6BA703}" dt="2025-12-18T10:44:34.246" v="1273" actId="21"/>
          <ac:graphicFrameMkLst>
            <pc:docMk/>
            <pc:sldMk cId="515645435" sldId="287"/>
            <ac:graphicFrameMk id="7" creationId="{BC84AF70-A773-237F-E68A-D1DD5B164A97}"/>
          </ac:graphicFrameMkLst>
        </pc:graphicFrameChg>
        <pc:picChg chg="add">
          <ac:chgData name="Hilton Sarius" userId="179070f6-9bfa-4a99-8376-5748b538b5d6" providerId="ADAL" clId="{3E91B3D2-2027-4DF8-8065-88DB6B6BA703}" dt="2025-12-18T09:12:13.558" v="976"/>
          <ac:picMkLst>
            <pc:docMk/>
            <pc:sldMk cId="515645435" sldId="287"/>
            <ac:picMk id="57346" creationId="{F1955A8D-AA33-9FA2-7886-40DF61E7A57B}"/>
          </ac:picMkLst>
        </pc:picChg>
      </pc:sldChg>
      <pc:sldChg chg="addSp delSp modSp add mod ord modNotesTx">
        <pc:chgData name="Hilton Sarius" userId="179070f6-9bfa-4a99-8376-5748b538b5d6" providerId="ADAL" clId="{3E91B3D2-2027-4DF8-8065-88DB6B6BA703}" dt="2025-12-18T00:39:34.615" v="267" actId="1035"/>
        <pc:sldMkLst>
          <pc:docMk/>
          <pc:sldMk cId="3888973560" sldId="288"/>
        </pc:sldMkLst>
        <pc:spChg chg="mod">
          <ac:chgData name="Hilton Sarius" userId="179070f6-9bfa-4a99-8376-5748b538b5d6" providerId="ADAL" clId="{3E91B3D2-2027-4DF8-8065-88DB6B6BA703}" dt="2025-12-18T00:38:23.335" v="240" actId="20577"/>
          <ac:spMkLst>
            <pc:docMk/>
            <pc:sldMk cId="3888973560" sldId="288"/>
            <ac:spMk id="2" creationId="{BD8020BB-FDE0-43B6-A726-651F6E8CD2FA}"/>
          </ac:spMkLst>
        </pc:spChg>
        <pc:spChg chg="del">
          <ac:chgData name="Hilton Sarius" userId="179070f6-9bfa-4a99-8376-5748b538b5d6" providerId="ADAL" clId="{3E91B3D2-2027-4DF8-8065-88DB6B6BA703}" dt="2025-12-18T00:28:09.862" v="59" actId="478"/>
          <ac:spMkLst>
            <pc:docMk/>
            <pc:sldMk cId="3888973560" sldId="288"/>
            <ac:spMk id="3" creationId="{CC890E1B-8020-8079-1E89-69CBB498B2E3}"/>
          </ac:spMkLst>
        </pc:spChg>
        <pc:spChg chg="add del mod">
          <ac:chgData name="Hilton Sarius" userId="179070f6-9bfa-4a99-8376-5748b538b5d6" providerId="ADAL" clId="{3E91B3D2-2027-4DF8-8065-88DB6B6BA703}" dt="2025-12-18T00:28:13.547" v="60" actId="478"/>
          <ac:spMkLst>
            <pc:docMk/>
            <pc:sldMk cId="3888973560" sldId="288"/>
            <ac:spMk id="7" creationId="{354F1AAF-575E-8F9B-4DDB-18BC4B168A3C}"/>
          </ac:spMkLst>
        </pc:spChg>
        <pc:spChg chg="add mod">
          <ac:chgData name="Hilton Sarius" userId="179070f6-9bfa-4a99-8376-5748b538b5d6" providerId="ADAL" clId="{3E91B3D2-2027-4DF8-8065-88DB6B6BA703}" dt="2025-12-18T00:39:34.615" v="267" actId="1035"/>
          <ac:spMkLst>
            <pc:docMk/>
            <pc:sldMk cId="3888973560" sldId="288"/>
            <ac:spMk id="11" creationId="{7B4218CE-2974-7FC9-4237-18D78534DBCC}"/>
          </ac:spMkLst>
        </pc:spChg>
        <pc:picChg chg="add mod modCrop">
          <ac:chgData name="Hilton Sarius" userId="179070f6-9bfa-4a99-8376-5748b538b5d6" providerId="ADAL" clId="{3E91B3D2-2027-4DF8-8065-88DB6B6BA703}" dt="2025-12-18T00:39:24.997" v="261" actId="1035"/>
          <ac:picMkLst>
            <pc:docMk/>
            <pc:sldMk cId="3888973560" sldId="288"/>
            <ac:picMk id="5" creationId="{AADBA239-3B6E-EC25-D1CF-5246C164ED3C}"/>
          </ac:picMkLst>
        </pc:picChg>
        <pc:picChg chg="add mod">
          <ac:chgData name="Hilton Sarius" userId="179070f6-9bfa-4a99-8376-5748b538b5d6" providerId="ADAL" clId="{3E91B3D2-2027-4DF8-8065-88DB6B6BA703}" dt="2025-12-18T00:39:24.997" v="261" actId="1035"/>
          <ac:picMkLst>
            <pc:docMk/>
            <pc:sldMk cId="3888973560" sldId="288"/>
            <ac:picMk id="9" creationId="{6BAA158B-B0F9-D0CE-23AC-4E98B9D1CD03}"/>
          </ac:picMkLst>
        </pc:picChg>
      </pc:sldChg>
      <pc:sldChg chg="addSp delSp modSp add mod ord setBg modNotesTx">
        <pc:chgData name="Hilton Sarius" userId="179070f6-9bfa-4a99-8376-5748b538b5d6" providerId="ADAL" clId="{3E91B3D2-2027-4DF8-8065-88DB6B6BA703}" dt="2025-12-18T10:17:13.260" v="1098" actId="6549"/>
        <pc:sldMkLst>
          <pc:docMk/>
          <pc:sldMk cId="3204922163" sldId="289"/>
        </pc:sldMkLst>
        <pc:spChg chg="mod">
          <ac:chgData name="Hilton Sarius" userId="179070f6-9bfa-4a99-8376-5748b538b5d6" providerId="ADAL" clId="{3E91B3D2-2027-4DF8-8065-88DB6B6BA703}" dt="2025-12-18T10:12:29.818" v="1084" actId="26606"/>
          <ac:spMkLst>
            <pc:docMk/>
            <pc:sldMk cId="3204922163" sldId="289"/>
            <ac:spMk id="2" creationId="{F689E16D-9E55-FACB-C199-DCEE238976E2}"/>
          </ac:spMkLst>
        </pc:spChg>
        <pc:spChg chg="del mod">
          <ac:chgData name="Hilton Sarius" userId="179070f6-9bfa-4a99-8376-5748b538b5d6" providerId="ADAL" clId="{3E91B3D2-2027-4DF8-8065-88DB6B6BA703}" dt="2025-12-18T10:12:06.454" v="1082" actId="478"/>
          <ac:spMkLst>
            <pc:docMk/>
            <pc:sldMk cId="3204922163" sldId="289"/>
            <ac:spMk id="3" creationId="{9F3171E2-D676-1430-3FE1-FF7E9E124623}"/>
          </ac:spMkLst>
        </pc:spChg>
        <pc:spChg chg="add del mod">
          <ac:chgData name="Hilton Sarius" userId="179070f6-9bfa-4a99-8376-5748b538b5d6" providerId="ADAL" clId="{3E91B3D2-2027-4DF8-8065-88DB6B6BA703}" dt="2025-12-18T10:12:08.831" v="1083" actId="478"/>
          <ac:spMkLst>
            <pc:docMk/>
            <pc:sldMk cId="3204922163" sldId="289"/>
            <ac:spMk id="6" creationId="{8F612831-9DBB-7F4B-75A7-3489E37BDC4F}"/>
          </ac:spMkLst>
        </pc:spChg>
        <pc:spChg chg="add">
          <ac:chgData name="Hilton Sarius" userId="179070f6-9bfa-4a99-8376-5748b538b5d6" providerId="ADAL" clId="{3E91B3D2-2027-4DF8-8065-88DB6B6BA703}" dt="2025-12-18T10:12:29.818" v="1084" actId="26606"/>
          <ac:spMkLst>
            <pc:docMk/>
            <pc:sldMk cId="3204922163" sldId="289"/>
            <ac:spMk id="9" creationId="{774A975B-A886-5202-0489-6965514A0D14}"/>
          </ac:spMkLst>
        </pc:spChg>
        <pc:spChg chg="add">
          <ac:chgData name="Hilton Sarius" userId="179070f6-9bfa-4a99-8376-5748b538b5d6" providerId="ADAL" clId="{3E91B3D2-2027-4DF8-8065-88DB6B6BA703}" dt="2025-12-18T10:12:29.818" v="1084" actId="26606"/>
          <ac:spMkLst>
            <pc:docMk/>
            <pc:sldMk cId="3204922163" sldId="289"/>
            <ac:spMk id="11" creationId="{EA67E988-5919-57BB-C7DE-D3EAD38A3045}"/>
          </ac:spMkLst>
        </pc:spChg>
        <pc:spChg chg="add">
          <ac:chgData name="Hilton Sarius" userId="179070f6-9bfa-4a99-8376-5748b538b5d6" providerId="ADAL" clId="{3E91B3D2-2027-4DF8-8065-88DB6B6BA703}" dt="2025-12-18T10:12:29.818" v="1084" actId="26606"/>
          <ac:spMkLst>
            <pc:docMk/>
            <pc:sldMk cId="3204922163" sldId="289"/>
            <ac:spMk id="13" creationId="{FF9FFCE1-E057-415B-A971-88EC7E22AF15}"/>
          </ac:spMkLst>
        </pc:spChg>
        <pc:spChg chg="add">
          <ac:chgData name="Hilton Sarius" userId="179070f6-9bfa-4a99-8376-5748b538b5d6" providerId="ADAL" clId="{3E91B3D2-2027-4DF8-8065-88DB6B6BA703}" dt="2025-12-18T10:12:29.818" v="1084" actId="26606"/>
          <ac:spMkLst>
            <pc:docMk/>
            <pc:sldMk cId="3204922163" sldId="289"/>
            <ac:spMk id="15" creationId="{B2C335F7-F61C-4EB4-80F2-4B1438FE66BB}"/>
          </ac:spMkLst>
        </pc:spChg>
        <pc:spChg chg="add">
          <ac:chgData name="Hilton Sarius" userId="179070f6-9bfa-4a99-8376-5748b538b5d6" providerId="ADAL" clId="{3E91B3D2-2027-4DF8-8065-88DB6B6BA703}" dt="2025-12-18T10:12:29.818" v="1084" actId="26606"/>
          <ac:spMkLst>
            <pc:docMk/>
            <pc:sldMk cId="3204922163" sldId="289"/>
            <ac:spMk id="17" creationId="{D58401B5-5F1B-4D21-9AC3-AAEC8D366502}"/>
          </ac:spMkLst>
        </pc:spChg>
        <pc:graphicFrameChg chg="add mod">
          <ac:chgData name="Hilton Sarius" userId="179070f6-9bfa-4a99-8376-5748b538b5d6" providerId="ADAL" clId="{3E91B3D2-2027-4DF8-8065-88DB6B6BA703}" dt="2025-12-18T01:37:14.684" v="358"/>
          <ac:graphicFrameMkLst>
            <pc:docMk/>
            <pc:sldMk cId="3204922163" sldId="289"/>
            <ac:graphicFrameMk id="4" creationId="{339EF4D7-9368-C391-551B-9DF8C04E32BE}"/>
          </ac:graphicFrameMkLst>
        </pc:graphicFrameChg>
        <pc:picChg chg="add">
          <ac:chgData name="Hilton Sarius" userId="179070f6-9bfa-4a99-8376-5748b538b5d6" providerId="ADAL" clId="{3E91B3D2-2027-4DF8-8065-88DB6B6BA703}" dt="2025-12-18T10:12:29.818" v="1084" actId="26606"/>
          <ac:picMkLst>
            <pc:docMk/>
            <pc:sldMk cId="3204922163" sldId="289"/>
            <ac:picMk id="5" creationId="{5972ABA3-247E-195D-3DFD-4F5C9031827E}"/>
          </ac:picMkLst>
        </pc:picChg>
      </pc:sldChg>
      <pc:sldChg chg="addSp delSp modSp add mod modNotesTx">
        <pc:chgData name="Hilton Sarius" userId="179070f6-9bfa-4a99-8376-5748b538b5d6" providerId="ADAL" clId="{3E91B3D2-2027-4DF8-8065-88DB6B6BA703}" dt="2025-12-18T10:29:02.820" v="1235" actId="6549"/>
        <pc:sldMkLst>
          <pc:docMk/>
          <pc:sldMk cId="2343340047" sldId="290"/>
        </pc:sldMkLst>
        <pc:spChg chg="mod">
          <ac:chgData name="Hilton Sarius" userId="179070f6-9bfa-4a99-8376-5748b538b5d6" providerId="ADAL" clId="{3E91B3D2-2027-4DF8-8065-88DB6B6BA703}" dt="2025-12-18T10:17:29.323" v="1099"/>
          <ac:spMkLst>
            <pc:docMk/>
            <pc:sldMk cId="2343340047" sldId="290"/>
            <ac:spMk id="2" creationId="{25ECA5EA-9AD9-266E-BD9F-2BE3133A2B67}"/>
          </ac:spMkLst>
        </pc:spChg>
        <pc:spChg chg="del mod">
          <ac:chgData name="Hilton Sarius" userId="179070f6-9bfa-4a99-8376-5748b538b5d6" providerId="ADAL" clId="{3E91B3D2-2027-4DF8-8065-88DB6B6BA703}" dt="2025-12-18T10:17:36.225" v="1100" actId="478"/>
          <ac:spMkLst>
            <pc:docMk/>
            <pc:sldMk cId="2343340047" sldId="290"/>
            <ac:spMk id="3" creationId="{BC1321E6-BB2D-10CF-CF73-AF9C9BAFE125}"/>
          </ac:spMkLst>
        </pc:spChg>
        <pc:spChg chg="add del mod">
          <ac:chgData name="Hilton Sarius" userId="179070f6-9bfa-4a99-8376-5748b538b5d6" providerId="ADAL" clId="{3E91B3D2-2027-4DF8-8065-88DB6B6BA703}" dt="2025-12-18T10:17:38.570" v="1101" actId="478"/>
          <ac:spMkLst>
            <pc:docMk/>
            <pc:sldMk cId="2343340047" sldId="290"/>
            <ac:spMk id="5" creationId="{A6465620-9234-01F7-7C28-AA5B4223A954}"/>
          </ac:spMkLst>
        </pc:spChg>
        <pc:picChg chg="add mod">
          <ac:chgData name="Hilton Sarius" userId="179070f6-9bfa-4a99-8376-5748b538b5d6" providerId="ADAL" clId="{3E91B3D2-2027-4DF8-8065-88DB6B6BA703}" dt="2025-12-18T10:17:58.135" v="1104" actId="1076"/>
          <ac:picMkLst>
            <pc:docMk/>
            <pc:sldMk cId="2343340047" sldId="290"/>
            <ac:picMk id="7" creationId="{70111D3D-018C-20FA-E229-0FBC1BCD81BE}"/>
          </ac:picMkLst>
        </pc:picChg>
      </pc:sldChg>
      <pc:sldChg chg="addSp delSp modSp add mod modNotesTx">
        <pc:chgData name="Hilton Sarius" userId="179070f6-9bfa-4a99-8376-5748b538b5d6" providerId="ADAL" clId="{3E91B3D2-2027-4DF8-8065-88DB6B6BA703}" dt="2025-12-18T10:29:13.497" v="1237" actId="6549"/>
        <pc:sldMkLst>
          <pc:docMk/>
          <pc:sldMk cId="388561293" sldId="291"/>
        </pc:sldMkLst>
        <pc:spChg chg="mod">
          <ac:chgData name="Hilton Sarius" userId="179070f6-9bfa-4a99-8376-5748b538b5d6" providerId="ADAL" clId="{3E91B3D2-2027-4DF8-8065-88DB6B6BA703}" dt="2025-12-18T10:18:09.167" v="1105"/>
          <ac:spMkLst>
            <pc:docMk/>
            <pc:sldMk cId="388561293" sldId="291"/>
            <ac:spMk id="2" creationId="{F84D2331-E51A-FBD3-EDE7-AA2494F37DB9}"/>
          </ac:spMkLst>
        </pc:spChg>
        <pc:spChg chg="del mod">
          <ac:chgData name="Hilton Sarius" userId="179070f6-9bfa-4a99-8376-5748b538b5d6" providerId="ADAL" clId="{3E91B3D2-2027-4DF8-8065-88DB6B6BA703}" dt="2025-12-18T10:18:12.884" v="1106" actId="478"/>
          <ac:spMkLst>
            <pc:docMk/>
            <pc:sldMk cId="388561293" sldId="291"/>
            <ac:spMk id="3" creationId="{49BBFF32-521C-0B9A-6939-7018BBCA2761}"/>
          </ac:spMkLst>
        </pc:spChg>
        <pc:spChg chg="add del mod">
          <ac:chgData name="Hilton Sarius" userId="179070f6-9bfa-4a99-8376-5748b538b5d6" providerId="ADAL" clId="{3E91B3D2-2027-4DF8-8065-88DB6B6BA703}" dt="2025-12-18T10:18:14.991" v="1107" actId="478"/>
          <ac:spMkLst>
            <pc:docMk/>
            <pc:sldMk cId="388561293" sldId="291"/>
            <ac:spMk id="7" creationId="{5C9B2D37-2D6F-E3D1-48A8-D1BE49690A03}"/>
          </ac:spMkLst>
        </pc:spChg>
        <pc:graphicFrameChg chg="add mod">
          <ac:chgData name="Hilton Sarius" userId="179070f6-9bfa-4a99-8376-5748b538b5d6" providerId="ADAL" clId="{3E91B3D2-2027-4DF8-8065-88DB6B6BA703}" dt="2025-12-18T01:48:14.846" v="456"/>
          <ac:graphicFrameMkLst>
            <pc:docMk/>
            <pc:sldMk cId="388561293" sldId="291"/>
            <ac:graphicFrameMk id="4" creationId="{93900E3B-5835-053D-B87C-0E1CBCAFBF20}"/>
          </ac:graphicFrameMkLst>
        </pc:graphicFrameChg>
        <pc:graphicFrameChg chg="add mod">
          <ac:chgData name="Hilton Sarius" userId="179070f6-9bfa-4a99-8376-5748b538b5d6" providerId="ADAL" clId="{3E91B3D2-2027-4DF8-8065-88DB6B6BA703}" dt="2025-12-18T01:48:30.977" v="457"/>
          <ac:graphicFrameMkLst>
            <pc:docMk/>
            <pc:sldMk cId="388561293" sldId="291"/>
            <ac:graphicFrameMk id="5" creationId="{1B5DE9A4-ABD2-7A29-9830-4A0C2ABE1674}"/>
          </ac:graphicFrameMkLst>
        </pc:graphicFrameChg>
        <pc:picChg chg="add mod">
          <ac:chgData name="Hilton Sarius" userId="179070f6-9bfa-4a99-8376-5748b538b5d6" providerId="ADAL" clId="{3E91B3D2-2027-4DF8-8065-88DB6B6BA703}" dt="2025-12-18T10:18:35.397" v="1109" actId="14100"/>
          <ac:picMkLst>
            <pc:docMk/>
            <pc:sldMk cId="388561293" sldId="291"/>
            <ac:picMk id="9" creationId="{7D4DE534-B730-5985-E759-15412BDE3258}"/>
          </ac:picMkLst>
        </pc:picChg>
      </pc:sldChg>
      <pc:sldChg chg="addSp delSp modSp add mod modNotesTx">
        <pc:chgData name="Hilton Sarius" userId="179070f6-9bfa-4a99-8376-5748b538b5d6" providerId="ADAL" clId="{3E91B3D2-2027-4DF8-8065-88DB6B6BA703}" dt="2025-12-18T10:29:07.638" v="1236" actId="6549"/>
        <pc:sldMkLst>
          <pc:docMk/>
          <pc:sldMk cId="1572859357" sldId="292"/>
        </pc:sldMkLst>
        <pc:spChg chg="mod">
          <ac:chgData name="Hilton Sarius" userId="179070f6-9bfa-4a99-8376-5748b538b5d6" providerId="ADAL" clId="{3E91B3D2-2027-4DF8-8065-88DB6B6BA703}" dt="2025-12-18T10:18:47.466" v="1110"/>
          <ac:spMkLst>
            <pc:docMk/>
            <pc:sldMk cId="1572859357" sldId="292"/>
            <ac:spMk id="2" creationId="{B794B371-7DC2-B815-11A4-AE469739FB60}"/>
          </ac:spMkLst>
        </pc:spChg>
        <pc:spChg chg="del mod">
          <ac:chgData name="Hilton Sarius" userId="179070f6-9bfa-4a99-8376-5748b538b5d6" providerId="ADAL" clId="{3E91B3D2-2027-4DF8-8065-88DB6B6BA703}" dt="2025-12-18T10:19:00.322" v="1111" actId="478"/>
          <ac:spMkLst>
            <pc:docMk/>
            <pc:sldMk cId="1572859357" sldId="292"/>
            <ac:spMk id="3" creationId="{B9760F94-BAEF-0B8D-50D5-B29F10AFADBF}"/>
          </ac:spMkLst>
        </pc:spChg>
        <pc:spChg chg="add del mod">
          <ac:chgData name="Hilton Sarius" userId="179070f6-9bfa-4a99-8376-5748b538b5d6" providerId="ADAL" clId="{3E91B3D2-2027-4DF8-8065-88DB6B6BA703}" dt="2025-12-18T10:19:01.853" v="1112" actId="478"/>
          <ac:spMkLst>
            <pc:docMk/>
            <pc:sldMk cId="1572859357" sldId="292"/>
            <ac:spMk id="5" creationId="{1B9B46CF-A908-130F-26F7-3056540F1742}"/>
          </ac:spMkLst>
        </pc:spChg>
        <pc:picChg chg="add mod">
          <ac:chgData name="Hilton Sarius" userId="179070f6-9bfa-4a99-8376-5748b538b5d6" providerId="ADAL" clId="{3E91B3D2-2027-4DF8-8065-88DB6B6BA703}" dt="2025-12-18T10:19:08.765" v="1115" actId="1076"/>
          <ac:picMkLst>
            <pc:docMk/>
            <pc:sldMk cId="1572859357" sldId="292"/>
            <ac:picMk id="7" creationId="{9784F245-C65D-6E99-ED0A-2623C230437A}"/>
          </ac:picMkLst>
        </pc:picChg>
      </pc:sldChg>
      <pc:sldChg chg="addSp delSp modSp add mod modNotesTx">
        <pc:chgData name="Hilton Sarius" userId="179070f6-9bfa-4a99-8376-5748b538b5d6" providerId="ADAL" clId="{3E91B3D2-2027-4DF8-8065-88DB6B6BA703}" dt="2025-12-18T10:29:19.975" v="1238" actId="6549"/>
        <pc:sldMkLst>
          <pc:docMk/>
          <pc:sldMk cId="3556789350" sldId="293"/>
        </pc:sldMkLst>
        <pc:spChg chg="mod">
          <ac:chgData name="Hilton Sarius" userId="179070f6-9bfa-4a99-8376-5748b538b5d6" providerId="ADAL" clId="{3E91B3D2-2027-4DF8-8065-88DB6B6BA703}" dt="2025-12-18T10:19:18.781" v="1116"/>
          <ac:spMkLst>
            <pc:docMk/>
            <pc:sldMk cId="3556789350" sldId="293"/>
            <ac:spMk id="2" creationId="{B658345C-A126-8337-A7BF-92127AED327A}"/>
          </ac:spMkLst>
        </pc:spChg>
        <pc:spChg chg="del mod">
          <ac:chgData name="Hilton Sarius" userId="179070f6-9bfa-4a99-8376-5748b538b5d6" providerId="ADAL" clId="{3E91B3D2-2027-4DF8-8065-88DB6B6BA703}" dt="2025-12-18T10:19:23.255" v="1117" actId="478"/>
          <ac:spMkLst>
            <pc:docMk/>
            <pc:sldMk cId="3556789350" sldId="293"/>
            <ac:spMk id="3" creationId="{482B3180-BDCC-3CEF-E837-9E86DB651E4E}"/>
          </ac:spMkLst>
        </pc:spChg>
        <pc:spChg chg="add del mod">
          <ac:chgData name="Hilton Sarius" userId="179070f6-9bfa-4a99-8376-5748b538b5d6" providerId="ADAL" clId="{3E91B3D2-2027-4DF8-8065-88DB6B6BA703}" dt="2025-12-18T10:19:25.313" v="1118" actId="478"/>
          <ac:spMkLst>
            <pc:docMk/>
            <pc:sldMk cId="3556789350" sldId="293"/>
            <ac:spMk id="5" creationId="{6B417769-F8B5-2859-19AA-40E891FF5B5D}"/>
          </ac:spMkLst>
        </pc:spChg>
        <pc:picChg chg="add mod">
          <ac:chgData name="Hilton Sarius" userId="179070f6-9bfa-4a99-8376-5748b538b5d6" providerId="ADAL" clId="{3E91B3D2-2027-4DF8-8065-88DB6B6BA703}" dt="2025-12-18T10:19:48.130" v="1166" actId="1036"/>
          <ac:picMkLst>
            <pc:docMk/>
            <pc:sldMk cId="3556789350" sldId="293"/>
            <ac:picMk id="7" creationId="{DE41F83A-AF10-F6AA-F14E-842D8FE85239}"/>
          </ac:picMkLst>
        </pc:picChg>
      </pc:sldChg>
      <pc:sldChg chg="addSp delSp modSp add mod modNotesTx">
        <pc:chgData name="Hilton Sarius" userId="179070f6-9bfa-4a99-8376-5748b538b5d6" providerId="ADAL" clId="{3E91B3D2-2027-4DF8-8065-88DB6B6BA703}" dt="2025-12-18T10:29:25.718" v="1240" actId="6549"/>
        <pc:sldMkLst>
          <pc:docMk/>
          <pc:sldMk cId="662961938" sldId="294"/>
        </pc:sldMkLst>
        <pc:spChg chg="mod">
          <ac:chgData name="Hilton Sarius" userId="179070f6-9bfa-4a99-8376-5748b538b5d6" providerId="ADAL" clId="{3E91B3D2-2027-4DF8-8065-88DB6B6BA703}" dt="2025-12-18T10:20:14.462" v="1167"/>
          <ac:spMkLst>
            <pc:docMk/>
            <pc:sldMk cId="662961938" sldId="294"/>
            <ac:spMk id="2" creationId="{8668B129-1A7C-2486-93DB-9D7E77891886}"/>
          </ac:spMkLst>
        </pc:spChg>
        <pc:spChg chg="del mod">
          <ac:chgData name="Hilton Sarius" userId="179070f6-9bfa-4a99-8376-5748b538b5d6" providerId="ADAL" clId="{3E91B3D2-2027-4DF8-8065-88DB6B6BA703}" dt="2025-12-18T10:20:19.574" v="1168" actId="478"/>
          <ac:spMkLst>
            <pc:docMk/>
            <pc:sldMk cId="662961938" sldId="294"/>
            <ac:spMk id="3" creationId="{86395B53-274F-936E-369D-FDA51B4A82FD}"/>
          </ac:spMkLst>
        </pc:spChg>
        <pc:spChg chg="add del mod">
          <ac:chgData name="Hilton Sarius" userId="179070f6-9bfa-4a99-8376-5748b538b5d6" providerId="ADAL" clId="{3E91B3D2-2027-4DF8-8065-88DB6B6BA703}" dt="2025-12-18T10:20:21.030" v="1169" actId="478"/>
          <ac:spMkLst>
            <pc:docMk/>
            <pc:sldMk cId="662961938" sldId="294"/>
            <ac:spMk id="5" creationId="{663B7559-C586-6856-3026-AB188AF43F13}"/>
          </ac:spMkLst>
        </pc:spChg>
        <pc:picChg chg="add mod">
          <ac:chgData name="Hilton Sarius" userId="179070f6-9bfa-4a99-8376-5748b538b5d6" providerId="ADAL" clId="{3E91B3D2-2027-4DF8-8065-88DB6B6BA703}" dt="2025-12-18T10:20:40.634" v="1172" actId="1076"/>
          <ac:picMkLst>
            <pc:docMk/>
            <pc:sldMk cId="662961938" sldId="294"/>
            <ac:picMk id="7" creationId="{6F2B1C97-82A3-6DB5-4BE5-F1F2074DFD85}"/>
          </ac:picMkLst>
        </pc:picChg>
      </pc:sldChg>
      <pc:sldChg chg="addSp delSp modSp add mod modNotesTx">
        <pc:chgData name="Hilton Sarius" userId="179070f6-9bfa-4a99-8376-5748b538b5d6" providerId="ADAL" clId="{3E91B3D2-2027-4DF8-8065-88DB6B6BA703}" dt="2025-12-18T10:29:28.689" v="1241" actId="6549"/>
        <pc:sldMkLst>
          <pc:docMk/>
          <pc:sldMk cId="2614197761" sldId="295"/>
        </pc:sldMkLst>
        <pc:spChg chg="mod">
          <ac:chgData name="Hilton Sarius" userId="179070f6-9bfa-4a99-8376-5748b538b5d6" providerId="ADAL" clId="{3E91B3D2-2027-4DF8-8065-88DB6B6BA703}" dt="2025-12-18T10:20:50.536" v="1173"/>
          <ac:spMkLst>
            <pc:docMk/>
            <pc:sldMk cId="2614197761" sldId="295"/>
            <ac:spMk id="2" creationId="{4C55ACF1-F3A7-5F02-CDD4-B1FAD1679ECD}"/>
          </ac:spMkLst>
        </pc:spChg>
        <pc:spChg chg="del mod">
          <ac:chgData name="Hilton Sarius" userId="179070f6-9bfa-4a99-8376-5748b538b5d6" providerId="ADAL" clId="{3E91B3D2-2027-4DF8-8065-88DB6B6BA703}" dt="2025-12-18T10:20:54.338" v="1174" actId="478"/>
          <ac:spMkLst>
            <pc:docMk/>
            <pc:sldMk cId="2614197761" sldId="295"/>
            <ac:spMk id="3" creationId="{B39E31E9-CC40-4153-B87B-9C8A552D4324}"/>
          </ac:spMkLst>
        </pc:spChg>
        <pc:spChg chg="add del mod">
          <ac:chgData name="Hilton Sarius" userId="179070f6-9bfa-4a99-8376-5748b538b5d6" providerId="ADAL" clId="{3E91B3D2-2027-4DF8-8065-88DB6B6BA703}" dt="2025-12-18T10:20:55.758" v="1175" actId="478"/>
          <ac:spMkLst>
            <pc:docMk/>
            <pc:sldMk cId="2614197761" sldId="295"/>
            <ac:spMk id="5" creationId="{C0D95F77-27D0-828B-DE94-10931806A7A6}"/>
          </ac:spMkLst>
        </pc:spChg>
        <pc:picChg chg="add mod">
          <ac:chgData name="Hilton Sarius" userId="179070f6-9bfa-4a99-8376-5748b538b5d6" providerId="ADAL" clId="{3E91B3D2-2027-4DF8-8065-88DB6B6BA703}" dt="2025-12-18T10:21:41.163" v="1178" actId="1076"/>
          <ac:picMkLst>
            <pc:docMk/>
            <pc:sldMk cId="2614197761" sldId="295"/>
            <ac:picMk id="7" creationId="{A744145B-5F46-9BCA-C652-A696657C4D4A}"/>
          </ac:picMkLst>
        </pc:picChg>
      </pc:sldChg>
      <pc:sldChg chg="addSp delSp modSp add mod modNotesTx">
        <pc:chgData name="Hilton Sarius" userId="179070f6-9bfa-4a99-8376-5748b538b5d6" providerId="ADAL" clId="{3E91B3D2-2027-4DF8-8065-88DB6B6BA703}" dt="2025-12-18T10:29:33.080" v="1242" actId="6549"/>
        <pc:sldMkLst>
          <pc:docMk/>
          <pc:sldMk cId="1478966804" sldId="296"/>
        </pc:sldMkLst>
        <pc:spChg chg="mod">
          <ac:chgData name="Hilton Sarius" userId="179070f6-9bfa-4a99-8376-5748b538b5d6" providerId="ADAL" clId="{3E91B3D2-2027-4DF8-8065-88DB6B6BA703}" dt="2025-12-18T10:22:03.362" v="1179"/>
          <ac:spMkLst>
            <pc:docMk/>
            <pc:sldMk cId="1478966804" sldId="296"/>
            <ac:spMk id="2" creationId="{8C5599D4-F0D2-AF2E-357A-EF3363999C0A}"/>
          </ac:spMkLst>
        </pc:spChg>
        <pc:spChg chg="del mod">
          <ac:chgData name="Hilton Sarius" userId="179070f6-9bfa-4a99-8376-5748b538b5d6" providerId="ADAL" clId="{3E91B3D2-2027-4DF8-8065-88DB6B6BA703}" dt="2025-12-18T10:22:07.701" v="1180" actId="478"/>
          <ac:spMkLst>
            <pc:docMk/>
            <pc:sldMk cId="1478966804" sldId="296"/>
            <ac:spMk id="3" creationId="{566E1D8C-9A91-B054-0991-3AA945F3AB6E}"/>
          </ac:spMkLst>
        </pc:spChg>
        <pc:spChg chg="add del mod">
          <ac:chgData name="Hilton Sarius" userId="179070f6-9bfa-4a99-8376-5748b538b5d6" providerId="ADAL" clId="{3E91B3D2-2027-4DF8-8065-88DB6B6BA703}" dt="2025-12-18T10:22:09.125" v="1181" actId="478"/>
          <ac:spMkLst>
            <pc:docMk/>
            <pc:sldMk cId="1478966804" sldId="296"/>
            <ac:spMk id="5" creationId="{00F3A8E8-B44D-F67B-913E-4678FB293791}"/>
          </ac:spMkLst>
        </pc:spChg>
        <pc:spChg chg="add mod">
          <ac:chgData name="Hilton Sarius" userId="179070f6-9bfa-4a99-8376-5748b538b5d6" providerId="ADAL" clId="{3E91B3D2-2027-4DF8-8065-88DB6B6BA703}" dt="2025-12-18T10:22:53.590" v="1189" actId="1076"/>
          <ac:spMkLst>
            <pc:docMk/>
            <pc:sldMk cId="1478966804" sldId="296"/>
            <ac:spMk id="9" creationId="{1275F4E4-DFD9-E5FA-FF40-6EFE44357F1A}"/>
          </ac:spMkLst>
        </pc:spChg>
        <pc:spChg chg="add mod">
          <ac:chgData name="Hilton Sarius" userId="179070f6-9bfa-4a99-8376-5748b538b5d6" providerId="ADAL" clId="{3E91B3D2-2027-4DF8-8065-88DB6B6BA703}" dt="2025-12-18T10:23:08.357" v="1192" actId="14100"/>
          <ac:spMkLst>
            <pc:docMk/>
            <pc:sldMk cId="1478966804" sldId="296"/>
            <ac:spMk id="11" creationId="{A1AA7065-DBAB-1C11-3A43-0B1CE3F18DA8}"/>
          </ac:spMkLst>
        </pc:spChg>
        <pc:picChg chg="add mod">
          <ac:chgData name="Hilton Sarius" userId="179070f6-9bfa-4a99-8376-5748b538b5d6" providerId="ADAL" clId="{3E91B3D2-2027-4DF8-8065-88DB6B6BA703}" dt="2025-12-18T10:22:38.861" v="1185" actId="1076"/>
          <ac:picMkLst>
            <pc:docMk/>
            <pc:sldMk cId="1478966804" sldId="296"/>
            <ac:picMk id="7" creationId="{D8B895FC-4ED4-B983-6C73-7DF165F6F565}"/>
          </ac:picMkLst>
        </pc:picChg>
      </pc:sldChg>
      <pc:sldChg chg="addSp delSp modSp add mod modNotesTx">
        <pc:chgData name="Hilton Sarius" userId="179070f6-9bfa-4a99-8376-5748b538b5d6" providerId="ADAL" clId="{3E91B3D2-2027-4DF8-8065-88DB6B6BA703}" dt="2025-12-18T10:29:36.712" v="1243" actId="6549"/>
        <pc:sldMkLst>
          <pc:docMk/>
          <pc:sldMk cId="1859672463" sldId="297"/>
        </pc:sldMkLst>
        <pc:spChg chg="mod">
          <ac:chgData name="Hilton Sarius" userId="179070f6-9bfa-4a99-8376-5748b538b5d6" providerId="ADAL" clId="{3E91B3D2-2027-4DF8-8065-88DB6B6BA703}" dt="2025-12-18T10:23:18.836" v="1193"/>
          <ac:spMkLst>
            <pc:docMk/>
            <pc:sldMk cId="1859672463" sldId="297"/>
            <ac:spMk id="2" creationId="{BEABCEB4-4843-CBC9-E382-861C193E4CF8}"/>
          </ac:spMkLst>
        </pc:spChg>
        <pc:spChg chg="del mod">
          <ac:chgData name="Hilton Sarius" userId="179070f6-9bfa-4a99-8376-5748b538b5d6" providerId="ADAL" clId="{3E91B3D2-2027-4DF8-8065-88DB6B6BA703}" dt="2025-12-18T10:23:40.943" v="1194" actId="478"/>
          <ac:spMkLst>
            <pc:docMk/>
            <pc:sldMk cId="1859672463" sldId="297"/>
            <ac:spMk id="3" creationId="{E6A88E43-7DD8-834D-E5CE-6C097480760C}"/>
          </ac:spMkLst>
        </pc:spChg>
        <pc:spChg chg="add del mod">
          <ac:chgData name="Hilton Sarius" userId="179070f6-9bfa-4a99-8376-5748b538b5d6" providerId="ADAL" clId="{3E91B3D2-2027-4DF8-8065-88DB6B6BA703}" dt="2025-12-18T10:23:42.395" v="1195" actId="478"/>
          <ac:spMkLst>
            <pc:docMk/>
            <pc:sldMk cId="1859672463" sldId="297"/>
            <ac:spMk id="5" creationId="{C7984D3F-548A-DF94-89C4-3CD8712932D1}"/>
          </ac:spMkLst>
        </pc:spChg>
        <pc:picChg chg="add mod">
          <ac:chgData name="Hilton Sarius" userId="179070f6-9bfa-4a99-8376-5748b538b5d6" providerId="ADAL" clId="{3E91B3D2-2027-4DF8-8065-88DB6B6BA703}" dt="2025-12-18T10:23:48.703" v="1198" actId="1076"/>
          <ac:picMkLst>
            <pc:docMk/>
            <pc:sldMk cId="1859672463" sldId="297"/>
            <ac:picMk id="7" creationId="{FDAA6D07-84AE-3FD2-5EDA-DDFE0D776FA8}"/>
          </ac:picMkLst>
        </pc:picChg>
      </pc:sldChg>
      <pc:sldChg chg="addSp delSp modSp add mod modNotesTx">
        <pc:chgData name="Hilton Sarius" userId="179070f6-9bfa-4a99-8376-5748b538b5d6" providerId="ADAL" clId="{3E91B3D2-2027-4DF8-8065-88DB6B6BA703}" dt="2025-12-18T10:29:42.008" v="1244" actId="6549"/>
        <pc:sldMkLst>
          <pc:docMk/>
          <pc:sldMk cId="3010179363" sldId="298"/>
        </pc:sldMkLst>
        <pc:spChg chg="mod">
          <ac:chgData name="Hilton Sarius" userId="179070f6-9bfa-4a99-8376-5748b538b5d6" providerId="ADAL" clId="{3E91B3D2-2027-4DF8-8065-88DB6B6BA703}" dt="2025-12-18T10:24:44.192" v="1199"/>
          <ac:spMkLst>
            <pc:docMk/>
            <pc:sldMk cId="3010179363" sldId="298"/>
            <ac:spMk id="2" creationId="{48AD6BCE-009B-86DD-6004-59105F0F8628}"/>
          </ac:spMkLst>
        </pc:spChg>
        <pc:spChg chg="del mod">
          <ac:chgData name="Hilton Sarius" userId="179070f6-9bfa-4a99-8376-5748b538b5d6" providerId="ADAL" clId="{3E91B3D2-2027-4DF8-8065-88DB6B6BA703}" dt="2025-12-18T10:24:47.450" v="1200" actId="478"/>
          <ac:spMkLst>
            <pc:docMk/>
            <pc:sldMk cId="3010179363" sldId="298"/>
            <ac:spMk id="3" creationId="{1CE2C6AA-4D08-855C-3C3C-150C725E93F7}"/>
          </ac:spMkLst>
        </pc:spChg>
        <pc:spChg chg="add del mod">
          <ac:chgData name="Hilton Sarius" userId="179070f6-9bfa-4a99-8376-5748b538b5d6" providerId="ADAL" clId="{3E91B3D2-2027-4DF8-8065-88DB6B6BA703}" dt="2025-12-18T10:24:49.908" v="1201" actId="478"/>
          <ac:spMkLst>
            <pc:docMk/>
            <pc:sldMk cId="3010179363" sldId="298"/>
            <ac:spMk id="5" creationId="{EE329A14-66F9-8F70-6318-E8F23581E901}"/>
          </ac:spMkLst>
        </pc:spChg>
        <pc:picChg chg="add mod">
          <ac:chgData name="Hilton Sarius" userId="179070f6-9bfa-4a99-8376-5748b538b5d6" providerId="ADAL" clId="{3E91B3D2-2027-4DF8-8065-88DB6B6BA703}" dt="2025-12-18T10:25:16.737" v="1207" actId="1036"/>
          <ac:picMkLst>
            <pc:docMk/>
            <pc:sldMk cId="3010179363" sldId="298"/>
            <ac:picMk id="7" creationId="{6DEBC2C2-5913-634D-5C2E-B722C33F1279}"/>
          </ac:picMkLst>
        </pc:picChg>
      </pc:sldChg>
      <pc:sldChg chg="addSp delSp modSp add mod modNotesTx">
        <pc:chgData name="Hilton Sarius" userId="179070f6-9bfa-4a99-8376-5748b538b5d6" providerId="ADAL" clId="{3E91B3D2-2027-4DF8-8065-88DB6B6BA703}" dt="2025-12-18T10:29:46.546" v="1245" actId="6549"/>
        <pc:sldMkLst>
          <pc:docMk/>
          <pc:sldMk cId="2720918537" sldId="299"/>
        </pc:sldMkLst>
        <pc:spChg chg="mod">
          <ac:chgData name="Hilton Sarius" userId="179070f6-9bfa-4a99-8376-5748b538b5d6" providerId="ADAL" clId="{3E91B3D2-2027-4DF8-8065-88DB6B6BA703}" dt="2025-12-18T10:25:28.654" v="1208"/>
          <ac:spMkLst>
            <pc:docMk/>
            <pc:sldMk cId="2720918537" sldId="299"/>
            <ac:spMk id="2" creationId="{8607D609-5D0C-22C0-A42A-6BD8850935D5}"/>
          </ac:spMkLst>
        </pc:spChg>
        <pc:spChg chg="del mod">
          <ac:chgData name="Hilton Sarius" userId="179070f6-9bfa-4a99-8376-5748b538b5d6" providerId="ADAL" clId="{3E91B3D2-2027-4DF8-8065-88DB6B6BA703}" dt="2025-12-18T10:25:31.548" v="1209" actId="478"/>
          <ac:spMkLst>
            <pc:docMk/>
            <pc:sldMk cId="2720918537" sldId="299"/>
            <ac:spMk id="3" creationId="{8AC7404E-2715-ED20-D068-51AF3B4F6C99}"/>
          </ac:spMkLst>
        </pc:spChg>
        <pc:spChg chg="add del mod">
          <ac:chgData name="Hilton Sarius" userId="179070f6-9bfa-4a99-8376-5748b538b5d6" providerId="ADAL" clId="{3E91B3D2-2027-4DF8-8065-88DB6B6BA703}" dt="2025-12-18T10:25:32.929" v="1210" actId="478"/>
          <ac:spMkLst>
            <pc:docMk/>
            <pc:sldMk cId="2720918537" sldId="299"/>
            <ac:spMk id="5" creationId="{C2086307-096A-B690-6E9E-3E6A19B00E88}"/>
          </ac:spMkLst>
        </pc:spChg>
        <pc:picChg chg="add del mod">
          <ac:chgData name="Hilton Sarius" userId="179070f6-9bfa-4a99-8376-5748b538b5d6" providerId="ADAL" clId="{3E91B3D2-2027-4DF8-8065-88DB6B6BA703}" dt="2025-12-18T10:25:54.113" v="1213" actId="478"/>
          <ac:picMkLst>
            <pc:docMk/>
            <pc:sldMk cId="2720918537" sldId="299"/>
            <ac:picMk id="7" creationId="{096A74DC-DFC5-13B2-3E49-6339E6CE1902}"/>
          </ac:picMkLst>
        </pc:picChg>
        <pc:picChg chg="add mod">
          <ac:chgData name="Hilton Sarius" userId="179070f6-9bfa-4a99-8376-5748b538b5d6" providerId="ADAL" clId="{3E91B3D2-2027-4DF8-8065-88DB6B6BA703}" dt="2025-12-18T10:26:14.825" v="1216" actId="1076"/>
          <ac:picMkLst>
            <pc:docMk/>
            <pc:sldMk cId="2720918537" sldId="299"/>
            <ac:picMk id="9" creationId="{CC72643A-17B7-6C7F-6705-BACB07EA223D}"/>
          </ac:picMkLst>
        </pc:picChg>
      </pc:sldChg>
      <pc:sldChg chg="addSp delSp modSp add mod modNotesTx">
        <pc:chgData name="Hilton Sarius" userId="179070f6-9bfa-4a99-8376-5748b538b5d6" providerId="ADAL" clId="{3E91B3D2-2027-4DF8-8065-88DB6B6BA703}" dt="2025-12-18T10:29:49.712" v="1246" actId="6549"/>
        <pc:sldMkLst>
          <pc:docMk/>
          <pc:sldMk cId="3553370831" sldId="300"/>
        </pc:sldMkLst>
        <pc:spChg chg="mod">
          <ac:chgData name="Hilton Sarius" userId="179070f6-9bfa-4a99-8376-5748b538b5d6" providerId="ADAL" clId="{3E91B3D2-2027-4DF8-8065-88DB6B6BA703}" dt="2025-12-18T10:26:24.174" v="1217"/>
          <ac:spMkLst>
            <pc:docMk/>
            <pc:sldMk cId="3553370831" sldId="300"/>
            <ac:spMk id="2" creationId="{34BFADD1-6B0E-54AA-B15E-FAFD09F595D3}"/>
          </ac:spMkLst>
        </pc:spChg>
        <pc:spChg chg="del mod">
          <ac:chgData name="Hilton Sarius" userId="179070f6-9bfa-4a99-8376-5748b538b5d6" providerId="ADAL" clId="{3E91B3D2-2027-4DF8-8065-88DB6B6BA703}" dt="2025-12-18T10:26:32.563" v="1218" actId="478"/>
          <ac:spMkLst>
            <pc:docMk/>
            <pc:sldMk cId="3553370831" sldId="300"/>
            <ac:spMk id="3" creationId="{7570BAE5-00FB-D27D-C8F1-DFB49512D8A5}"/>
          </ac:spMkLst>
        </pc:spChg>
        <pc:spChg chg="add del mod">
          <ac:chgData name="Hilton Sarius" userId="179070f6-9bfa-4a99-8376-5748b538b5d6" providerId="ADAL" clId="{3E91B3D2-2027-4DF8-8065-88DB6B6BA703}" dt="2025-12-18T10:26:35.637" v="1219" actId="478"/>
          <ac:spMkLst>
            <pc:docMk/>
            <pc:sldMk cId="3553370831" sldId="300"/>
            <ac:spMk id="5" creationId="{01681236-696C-8F7F-52D2-9D0391DA7A07}"/>
          </ac:spMkLst>
        </pc:spChg>
        <pc:picChg chg="add mod">
          <ac:chgData name="Hilton Sarius" userId="179070f6-9bfa-4a99-8376-5748b538b5d6" providerId="ADAL" clId="{3E91B3D2-2027-4DF8-8065-88DB6B6BA703}" dt="2025-12-18T10:27:10.957" v="1222" actId="1076"/>
          <ac:picMkLst>
            <pc:docMk/>
            <pc:sldMk cId="3553370831" sldId="300"/>
            <ac:picMk id="7" creationId="{7D8DD5AF-D741-25EB-0A6E-28B082D50E6D}"/>
          </ac:picMkLst>
        </pc:picChg>
      </pc:sldChg>
      <pc:sldChg chg="addSp delSp modSp add mod modNotesTx">
        <pc:chgData name="Hilton Sarius" userId="179070f6-9bfa-4a99-8376-5748b538b5d6" providerId="ADAL" clId="{3E91B3D2-2027-4DF8-8065-88DB6B6BA703}" dt="2025-12-18T10:29:52.813" v="1247" actId="6549"/>
        <pc:sldMkLst>
          <pc:docMk/>
          <pc:sldMk cId="261508207" sldId="301"/>
        </pc:sldMkLst>
        <pc:spChg chg="mod">
          <ac:chgData name="Hilton Sarius" userId="179070f6-9bfa-4a99-8376-5748b538b5d6" providerId="ADAL" clId="{3E91B3D2-2027-4DF8-8065-88DB6B6BA703}" dt="2025-12-18T10:27:33.138" v="1223"/>
          <ac:spMkLst>
            <pc:docMk/>
            <pc:sldMk cId="261508207" sldId="301"/>
            <ac:spMk id="2" creationId="{7772F86C-C170-ACB5-5DD5-DA120AD7F275}"/>
          </ac:spMkLst>
        </pc:spChg>
        <pc:spChg chg="del mod">
          <ac:chgData name="Hilton Sarius" userId="179070f6-9bfa-4a99-8376-5748b538b5d6" providerId="ADAL" clId="{3E91B3D2-2027-4DF8-8065-88DB6B6BA703}" dt="2025-12-18T10:27:37.605" v="1224" actId="478"/>
          <ac:spMkLst>
            <pc:docMk/>
            <pc:sldMk cId="261508207" sldId="301"/>
            <ac:spMk id="3" creationId="{C7EA1689-150F-68E2-45E6-59D6F6C35513}"/>
          </ac:spMkLst>
        </pc:spChg>
        <pc:spChg chg="add del mod">
          <ac:chgData name="Hilton Sarius" userId="179070f6-9bfa-4a99-8376-5748b538b5d6" providerId="ADAL" clId="{3E91B3D2-2027-4DF8-8065-88DB6B6BA703}" dt="2025-12-18T10:27:38.945" v="1225" actId="478"/>
          <ac:spMkLst>
            <pc:docMk/>
            <pc:sldMk cId="261508207" sldId="301"/>
            <ac:spMk id="5" creationId="{356AF8AC-DA4B-6C90-4C6E-9D140E428F4C}"/>
          </ac:spMkLst>
        </pc:spChg>
        <pc:picChg chg="add mod">
          <ac:chgData name="Hilton Sarius" userId="179070f6-9bfa-4a99-8376-5748b538b5d6" providerId="ADAL" clId="{3E91B3D2-2027-4DF8-8065-88DB6B6BA703}" dt="2025-12-18T10:27:59.523" v="1228" actId="1076"/>
          <ac:picMkLst>
            <pc:docMk/>
            <pc:sldMk cId="261508207" sldId="301"/>
            <ac:picMk id="7" creationId="{ADEF7DD3-F43A-0561-0F36-EB58CF011E4E}"/>
          </ac:picMkLst>
        </pc:picChg>
      </pc:sldChg>
      <pc:sldChg chg="addSp delSp modSp add mod modNotesTx">
        <pc:chgData name="Hilton Sarius" userId="179070f6-9bfa-4a99-8376-5748b538b5d6" providerId="ADAL" clId="{3E91B3D2-2027-4DF8-8065-88DB6B6BA703}" dt="2025-12-18T10:29:57.340" v="1248" actId="6549"/>
        <pc:sldMkLst>
          <pc:docMk/>
          <pc:sldMk cId="1322046790" sldId="302"/>
        </pc:sldMkLst>
        <pc:spChg chg="mod">
          <ac:chgData name="Hilton Sarius" userId="179070f6-9bfa-4a99-8376-5748b538b5d6" providerId="ADAL" clId="{3E91B3D2-2027-4DF8-8065-88DB6B6BA703}" dt="2025-12-18T10:28:12.295" v="1229"/>
          <ac:spMkLst>
            <pc:docMk/>
            <pc:sldMk cId="1322046790" sldId="302"/>
            <ac:spMk id="2" creationId="{4C000F4F-443E-9110-875D-E91C098B83B7}"/>
          </ac:spMkLst>
        </pc:spChg>
        <pc:spChg chg="del mod">
          <ac:chgData name="Hilton Sarius" userId="179070f6-9bfa-4a99-8376-5748b538b5d6" providerId="ADAL" clId="{3E91B3D2-2027-4DF8-8065-88DB6B6BA703}" dt="2025-12-18T10:28:16.629" v="1230" actId="478"/>
          <ac:spMkLst>
            <pc:docMk/>
            <pc:sldMk cId="1322046790" sldId="302"/>
            <ac:spMk id="3" creationId="{F3E4264E-07AB-C2D9-AEB2-26293CE4C00B}"/>
          </ac:spMkLst>
        </pc:spChg>
        <pc:spChg chg="add del mod">
          <ac:chgData name="Hilton Sarius" userId="179070f6-9bfa-4a99-8376-5748b538b5d6" providerId="ADAL" clId="{3E91B3D2-2027-4DF8-8065-88DB6B6BA703}" dt="2025-12-18T10:28:17.954" v="1231" actId="478"/>
          <ac:spMkLst>
            <pc:docMk/>
            <pc:sldMk cId="1322046790" sldId="302"/>
            <ac:spMk id="5" creationId="{AA055158-565D-0E99-DC11-C480D7F41E89}"/>
          </ac:spMkLst>
        </pc:spChg>
        <pc:picChg chg="add mod">
          <ac:chgData name="Hilton Sarius" userId="179070f6-9bfa-4a99-8376-5748b538b5d6" providerId="ADAL" clId="{3E91B3D2-2027-4DF8-8065-88DB6B6BA703}" dt="2025-12-18T10:28:28.621" v="1233" actId="1076"/>
          <ac:picMkLst>
            <pc:docMk/>
            <pc:sldMk cId="1322046790" sldId="302"/>
            <ac:picMk id="7" creationId="{2F68DCC1-DBE6-03B1-85C7-09ECA0A4CC00}"/>
          </ac:picMkLst>
        </pc:picChg>
      </pc:sldChg>
      <pc:sldChg chg="modSp add del">
        <pc:chgData name="Hilton Sarius" userId="179070f6-9bfa-4a99-8376-5748b538b5d6" providerId="ADAL" clId="{3E91B3D2-2027-4DF8-8065-88DB6B6BA703}" dt="2025-12-18T10:28:40.747" v="1234" actId="47"/>
        <pc:sldMkLst>
          <pc:docMk/>
          <pc:sldMk cId="3225635931" sldId="303"/>
        </pc:sldMkLst>
        <pc:spChg chg="mod">
          <ac:chgData name="Hilton Sarius" userId="179070f6-9bfa-4a99-8376-5748b538b5d6" providerId="ADAL" clId="{3E91B3D2-2027-4DF8-8065-88DB6B6BA703}" dt="2025-12-18T01:55:31.678" v="474"/>
          <ac:spMkLst>
            <pc:docMk/>
            <pc:sldMk cId="3225635931" sldId="303"/>
            <ac:spMk id="2" creationId="{340003A8-F400-103B-2E8C-CE60760F9164}"/>
          </ac:spMkLst>
        </pc:spChg>
        <pc:spChg chg="mod">
          <ac:chgData name="Hilton Sarius" userId="179070f6-9bfa-4a99-8376-5748b538b5d6" providerId="ADAL" clId="{3E91B3D2-2027-4DF8-8065-88DB6B6BA703}" dt="2025-12-18T01:46:06.324" v="439"/>
          <ac:spMkLst>
            <pc:docMk/>
            <pc:sldMk cId="3225635931" sldId="303"/>
            <ac:spMk id="3" creationId="{D5378BBA-0A4A-563C-5322-D07D540FE6C1}"/>
          </ac:spMkLst>
        </pc:spChg>
      </pc:sldChg>
      <pc:sldChg chg="modSp add del">
        <pc:chgData name="Hilton Sarius" userId="179070f6-9bfa-4a99-8376-5748b538b5d6" providerId="ADAL" clId="{3E91B3D2-2027-4DF8-8065-88DB6B6BA703}" dt="2025-12-18T10:28:40.747" v="1234" actId="47"/>
        <pc:sldMkLst>
          <pc:docMk/>
          <pc:sldMk cId="2050574837" sldId="304"/>
        </pc:sldMkLst>
        <pc:spChg chg="mod">
          <ac:chgData name="Hilton Sarius" userId="179070f6-9bfa-4a99-8376-5748b538b5d6" providerId="ADAL" clId="{3E91B3D2-2027-4DF8-8065-88DB6B6BA703}" dt="2025-12-18T01:55:47.100" v="475"/>
          <ac:spMkLst>
            <pc:docMk/>
            <pc:sldMk cId="2050574837" sldId="304"/>
            <ac:spMk id="2" creationId="{19E9CB60-8F2A-C0C1-FB2E-2C179B358D17}"/>
          </ac:spMkLst>
        </pc:spChg>
        <pc:spChg chg="mod">
          <ac:chgData name="Hilton Sarius" userId="179070f6-9bfa-4a99-8376-5748b538b5d6" providerId="ADAL" clId="{3E91B3D2-2027-4DF8-8065-88DB6B6BA703}" dt="2025-12-18T01:46:12.188" v="440"/>
          <ac:spMkLst>
            <pc:docMk/>
            <pc:sldMk cId="2050574837" sldId="304"/>
            <ac:spMk id="3" creationId="{0C92F3BB-4B9E-0118-9485-25D1966CED33}"/>
          </ac:spMkLst>
        </pc:spChg>
      </pc:sldChg>
      <pc:sldChg chg="modSp add del">
        <pc:chgData name="Hilton Sarius" userId="179070f6-9bfa-4a99-8376-5748b538b5d6" providerId="ADAL" clId="{3E91B3D2-2027-4DF8-8065-88DB6B6BA703}" dt="2025-12-18T10:28:40.747" v="1234" actId="47"/>
        <pc:sldMkLst>
          <pc:docMk/>
          <pc:sldMk cId="3111071470" sldId="305"/>
        </pc:sldMkLst>
        <pc:spChg chg="mod">
          <ac:chgData name="Hilton Sarius" userId="179070f6-9bfa-4a99-8376-5748b538b5d6" providerId="ADAL" clId="{3E91B3D2-2027-4DF8-8065-88DB6B6BA703}" dt="2025-12-18T01:56:02.392" v="476"/>
          <ac:spMkLst>
            <pc:docMk/>
            <pc:sldMk cId="3111071470" sldId="305"/>
            <ac:spMk id="2" creationId="{3375BB8A-8155-E9DB-0798-715655B2B51E}"/>
          </ac:spMkLst>
        </pc:spChg>
        <pc:spChg chg="mod">
          <ac:chgData name="Hilton Sarius" userId="179070f6-9bfa-4a99-8376-5748b538b5d6" providerId="ADAL" clId="{3E91B3D2-2027-4DF8-8065-88DB6B6BA703}" dt="2025-12-18T01:46:18.548" v="441"/>
          <ac:spMkLst>
            <pc:docMk/>
            <pc:sldMk cId="3111071470" sldId="305"/>
            <ac:spMk id="3" creationId="{8DEB98EF-10AF-4DF8-C1B3-ED2549DBAA6E}"/>
          </ac:spMkLst>
        </pc:spChg>
      </pc:sldChg>
      <pc:sldChg chg="modSp add del">
        <pc:chgData name="Hilton Sarius" userId="179070f6-9bfa-4a99-8376-5748b538b5d6" providerId="ADAL" clId="{3E91B3D2-2027-4DF8-8065-88DB6B6BA703}" dt="2025-12-18T10:28:40.747" v="1234" actId="47"/>
        <pc:sldMkLst>
          <pc:docMk/>
          <pc:sldMk cId="1742723256" sldId="306"/>
        </pc:sldMkLst>
        <pc:spChg chg="mod">
          <ac:chgData name="Hilton Sarius" userId="179070f6-9bfa-4a99-8376-5748b538b5d6" providerId="ADAL" clId="{3E91B3D2-2027-4DF8-8065-88DB6B6BA703}" dt="2025-12-18T01:56:15.480" v="477"/>
          <ac:spMkLst>
            <pc:docMk/>
            <pc:sldMk cId="1742723256" sldId="306"/>
            <ac:spMk id="2" creationId="{41FD5F78-5BC6-BCC0-14F1-A3B5B8537BF3}"/>
          </ac:spMkLst>
        </pc:spChg>
        <pc:spChg chg="mod">
          <ac:chgData name="Hilton Sarius" userId="179070f6-9bfa-4a99-8376-5748b538b5d6" providerId="ADAL" clId="{3E91B3D2-2027-4DF8-8065-88DB6B6BA703}" dt="2025-12-18T01:46:25.207" v="442"/>
          <ac:spMkLst>
            <pc:docMk/>
            <pc:sldMk cId="1742723256" sldId="306"/>
            <ac:spMk id="3" creationId="{1966D107-9D73-E5CD-08F5-9181BD525F5D}"/>
          </ac:spMkLst>
        </pc:spChg>
      </pc:sldChg>
      <pc:sldChg chg="modSp add del modNotesTx">
        <pc:chgData name="Hilton Sarius" userId="179070f6-9bfa-4a99-8376-5748b538b5d6" providerId="ADAL" clId="{3E91B3D2-2027-4DF8-8065-88DB6B6BA703}" dt="2025-12-18T10:28:40.747" v="1234" actId="47"/>
        <pc:sldMkLst>
          <pc:docMk/>
          <pc:sldMk cId="3600364347" sldId="307"/>
        </pc:sldMkLst>
        <pc:spChg chg="mod">
          <ac:chgData name="Hilton Sarius" userId="179070f6-9bfa-4a99-8376-5748b538b5d6" providerId="ADAL" clId="{3E91B3D2-2027-4DF8-8065-88DB6B6BA703}" dt="2025-12-18T01:56:38.242" v="478"/>
          <ac:spMkLst>
            <pc:docMk/>
            <pc:sldMk cId="3600364347" sldId="307"/>
            <ac:spMk id="2" creationId="{85BEBBD5-5C3B-ADCE-914E-4AE20DAAC163}"/>
          </ac:spMkLst>
        </pc:spChg>
        <pc:spChg chg="mod">
          <ac:chgData name="Hilton Sarius" userId="179070f6-9bfa-4a99-8376-5748b538b5d6" providerId="ADAL" clId="{3E91B3D2-2027-4DF8-8065-88DB6B6BA703}" dt="2025-12-18T01:46:32.088" v="443"/>
          <ac:spMkLst>
            <pc:docMk/>
            <pc:sldMk cId="3600364347" sldId="307"/>
            <ac:spMk id="3" creationId="{D69B95C3-9593-20CF-3E14-D09948C55984}"/>
          </ac:spMkLst>
        </pc:spChg>
      </pc:sldChg>
      <pc:sldChg chg="modSp add del">
        <pc:chgData name="Hilton Sarius" userId="179070f6-9bfa-4a99-8376-5748b538b5d6" providerId="ADAL" clId="{3E91B3D2-2027-4DF8-8065-88DB6B6BA703}" dt="2025-12-18T10:28:40.747" v="1234" actId="47"/>
        <pc:sldMkLst>
          <pc:docMk/>
          <pc:sldMk cId="1435085181" sldId="308"/>
        </pc:sldMkLst>
        <pc:spChg chg="mod">
          <ac:chgData name="Hilton Sarius" userId="179070f6-9bfa-4a99-8376-5748b538b5d6" providerId="ADAL" clId="{3E91B3D2-2027-4DF8-8065-88DB6B6BA703}" dt="2025-12-18T01:56:58.553" v="480"/>
          <ac:spMkLst>
            <pc:docMk/>
            <pc:sldMk cId="1435085181" sldId="308"/>
            <ac:spMk id="2" creationId="{BFF7E85F-6D12-A14D-CE82-9C510F02AC78}"/>
          </ac:spMkLst>
        </pc:spChg>
        <pc:spChg chg="mod">
          <ac:chgData name="Hilton Sarius" userId="179070f6-9bfa-4a99-8376-5748b538b5d6" providerId="ADAL" clId="{3E91B3D2-2027-4DF8-8065-88DB6B6BA703}" dt="2025-12-18T01:46:36.806" v="444"/>
          <ac:spMkLst>
            <pc:docMk/>
            <pc:sldMk cId="1435085181" sldId="308"/>
            <ac:spMk id="3" creationId="{F7C9A972-6C9E-712B-44A8-3944A73E7252}"/>
          </ac:spMkLst>
        </pc:spChg>
      </pc:sldChg>
      <pc:sldChg chg="modSp add del">
        <pc:chgData name="Hilton Sarius" userId="179070f6-9bfa-4a99-8376-5748b538b5d6" providerId="ADAL" clId="{3E91B3D2-2027-4DF8-8065-88DB6B6BA703}" dt="2025-12-18T10:28:40.747" v="1234" actId="47"/>
        <pc:sldMkLst>
          <pc:docMk/>
          <pc:sldMk cId="602255346" sldId="309"/>
        </pc:sldMkLst>
        <pc:spChg chg="mod">
          <ac:chgData name="Hilton Sarius" userId="179070f6-9bfa-4a99-8376-5748b538b5d6" providerId="ADAL" clId="{3E91B3D2-2027-4DF8-8065-88DB6B6BA703}" dt="2025-12-18T01:57:12.027" v="481"/>
          <ac:spMkLst>
            <pc:docMk/>
            <pc:sldMk cId="602255346" sldId="309"/>
            <ac:spMk id="2" creationId="{3D39AC62-70FE-BC9D-491C-D35553E5745D}"/>
          </ac:spMkLst>
        </pc:spChg>
        <pc:spChg chg="mod">
          <ac:chgData name="Hilton Sarius" userId="179070f6-9bfa-4a99-8376-5748b538b5d6" providerId="ADAL" clId="{3E91B3D2-2027-4DF8-8065-88DB6B6BA703}" dt="2025-12-18T01:46:42.609" v="445"/>
          <ac:spMkLst>
            <pc:docMk/>
            <pc:sldMk cId="602255346" sldId="309"/>
            <ac:spMk id="3" creationId="{34D01CF4-2327-E762-2D3F-70320D13CCDB}"/>
          </ac:spMkLst>
        </pc:spChg>
      </pc:sldChg>
      <pc:sldChg chg="modSp add del">
        <pc:chgData name="Hilton Sarius" userId="179070f6-9bfa-4a99-8376-5748b538b5d6" providerId="ADAL" clId="{3E91B3D2-2027-4DF8-8065-88DB6B6BA703}" dt="2025-12-18T10:28:40.747" v="1234" actId="47"/>
        <pc:sldMkLst>
          <pc:docMk/>
          <pc:sldMk cId="122753219" sldId="310"/>
        </pc:sldMkLst>
        <pc:spChg chg="mod">
          <ac:chgData name="Hilton Sarius" userId="179070f6-9bfa-4a99-8376-5748b538b5d6" providerId="ADAL" clId="{3E91B3D2-2027-4DF8-8065-88DB6B6BA703}" dt="2025-12-18T01:57:27.470" v="482"/>
          <ac:spMkLst>
            <pc:docMk/>
            <pc:sldMk cId="122753219" sldId="310"/>
            <ac:spMk id="2" creationId="{DBA3DF81-F2D5-A13F-5A3F-A564D06E8BE0}"/>
          </ac:spMkLst>
        </pc:spChg>
        <pc:spChg chg="mod">
          <ac:chgData name="Hilton Sarius" userId="179070f6-9bfa-4a99-8376-5748b538b5d6" providerId="ADAL" clId="{3E91B3D2-2027-4DF8-8065-88DB6B6BA703}" dt="2025-12-18T01:46:47.374" v="446"/>
          <ac:spMkLst>
            <pc:docMk/>
            <pc:sldMk cId="122753219" sldId="310"/>
            <ac:spMk id="3" creationId="{9861A62A-FEF1-2B4A-F14B-8F5AF06359B6}"/>
          </ac:spMkLst>
        </pc:spChg>
      </pc:sldChg>
      <pc:sldChg chg="modSp add del">
        <pc:chgData name="Hilton Sarius" userId="179070f6-9bfa-4a99-8376-5748b538b5d6" providerId="ADAL" clId="{3E91B3D2-2027-4DF8-8065-88DB6B6BA703}" dt="2025-12-18T10:28:40.747" v="1234" actId="47"/>
        <pc:sldMkLst>
          <pc:docMk/>
          <pc:sldMk cId="254738665" sldId="311"/>
        </pc:sldMkLst>
        <pc:spChg chg="mod">
          <ac:chgData name="Hilton Sarius" userId="179070f6-9bfa-4a99-8376-5748b538b5d6" providerId="ADAL" clId="{3E91B3D2-2027-4DF8-8065-88DB6B6BA703}" dt="2025-12-18T01:57:40.106" v="483"/>
          <ac:spMkLst>
            <pc:docMk/>
            <pc:sldMk cId="254738665" sldId="311"/>
            <ac:spMk id="2" creationId="{97E68CC2-3F81-99D8-3FB9-0A41A56CD5F9}"/>
          </ac:spMkLst>
        </pc:spChg>
        <pc:spChg chg="mod">
          <ac:chgData name="Hilton Sarius" userId="179070f6-9bfa-4a99-8376-5748b538b5d6" providerId="ADAL" clId="{3E91B3D2-2027-4DF8-8065-88DB6B6BA703}" dt="2025-12-18T01:46:52.046" v="447"/>
          <ac:spMkLst>
            <pc:docMk/>
            <pc:sldMk cId="254738665" sldId="311"/>
            <ac:spMk id="3" creationId="{AB0DCB5F-53C8-D66C-FAE1-137A0044F8C5}"/>
          </ac:spMkLst>
        </pc:spChg>
      </pc:sldChg>
      <pc:sldChg chg="modSp add del">
        <pc:chgData name="Hilton Sarius" userId="179070f6-9bfa-4a99-8376-5748b538b5d6" providerId="ADAL" clId="{3E91B3D2-2027-4DF8-8065-88DB6B6BA703}" dt="2025-12-18T10:28:40.747" v="1234" actId="47"/>
        <pc:sldMkLst>
          <pc:docMk/>
          <pc:sldMk cId="4249610643" sldId="312"/>
        </pc:sldMkLst>
        <pc:spChg chg="mod">
          <ac:chgData name="Hilton Sarius" userId="179070f6-9bfa-4a99-8376-5748b538b5d6" providerId="ADAL" clId="{3E91B3D2-2027-4DF8-8065-88DB6B6BA703}" dt="2025-12-18T01:57:56.286" v="484"/>
          <ac:spMkLst>
            <pc:docMk/>
            <pc:sldMk cId="4249610643" sldId="312"/>
            <ac:spMk id="2" creationId="{FD64966B-4A77-FCD3-D541-92B2F431EE89}"/>
          </ac:spMkLst>
        </pc:spChg>
        <pc:spChg chg="mod">
          <ac:chgData name="Hilton Sarius" userId="179070f6-9bfa-4a99-8376-5748b538b5d6" providerId="ADAL" clId="{3E91B3D2-2027-4DF8-8065-88DB6B6BA703}" dt="2025-12-18T01:46:57.821" v="448"/>
          <ac:spMkLst>
            <pc:docMk/>
            <pc:sldMk cId="4249610643" sldId="312"/>
            <ac:spMk id="3" creationId="{2CA68B02-C002-8DA5-FA5F-E7AB606C9822}"/>
          </ac:spMkLst>
        </pc:spChg>
      </pc:sldChg>
      <pc:sldChg chg="modSp add del">
        <pc:chgData name="Hilton Sarius" userId="179070f6-9bfa-4a99-8376-5748b538b5d6" providerId="ADAL" clId="{3E91B3D2-2027-4DF8-8065-88DB6B6BA703}" dt="2025-12-18T10:28:40.747" v="1234" actId="47"/>
        <pc:sldMkLst>
          <pc:docMk/>
          <pc:sldMk cId="3491130033" sldId="313"/>
        </pc:sldMkLst>
        <pc:spChg chg="mod">
          <ac:chgData name="Hilton Sarius" userId="179070f6-9bfa-4a99-8376-5748b538b5d6" providerId="ADAL" clId="{3E91B3D2-2027-4DF8-8065-88DB6B6BA703}" dt="2025-12-18T01:58:08.684" v="485"/>
          <ac:spMkLst>
            <pc:docMk/>
            <pc:sldMk cId="3491130033" sldId="313"/>
            <ac:spMk id="2" creationId="{79ED80F7-A56D-621B-C581-8F68F31FE3C3}"/>
          </ac:spMkLst>
        </pc:spChg>
        <pc:spChg chg="mod">
          <ac:chgData name="Hilton Sarius" userId="179070f6-9bfa-4a99-8376-5748b538b5d6" providerId="ADAL" clId="{3E91B3D2-2027-4DF8-8065-88DB6B6BA703}" dt="2025-12-18T01:47:02.533" v="449"/>
          <ac:spMkLst>
            <pc:docMk/>
            <pc:sldMk cId="3491130033" sldId="313"/>
            <ac:spMk id="3" creationId="{D26BF215-631A-C78E-7F97-3C4B18DE7035}"/>
          </ac:spMkLst>
        </pc:spChg>
      </pc:sldChg>
      <pc:sldChg chg="modSp add del">
        <pc:chgData name="Hilton Sarius" userId="179070f6-9bfa-4a99-8376-5748b538b5d6" providerId="ADAL" clId="{3E91B3D2-2027-4DF8-8065-88DB6B6BA703}" dt="2025-12-18T10:28:40.747" v="1234" actId="47"/>
        <pc:sldMkLst>
          <pc:docMk/>
          <pc:sldMk cId="2070335148" sldId="314"/>
        </pc:sldMkLst>
        <pc:spChg chg="mod">
          <ac:chgData name="Hilton Sarius" userId="179070f6-9bfa-4a99-8376-5748b538b5d6" providerId="ADAL" clId="{3E91B3D2-2027-4DF8-8065-88DB6B6BA703}" dt="2025-12-18T01:58:22.361" v="486"/>
          <ac:spMkLst>
            <pc:docMk/>
            <pc:sldMk cId="2070335148" sldId="314"/>
            <ac:spMk id="2" creationId="{B2A948DA-6DAA-B73D-037E-792F60312E6A}"/>
          </ac:spMkLst>
        </pc:spChg>
        <pc:spChg chg="mod">
          <ac:chgData name="Hilton Sarius" userId="179070f6-9bfa-4a99-8376-5748b538b5d6" providerId="ADAL" clId="{3E91B3D2-2027-4DF8-8065-88DB6B6BA703}" dt="2025-12-18T01:47:07.024" v="450"/>
          <ac:spMkLst>
            <pc:docMk/>
            <pc:sldMk cId="2070335148" sldId="314"/>
            <ac:spMk id="3" creationId="{9229A729-1CEF-298E-EF99-D5ADB022F85F}"/>
          </ac:spMkLst>
        </pc:spChg>
      </pc:sldChg>
      <pc:sldChg chg="modSp add del">
        <pc:chgData name="Hilton Sarius" userId="179070f6-9bfa-4a99-8376-5748b538b5d6" providerId="ADAL" clId="{3E91B3D2-2027-4DF8-8065-88DB6B6BA703}" dt="2025-12-18T10:28:40.747" v="1234" actId="47"/>
        <pc:sldMkLst>
          <pc:docMk/>
          <pc:sldMk cId="1626496942" sldId="315"/>
        </pc:sldMkLst>
        <pc:spChg chg="mod">
          <ac:chgData name="Hilton Sarius" userId="179070f6-9bfa-4a99-8376-5748b538b5d6" providerId="ADAL" clId="{3E91B3D2-2027-4DF8-8065-88DB6B6BA703}" dt="2025-12-18T01:58:37.068" v="487"/>
          <ac:spMkLst>
            <pc:docMk/>
            <pc:sldMk cId="1626496942" sldId="315"/>
            <ac:spMk id="2" creationId="{5F8D4049-3A8B-3629-DC2E-56AE94658230}"/>
          </ac:spMkLst>
        </pc:spChg>
        <pc:spChg chg="mod">
          <ac:chgData name="Hilton Sarius" userId="179070f6-9bfa-4a99-8376-5748b538b5d6" providerId="ADAL" clId="{3E91B3D2-2027-4DF8-8065-88DB6B6BA703}" dt="2025-12-18T01:47:12.414" v="451"/>
          <ac:spMkLst>
            <pc:docMk/>
            <pc:sldMk cId="1626496942" sldId="315"/>
            <ac:spMk id="3" creationId="{A2CB109A-9D9F-F385-790C-4F53CFB8F949}"/>
          </ac:spMkLst>
        </pc:spChg>
      </pc:sldChg>
      <pc:sldChg chg="modSp add del">
        <pc:chgData name="Hilton Sarius" userId="179070f6-9bfa-4a99-8376-5748b538b5d6" providerId="ADAL" clId="{3E91B3D2-2027-4DF8-8065-88DB6B6BA703}" dt="2025-12-18T10:28:40.747" v="1234" actId="47"/>
        <pc:sldMkLst>
          <pc:docMk/>
          <pc:sldMk cId="3254211412" sldId="316"/>
        </pc:sldMkLst>
        <pc:spChg chg="mod">
          <ac:chgData name="Hilton Sarius" userId="179070f6-9bfa-4a99-8376-5748b538b5d6" providerId="ADAL" clId="{3E91B3D2-2027-4DF8-8065-88DB6B6BA703}" dt="2025-12-18T01:58:52.243" v="488"/>
          <ac:spMkLst>
            <pc:docMk/>
            <pc:sldMk cId="3254211412" sldId="316"/>
            <ac:spMk id="2" creationId="{60F4AF38-C95F-4B32-FF9C-0063A909DF2E}"/>
          </ac:spMkLst>
        </pc:spChg>
        <pc:spChg chg="mod">
          <ac:chgData name="Hilton Sarius" userId="179070f6-9bfa-4a99-8376-5748b538b5d6" providerId="ADAL" clId="{3E91B3D2-2027-4DF8-8065-88DB6B6BA703}" dt="2025-12-18T01:47:20.862" v="452"/>
          <ac:spMkLst>
            <pc:docMk/>
            <pc:sldMk cId="3254211412" sldId="316"/>
            <ac:spMk id="3" creationId="{93AD6B4A-C7A7-1F86-C7A4-210B50D773FD}"/>
          </ac:spMkLst>
        </pc:spChg>
      </pc:sldChg>
      <pc:sldChg chg="modSp add del">
        <pc:chgData name="Hilton Sarius" userId="179070f6-9bfa-4a99-8376-5748b538b5d6" providerId="ADAL" clId="{3E91B3D2-2027-4DF8-8065-88DB6B6BA703}" dt="2025-12-18T10:28:40.747" v="1234" actId="47"/>
        <pc:sldMkLst>
          <pc:docMk/>
          <pc:sldMk cId="2447934682" sldId="317"/>
        </pc:sldMkLst>
        <pc:spChg chg="mod">
          <ac:chgData name="Hilton Sarius" userId="179070f6-9bfa-4a99-8376-5748b538b5d6" providerId="ADAL" clId="{3E91B3D2-2027-4DF8-8065-88DB6B6BA703}" dt="2025-12-18T01:59:06.156" v="489"/>
          <ac:spMkLst>
            <pc:docMk/>
            <pc:sldMk cId="2447934682" sldId="317"/>
            <ac:spMk id="2" creationId="{9CFC947F-93DE-04F8-0BB1-C5E6DFC0BA91}"/>
          </ac:spMkLst>
        </pc:spChg>
        <pc:spChg chg="mod">
          <ac:chgData name="Hilton Sarius" userId="179070f6-9bfa-4a99-8376-5748b538b5d6" providerId="ADAL" clId="{3E91B3D2-2027-4DF8-8065-88DB6B6BA703}" dt="2025-12-18T01:47:27.932" v="453"/>
          <ac:spMkLst>
            <pc:docMk/>
            <pc:sldMk cId="2447934682" sldId="317"/>
            <ac:spMk id="3" creationId="{6C03BDAB-6279-243A-988D-AC782D5D3E53}"/>
          </ac:spMkLst>
        </pc:spChg>
      </pc:sldChg>
      <pc:sldChg chg="modSp add del">
        <pc:chgData name="Hilton Sarius" userId="179070f6-9bfa-4a99-8376-5748b538b5d6" providerId="ADAL" clId="{3E91B3D2-2027-4DF8-8065-88DB6B6BA703}" dt="2025-12-18T10:28:40.747" v="1234" actId="47"/>
        <pc:sldMkLst>
          <pc:docMk/>
          <pc:sldMk cId="1164101313" sldId="318"/>
        </pc:sldMkLst>
        <pc:spChg chg="mod">
          <ac:chgData name="Hilton Sarius" userId="179070f6-9bfa-4a99-8376-5748b538b5d6" providerId="ADAL" clId="{3E91B3D2-2027-4DF8-8065-88DB6B6BA703}" dt="2025-12-18T01:59:20.364" v="490"/>
          <ac:spMkLst>
            <pc:docMk/>
            <pc:sldMk cId="1164101313" sldId="318"/>
            <ac:spMk id="2" creationId="{FF96FBB2-416D-A458-3E49-E8F589BE2463}"/>
          </ac:spMkLst>
        </pc:spChg>
        <pc:spChg chg="mod">
          <ac:chgData name="Hilton Sarius" userId="179070f6-9bfa-4a99-8376-5748b538b5d6" providerId="ADAL" clId="{3E91B3D2-2027-4DF8-8065-88DB6B6BA703}" dt="2025-12-18T01:47:33.564" v="454"/>
          <ac:spMkLst>
            <pc:docMk/>
            <pc:sldMk cId="1164101313" sldId="318"/>
            <ac:spMk id="3" creationId="{ECB65990-4A80-A84F-087A-1E7BB2F82FE0}"/>
          </ac:spMkLst>
        </pc:spChg>
      </pc:sldChg>
      <pc:sldChg chg="addSp delSp modSp add mod modNotesTx">
        <pc:chgData name="Hilton Sarius" userId="179070f6-9bfa-4a99-8376-5748b538b5d6" providerId="ADAL" clId="{3E91B3D2-2027-4DF8-8065-88DB6B6BA703}" dt="2025-12-18T02:16:25.305" v="520" actId="12385"/>
        <pc:sldMkLst>
          <pc:docMk/>
          <pc:sldMk cId="2377149306" sldId="319"/>
        </pc:sldMkLst>
        <pc:spChg chg="mod">
          <ac:chgData name="Hilton Sarius" userId="179070f6-9bfa-4a99-8376-5748b538b5d6" providerId="ADAL" clId="{3E91B3D2-2027-4DF8-8065-88DB6B6BA703}" dt="2025-12-18T02:11:05.995" v="504" actId="20577"/>
          <ac:spMkLst>
            <pc:docMk/>
            <pc:sldMk cId="2377149306" sldId="319"/>
            <ac:spMk id="2" creationId="{79750606-D624-9879-ED8B-C628510AEE95}"/>
          </ac:spMkLst>
        </pc:spChg>
        <pc:spChg chg="del">
          <ac:chgData name="Hilton Sarius" userId="179070f6-9bfa-4a99-8376-5748b538b5d6" providerId="ADAL" clId="{3E91B3D2-2027-4DF8-8065-88DB6B6BA703}" dt="2025-12-18T02:10:53.075" v="493" actId="478"/>
          <ac:spMkLst>
            <pc:docMk/>
            <pc:sldMk cId="2377149306" sldId="319"/>
            <ac:spMk id="3" creationId="{4B6321B1-971F-9646-2023-1C1AAD4D14ED}"/>
          </ac:spMkLst>
        </pc:spChg>
        <pc:spChg chg="add del mod">
          <ac:chgData name="Hilton Sarius" userId="179070f6-9bfa-4a99-8376-5748b538b5d6" providerId="ADAL" clId="{3E91B3D2-2027-4DF8-8065-88DB6B6BA703}" dt="2025-12-18T02:11:09.675" v="505" actId="478"/>
          <ac:spMkLst>
            <pc:docMk/>
            <pc:sldMk cId="2377149306" sldId="319"/>
            <ac:spMk id="6" creationId="{C31EA761-E18D-BC3F-8D41-1AAAAD0B056A}"/>
          </ac:spMkLst>
        </pc:spChg>
        <pc:graphicFrameChg chg="add mod modGraphic">
          <ac:chgData name="Hilton Sarius" userId="179070f6-9bfa-4a99-8376-5748b538b5d6" providerId="ADAL" clId="{3E91B3D2-2027-4DF8-8065-88DB6B6BA703}" dt="2025-12-18T02:16:25.305" v="520" actId="12385"/>
          <ac:graphicFrameMkLst>
            <pc:docMk/>
            <pc:sldMk cId="2377149306" sldId="319"/>
            <ac:graphicFrameMk id="4" creationId="{261F3B02-A43D-7E22-32B8-A503858F483B}"/>
          </ac:graphicFrameMkLst>
        </pc:graphicFrameChg>
      </pc:sldChg>
      <pc:sldChg chg="add del">
        <pc:chgData name="Hilton Sarius" userId="179070f6-9bfa-4a99-8376-5748b538b5d6" providerId="ADAL" clId="{3E91B3D2-2027-4DF8-8065-88DB6B6BA703}" dt="2025-12-18T01:47:38.431" v="455" actId="47"/>
        <pc:sldMkLst>
          <pc:docMk/>
          <pc:sldMk cId="2688679937" sldId="319"/>
        </pc:sldMkLst>
      </pc:sldChg>
      <pc:sldChg chg="add del">
        <pc:chgData name="Hilton Sarius" userId="179070f6-9bfa-4a99-8376-5748b538b5d6" providerId="ADAL" clId="{3E91B3D2-2027-4DF8-8065-88DB6B6BA703}" dt="2025-12-18T01:47:38.431" v="455" actId="47"/>
        <pc:sldMkLst>
          <pc:docMk/>
          <pc:sldMk cId="935331749" sldId="320"/>
        </pc:sldMkLst>
      </pc:sldChg>
      <pc:sldChg chg="addSp delSp modSp add mod setBg">
        <pc:chgData name="Hilton Sarius" userId="179070f6-9bfa-4a99-8376-5748b538b5d6" providerId="ADAL" clId="{3E91B3D2-2027-4DF8-8065-88DB6B6BA703}" dt="2025-12-18T08:29:50.120" v="834" actId="26606"/>
        <pc:sldMkLst>
          <pc:docMk/>
          <pc:sldMk cId="974666926" sldId="320"/>
        </pc:sldMkLst>
        <pc:spChg chg="mod">
          <ac:chgData name="Hilton Sarius" userId="179070f6-9bfa-4a99-8376-5748b538b5d6" providerId="ADAL" clId="{3E91B3D2-2027-4DF8-8065-88DB6B6BA703}" dt="2025-12-18T08:29:50.120" v="834" actId="26606"/>
          <ac:spMkLst>
            <pc:docMk/>
            <pc:sldMk cId="974666926" sldId="320"/>
            <ac:spMk id="2" creationId="{B70362B8-8B23-72B0-7C21-43A4B5CC4186}"/>
          </ac:spMkLst>
        </pc:spChg>
        <pc:spChg chg="mod">
          <ac:chgData name="Hilton Sarius" userId="179070f6-9bfa-4a99-8376-5748b538b5d6" providerId="ADAL" clId="{3E91B3D2-2027-4DF8-8065-88DB6B6BA703}" dt="2025-12-18T08:29:50.120" v="834" actId="26606"/>
          <ac:spMkLst>
            <pc:docMk/>
            <pc:sldMk cId="974666926" sldId="320"/>
            <ac:spMk id="3" creationId="{DBEC4B98-A098-D9D5-6F91-1B3D0C51E9BD}"/>
          </ac:spMkLst>
        </pc:spChg>
        <pc:spChg chg="add del">
          <ac:chgData name="Hilton Sarius" userId="179070f6-9bfa-4a99-8376-5748b538b5d6" providerId="ADAL" clId="{3E91B3D2-2027-4DF8-8065-88DB6B6BA703}" dt="2025-12-18T08:29:50.120" v="834" actId="26606"/>
          <ac:spMkLst>
            <pc:docMk/>
            <pc:sldMk cId="974666926" sldId="320"/>
            <ac:spMk id="11" creationId="{9E10BDB4-64F2-477D-A03B-9F8352D5E02E}"/>
          </ac:spMkLst>
        </pc:spChg>
        <pc:spChg chg="add del">
          <ac:chgData name="Hilton Sarius" userId="179070f6-9bfa-4a99-8376-5748b538b5d6" providerId="ADAL" clId="{3E91B3D2-2027-4DF8-8065-88DB6B6BA703}" dt="2025-12-18T08:29:50.120" v="834" actId="26606"/>
          <ac:spMkLst>
            <pc:docMk/>
            <pc:sldMk cId="974666926" sldId="320"/>
            <ac:spMk id="13" creationId="{887F59F2-5FBC-40CD-AD35-376AECE49EA6}"/>
          </ac:spMkLst>
        </pc:spChg>
        <pc:spChg chg="add del">
          <ac:chgData name="Hilton Sarius" userId="179070f6-9bfa-4a99-8376-5748b538b5d6" providerId="ADAL" clId="{3E91B3D2-2027-4DF8-8065-88DB6B6BA703}" dt="2025-12-18T08:29:50.120" v="834" actId="26606"/>
          <ac:spMkLst>
            <pc:docMk/>
            <pc:sldMk cId="974666926" sldId="320"/>
            <ac:spMk id="15" creationId="{7271C494-8107-3D61-D611-4FBC7C22A2B8}"/>
          </ac:spMkLst>
        </pc:spChg>
        <pc:picChg chg="del">
          <ac:chgData name="Hilton Sarius" userId="179070f6-9bfa-4a99-8376-5748b538b5d6" providerId="ADAL" clId="{3E91B3D2-2027-4DF8-8065-88DB6B6BA703}" dt="2025-12-18T06:38:27.831" v="545" actId="478"/>
          <ac:picMkLst>
            <pc:docMk/>
            <pc:sldMk cId="974666926" sldId="320"/>
            <ac:picMk id="5" creationId="{F8E364FD-E4E1-B562-77B5-965C586A92C5}"/>
          </ac:picMkLst>
        </pc:picChg>
        <pc:picChg chg="add mod ord">
          <ac:chgData name="Hilton Sarius" userId="179070f6-9bfa-4a99-8376-5748b538b5d6" providerId="ADAL" clId="{3E91B3D2-2027-4DF8-8065-88DB6B6BA703}" dt="2025-12-18T08:29:50.120" v="834" actId="26606"/>
          <ac:picMkLst>
            <pc:docMk/>
            <pc:sldMk cId="974666926" sldId="320"/>
            <ac:picMk id="6" creationId="{097E97A9-D600-F621-352F-F6B5F39F842F}"/>
          </ac:picMkLst>
        </pc:picChg>
        <pc:picChg chg="del">
          <ac:chgData name="Hilton Sarius" userId="179070f6-9bfa-4a99-8376-5748b538b5d6" providerId="ADAL" clId="{3E91B3D2-2027-4DF8-8065-88DB6B6BA703}" dt="2025-12-18T06:38:26.186" v="544" actId="478"/>
          <ac:picMkLst>
            <pc:docMk/>
            <pc:sldMk cId="974666926" sldId="320"/>
            <ac:picMk id="9" creationId="{86D01D34-DEB9-5258-2DEE-B1D2FB274B3D}"/>
          </ac:picMkLst>
        </pc:picChg>
      </pc:sldChg>
      <pc:sldChg chg="add del">
        <pc:chgData name="Hilton Sarius" userId="179070f6-9bfa-4a99-8376-5748b538b5d6" providerId="ADAL" clId="{3E91B3D2-2027-4DF8-8065-88DB6B6BA703}" dt="2025-12-18T01:47:38.431" v="455" actId="47"/>
        <pc:sldMkLst>
          <pc:docMk/>
          <pc:sldMk cId="2402694400" sldId="321"/>
        </pc:sldMkLst>
      </pc:sldChg>
      <pc:sldChg chg="addSp delSp modSp add mod modNotesTx">
        <pc:chgData name="Hilton Sarius" userId="179070f6-9bfa-4a99-8376-5748b538b5d6" providerId="ADAL" clId="{3E91B3D2-2027-4DF8-8065-88DB6B6BA703}" dt="2025-12-18T09:37:21.609" v="1046" actId="20577"/>
        <pc:sldMkLst>
          <pc:docMk/>
          <pc:sldMk cId="3191229664" sldId="321"/>
        </pc:sldMkLst>
        <pc:spChg chg="mod">
          <ac:chgData name="Hilton Sarius" userId="179070f6-9bfa-4a99-8376-5748b538b5d6" providerId="ADAL" clId="{3E91B3D2-2027-4DF8-8065-88DB6B6BA703}" dt="2025-12-18T08:34:00.299" v="842"/>
          <ac:spMkLst>
            <pc:docMk/>
            <pc:sldMk cId="3191229664" sldId="321"/>
            <ac:spMk id="2" creationId="{54CF161A-7A9D-8FDF-133A-20B84A656BE4}"/>
          </ac:spMkLst>
        </pc:spChg>
        <pc:picChg chg="add mod">
          <ac:chgData name="Hilton Sarius" userId="179070f6-9bfa-4a99-8376-5748b538b5d6" providerId="ADAL" clId="{3E91B3D2-2027-4DF8-8065-88DB6B6BA703}" dt="2025-12-18T08:34:49.977" v="846" actId="1076"/>
          <ac:picMkLst>
            <pc:docMk/>
            <pc:sldMk cId="3191229664" sldId="321"/>
            <ac:picMk id="4" creationId="{8C3E66CF-FEAD-DE35-A1FA-635D4186F0A1}"/>
          </ac:picMkLst>
        </pc:picChg>
        <pc:picChg chg="del">
          <ac:chgData name="Hilton Sarius" userId="179070f6-9bfa-4a99-8376-5748b538b5d6" providerId="ADAL" clId="{3E91B3D2-2027-4DF8-8065-88DB6B6BA703}" dt="2025-12-18T08:34:02.552" v="843" actId="478"/>
          <ac:picMkLst>
            <pc:docMk/>
            <pc:sldMk cId="3191229664" sldId="321"/>
            <ac:picMk id="7" creationId="{3A5EBF08-D81D-CC92-08DF-1E3A2CFCED3C}"/>
          </ac:picMkLst>
        </pc:picChg>
      </pc:sldChg>
      <pc:sldChg chg="addSp delSp modSp add mod modNotesTx">
        <pc:chgData name="Hilton Sarius" userId="179070f6-9bfa-4a99-8376-5748b538b5d6" providerId="ADAL" clId="{3E91B3D2-2027-4DF8-8065-88DB6B6BA703}" dt="2025-12-18T09:38:23.517" v="1048" actId="20577"/>
        <pc:sldMkLst>
          <pc:docMk/>
          <pc:sldMk cId="652952220" sldId="322"/>
        </pc:sldMkLst>
        <pc:spChg chg="mod">
          <ac:chgData name="Hilton Sarius" userId="179070f6-9bfa-4a99-8376-5748b538b5d6" providerId="ADAL" clId="{3E91B3D2-2027-4DF8-8065-88DB6B6BA703}" dt="2025-12-18T08:43:20.519" v="868"/>
          <ac:spMkLst>
            <pc:docMk/>
            <pc:sldMk cId="652952220" sldId="322"/>
            <ac:spMk id="2" creationId="{563F49CD-D12A-B066-6909-192A3BF6E693}"/>
          </ac:spMkLst>
        </pc:spChg>
        <pc:spChg chg="del">
          <ac:chgData name="Hilton Sarius" userId="179070f6-9bfa-4a99-8376-5748b538b5d6" providerId="ADAL" clId="{3E91B3D2-2027-4DF8-8065-88DB6B6BA703}" dt="2025-12-18T08:43:37.806" v="869" actId="478"/>
          <ac:spMkLst>
            <pc:docMk/>
            <pc:sldMk cId="652952220" sldId="322"/>
            <ac:spMk id="3" creationId="{96A41241-D844-6451-48EF-04322D040423}"/>
          </ac:spMkLst>
        </pc:spChg>
        <pc:spChg chg="add del mod">
          <ac:chgData name="Hilton Sarius" userId="179070f6-9bfa-4a99-8376-5748b538b5d6" providerId="ADAL" clId="{3E91B3D2-2027-4DF8-8065-88DB6B6BA703}" dt="2025-12-18T08:43:39.894" v="870" actId="478"/>
          <ac:spMkLst>
            <pc:docMk/>
            <pc:sldMk cId="652952220" sldId="322"/>
            <ac:spMk id="5" creationId="{108E832B-5974-CE6C-F3B4-61E2C6DA75E7}"/>
          </ac:spMkLst>
        </pc:spChg>
        <pc:picChg chg="add mod">
          <ac:chgData name="Hilton Sarius" userId="179070f6-9bfa-4a99-8376-5748b538b5d6" providerId="ADAL" clId="{3E91B3D2-2027-4DF8-8065-88DB6B6BA703}" dt="2025-12-18T08:43:46.088" v="873" actId="1076"/>
          <ac:picMkLst>
            <pc:docMk/>
            <pc:sldMk cId="652952220" sldId="322"/>
            <ac:picMk id="7" creationId="{45BE22CB-1046-D4E8-ACFF-F4922FBE15BA}"/>
          </ac:picMkLst>
        </pc:picChg>
      </pc:sldChg>
      <pc:sldChg chg="add del">
        <pc:chgData name="Hilton Sarius" userId="179070f6-9bfa-4a99-8376-5748b538b5d6" providerId="ADAL" clId="{3E91B3D2-2027-4DF8-8065-88DB6B6BA703}" dt="2025-12-18T01:47:38.431" v="455" actId="47"/>
        <pc:sldMkLst>
          <pc:docMk/>
          <pc:sldMk cId="3413706612" sldId="322"/>
        </pc:sldMkLst>
      </pc:sldChg>
      <pc:sldChg chg="addSp delSp modSp add mod">
        <pc:chgData name="Hilton Sarius" userId="179070f6-9bfa-4a99-8376-5748b538b5d6" providerId="ADAL" clId="{3E91B3D2-2027-4DF8-8065-88DB6B6BA703}" dt="2025-12-18T08:45:41.936" v="885"/>
        <pc:sldMkLst>
          <pc:docMk/>
          <pc:sldMk cId="287436745" sldId="323"/>
        </pc:sldMkLst>
        <pc:spChg chg="mod">
          <ac:chgData name="Hilton Sarius" userId="179070f6-9bfa-4a99-8376-5748b538b5d6" providerId="ADAL" clId="{3E91B3D2-2027-4DF8-8065-88DB6B6BA703}" dt="2025-12-18T08:45:36.928" v="884"/>
          <ac:spMkLst>
            <pc:docMk/>
            <pc:sldMk cId="287436745" sldId="323"/>
            <ac:spMk id="2" creationId="{F5D91A3D-E06C-6F48-DB28-FC02A5E302E8}"/>
          </ac:spMkLst>
        </pc:spChg>
        <pc:spChg chg="add mod">
          <ac:chgData name="Hilton Sarius" userId="179070f6-9bfa-4a99-8376-5748b538b5d6" providerId="ADAL" clId="{3E91B3D2-2027-4DF8-8065-88DB6B6BA703}" dt="2025-12-18T08:45:41.936" v="885"/>
          <ac:spMkLst>
            <pc:docMk/>
            <pc:sldMk cId="287436745" sldId="323"/>
            <ac:spMk id="4" creationId="{32F80170-CBAC-F2AB-15A4-9DACEB9D1B51}"/>
          </ac:spMkLst>
        </pc:spChg>
        <pc:spChg chg="del">
          <ac:chgData name="Hilton Sarius" userId="179070f6-9bfa-4a99-8376-5748b538b5d6" providerId="ADAL" clId="{3E91B3D2-2027-4DF8-8065-88DB6B6BA703}" dt="2025-12-18T08:45:25.568" v="880" actId="478"/>
          <ac:spMkLst>
            <pc:docMk/>
            <pc:sldMk cId="287436745" sldId="323"/>
            <ac:spMk id="11" creationId="{3C81355F-6FE2-A00E-9BEA-02AA2051F75C}"/>
          </ac:spMkLst>
        </pc:spChg>
        <pc:picChg chg="add mod">
          <ac:chgData name="Hilton Sarius" userId="179070f6-9bfa-4a99-8376-5748b538b5d6" providerId="ADAL" clId="{3E91B3D2-2027-4DF8-8065-88DB6B6BA703}" dt="2025-12-18T08:45:41.936" v="885"/>
          <ac:picMkLst>
            <pc:docMk/>
            <pc:sldMk cId="287436745" sldId="323"/>
            <ac:picMk id="3" creationId="{AD1324F7-AC12-64E3-A8FB-3A4FACF621C9}"/>
          </ac:picMkLst>
        </pc:picChg>
        <pc:picChg chg="del">
          <ac:chgData name="Hilton Sarius" userId="179070f6-9bfa-4a99-8376-5748b538b5d6" providerId="ADAL" clId="{3E91B3D2-2027-4DF8-8065-88DB6B6BA703}" dt="2025-12-18T08:45:21.794" v="878" actId="478"/>
          <ac:picMkLst>
            <pc:docMk/>
            <pc:sldMk cId="287436745" sldId="323"/>
            <ac:picMk id="5" creationId="{0DC91AD5-53BB-791F-498C-4F91114FE36C}"/>
          </ac:picMkLst>
        </pc:picChg>
        <pc:picChg chg="del">
          <ac:chgData name="Hilton Sarius" userId="179070f6-9bfa-4a99-8376-5748b538b5d6" providerId="ADAL" clId="{3E91B3D2-2027-4DF8-8065-88DB6B6BA703}" dt="2025-12-18T08:45:23.468" v="879" actId="478"/>
          <ac:picMkLst>
            <pc:docMk/>
            <pc:sldMk cId="287436745" sldId="323"/>
            <ac:picMk id="9" creationId="{E9A1E654-AAE5-B6ED-DD7D-1F1DBC2BB3D0}"/>
          </ac:picMkLst>
        </pc:picChg>
      </pc:sldChg>
      <pc:sldChg chg="add del">
        <pc:chgData name="Hilton Sarius" userId="179070f6-9bfa-4a99-8376-5748b538b5d6" providerId="ADAL" clId="{3E91B3D2-2027-4DF8-8065-88DB6B6BA703}" dt="2025-12-18T01:47:38.431" v="455" actId="47"/>
        <pc:sldMkLst>
          <pc:docMk/>
          <pc:sldMk cId="3877852640" sldId="323"/>
        </pc:sldMkLst>
      </pc:sldChg>
      <pc:sldChg chg="add del">
        <pc:chgData name="Hilton Sarius" userId="179070f6-9bfa-4a99-8376-5748b538b5d6" providerId="ADAL" clId="{3E91B3D2-2027-4DF8-8065-88DB6B6BA703}" dt="2025-12-18T08:45:28.796" v="881" actId="47"/>
        <pc:sldMkLst>
          <pc:docMk/>
          <pc:sldMk cId="785799991" sldId="324"/>
        </pc:sldMkLst>
      </pc:sldChg>
      <pc:sldChg chg="addSp delSp modSp add mod modNotesTx">
        <pc:chgData name="Hilton Sarius" userId="179070f6-9bfa-4a99-8376-5748b538b5d6" providerId="ADAL" clId="{3E91B3D2-2027-4DF8-8065-88DB6B6BA703}" dt="2025-12-18T08:50:57.682" v="951" actId="6549"/>
        <pc:sldMkLst>
          <pc:docMk/>
          <pc:sldMk cId="1243227034" sldId="324"/>
        </pc:sldMkLst>
        <pc:spChg chg="mod">
          <ac:chgData name="Hilton Sarius" userId="179070f6-9bfa-4a99-8376-5748b538b5d6" providerId="ADAL" clId="{3E91B3D2-2027-4DF8-8065-88DB6B6BA703}" dt="2025-12-18T08:46:02.029" v="892"/>
          <ac:spMkLst>
            <pc:docMk/>
            <pc:sldMk cId="1243227034" sldId="324"/>
            <ac:spMk id="2" creationId="{9F80BFE7-050B-2FCC-3DC0-8F28FD86E6BB}"/>
          </ac:spMkLst>
        </pc:spChg>
        <pc:spChg chg="del">
          <ac:chgData name="Hilton Sarius" userId="179070f6-9bfa-4a99-8376-5748b538b5d6" providerId="ADAL" clId="{3E91B3D2-2027-4DF8-8065-88DB6B6BA703}" dt="2025-12-18T08:45:51.957" v="891" actId="478"/>
          <ac:spMkLst>
            <pc:docMk/>
            <pc:sldMk cId="1243227034" sldId="324"/>
            <ac:spMk id="4" creationId="{9465D945-820A-FB97-0BF0-89A904E2651E}"/>
          </ac:spMkLst>
        </pc:spChg>
        <pc:spChg chg="add del mod">
          <ac:chgData name="Hilton Sarius" userId="179070f6-9bfa-4a99-8376-5748b538b5d6" providerId="ADAL" clId="{3E91B3D2-2027-4DF8-8065-88DB6B6BA703}" dt="2025-12-18T08:46:17.233" v="894" actId="478"/>
          <ac:spMkLst>
            <pc:docMk/>
            <pc:sldMk cId="1243227034" sldId="324"/>
            <ac:spMk id="6" creationId="{6849898A-33FD-1889-BED7-C17959C3EBB0}"/>
          </ac:spMkLst>
        </pc:spChg>
        <pc:spChg chg="add del mod">
          <ac:chgData name="Hilton Sarius" userId="179070f6-9bfa-4a99-8376-5748b538b5d6" providerId="ADAL" clId="{3E91B3D2-2027-4DF8-8065-88DB6B6BA703}" dt="2025-12-18T08:46:19.147" v="895" actId="478"/>
          <ac:spMkLst>
            <pc:docMk/>
            <pc:sldMk cId="1243227034" sldId="324"/>
            <ac:spMk id="8" creationId="{847FE655-0C14-8199-4538-705712355C37}"/>
          </ac:spMkLst>
        </pc:spChg>
        <pc:spChg chg="add mod">
          <ac:chgData name="Hilton Sarius" userId="179070f6-9bfa-4a99-8376-5748b538b5d6" providerId="ADAL" clId="{3E91B3D2-2027-4DF8-8065-88DB6B6BA703}" dt="2025-12-18T08:46:30.203" v="913" actId="1036"/>
          <ac:spMkLst>
            <pc:docMk/>
            <pc:sldMk cId="1243227034" sldId="324"/>
            <ac:spMk id="10" creationId="{104E85A1-ACF2-0FB8-397B-38CCFB44FFDE}"/>
          </ac:spMkLst>
        </pc:spChg>
        <pc:picChg chg="del">
          <ac:chgData name="Hilton Sarius" userId="179070f6-9bfa-4a99-8376-5748b538b5d6" providerId="ADAL" clId="{3E91B3D2-2027-4DF8-8065-88DB6B6BA703}" dt="2025-12-18T08:45:49.115" v="890" actId="478"/>
          <ac:picMkLst>
            <pc:docMk/>
            <pc:sldMk cId="1243227034" sldId="324"/>
            <ac:picMk id="3" creationId="{FAE8C9EA-BC5C-83BD-60E3-EC683152722A}"/>
          </ac:picMkLst>
        </pc:picChg>
        <pc:picChg chg="add mod">
          <ac:chgData name="Hilton Sarius" userId="179070f6-9bfa-4a99-8376-5748b538b5d6" providerId="ADAL" clId="{3E91B3D2-2027-4DF8-8065-88DB6B6BA703}" dt="2025-12-18T08:46:30.203" v="913" actId="1036"/>
          <ac:picMkLst>
            <pc:docMk/>
            <pc:sldMk cId="1243227034" sldId="324"/>
            <ac:picMk id="9" creationId="{581D8132-3E08-4285-2374-FA065DF3696C}"/>
          </ac:picMkLst>
        </pc:picChg>
      </pc:sldChg>
      <pc:sldChg chg="add del">
        <pc:chgData name="Hilton Sarius" userId="179070f6-9bfa-4a99-8376-5748b538b5d6" providerId="ADAL" clId="{3E91B3D2-2027-4DF8-8065-88DB6B6BA703}" dt="2025-12-18T01:47:38.431" v="455" actId="47"/>
        <pc:sldMkLst>
          <pc:docMk/>
          <pc:sldMk cId="3027920206" sldId="324"/>
        </pc:sldMkLst>
      </pc:sldChg>
      <pc:sldChg chg="addSp delSp modSp add mod modNotesTx">
        <pc:chgData name="Hilton Sarius" userId="179070f6-9bfa-4a99-8376-5748b538b5d6" providerId="ADAL" clId="{3E91B3D2-2027-4DF8-8065-88DB6B6BA703}" dt="2025-12-18T08:51:37.807" v="952" actId="6549"/>
        <pc:sldMkLst>
          <pc:docMk/>
          <pc:sldMk cId="1795865156" sldId="325"/>
        </pc:sldMkLst>
        <pc:spChg chg="mod">
          <ac:chgData name="Hilton Sarius" userId="179070f6-9bfa-4a99-8376-5748b538b5d6" providerId="ADAL" clId="{3E91B3D2-2027-4DF8-8065-88DB6B6BA703}" dt="2025-12-18T08:46:52.293" v="918"/>
          <ac:spMkLst>
            <pc:docMk/>
            <pc:sldMk cId="1795865156" sldId="325"/>
            <ac:spMk id="2" creationId="{45DDCAF9-6FA5-86A1-4312-687E9375F958}"/>
          </ac:spMkLst>
        </pc:spChg>
        <pc:spChg chg="del">
          <ac:chgData name="Hilton Sarius" userId="179070f6-9bfa-4a99-8376-5748b538b5d6" providerId="ADAL" clId="{3E91B3D2-2027-4DF8-8065-88DB6B6BA703}" dt="2025-12-18T08:46:36.848" v="915" actId="478"/>
          <ac:spMkLst>
            <pc:docMk/>
            <pc:sldMk cId="1795865156" sldId="325"/>
            <ac:spMk id="4" creationId="{7897A13E-D6AC-E79F-DBD4-DF5FAF259F83}"/>
          </ac:spMkLst>
        </pc:spChg>
        <pc:spChg chg="add del mod">
          <ac:chgData name="Hilton Sarius" userId="179070f6-9bfa-4a99-8376-5748b538b5d6" providerId="ADAL" clId="{3E91B3D2-2027-4DF8-8065-88DB6B6BA703}" dt="2025-12-18T08:46:40.247" v="916" actId="478"/>
          <ac:spMkLst>
            <pc:docMk/>
            <pc:sldMk cId="1795865156" sldId="325"/>
            <ac:spMk id="6" creationId="{AC5F5F05-D5E9-BC12-1F30-1BC0BAFE2CAD}"/>
          </ac:spMkLst>
        </pc:spChg>
        <pc:picChg chg="del">
          <ac:chgData name="Hilton Sarius" userId="179070f6-9bfa-4a99-8376-5748b538b5d6" providerId="ADAL" clId="{3E91B3D2-2027-4DF8-8065-88DB6B6BA703}" dt="2025-12-18T08:46:34.377" v="914" actId="478"/>
          <ac:picMkLst>
            <pc:docMk/>
            <pc:sldMk cId="1795865156" sldId="325"/>
            <ac:picMk id="3" creationId="{E99F874F-F811-077C-6C32-A6BBB9E0CFB0}"/>
          </ac:picMkLst>
        </pc:picChg>
        <pc:picChg chg="add mod">
          <ac:chgData name="Hilton Sarius" userId="179070f6-9bfa-4a99-8376-5748b538b5d6" providerId="ADAL" clId="{3E91B3D2-2027-4DF8-8065-88DB6B6BA703}" dt="2025-12-18T08:46:46.733" v="917"/>
          <ac:picMkLst>
            <pc:docMk/>
            <pc:sldMk cId="1795865156" sldId="325"/>
            <ac:picMk id="7" creationId="{05E4DF9C-E077-238C-2820-4A37B3656C81}"/>
          </ac:picMkLst>
        </pc:picChg>
      </pc:sldChg>
      <pc:sldChg chg="add del">
        <pc:chgData name="Hilton Sarius" userId="179070f6-9bfa-4a99-8376-5748b538b5d6" providerId="ADAL" clId="{3E91B3D2-2027-4DF8-8065-88DB6B6BA703}" dt="2025-12-18T08:45:29.987" v="882" actId="47"/>
        <pc:sldMkLst>
          <pc:docMk/>
          <pc:sldMk cId="2098053597" sldId="325"/>
        </pc:sldMkLst>
      </pc:sldChg>
      <pc:sldChg chg="add del">
        <pc:chgData name="Hilton Sarius" userId="179070f6-9bfa-4a99-8376-5748b538b5d6" providerId="ADAL" clId="{3E91B3D2-2027-4DF8-8065-88DB6B6BA703}" dt="2025-12-18T01:47:38.431" v="455" actId="47"/>
        <pc:sldMkLst>
          <pc:docMk/>
          <pc:sldMk cId="3028901876" sldId="325"/>
        </pc:sldMkLst>
      </pc:sldChg>
      <pc:sldChg chg="add del">
        <pc:chgData name="Hilton Sarius" userId="179070f6-9bfa-4a99-8376-5748b538b5d6" providerId="ADAL" clId="{3E91B3D2-2027-4DF8-8065-88DB6B6BA703}" dt="2025-12-18T08:45:30.240" v="883" actId="47"/>
        <pc:sldMkLst>
          <pc:docMk/>
          <pc:sldMk cId="406269943" sldId="326"/>
        </pc:sldMkLst>
      </pc:sldChg>
      <pc:sldChg chg="addSp delSp modSp add mod">
        <pc:chgData name="Hilton Sarius" userId="179070f6-9bfa-4a99-8376-5748b538b5d6" providerId="ADAL" clId="{3E91B3D2-2027-4DF8-8065-88DB6B6BA703}" dt="2025-12-18T08:47:21.390" v="923"/>
        <pc:sldMkLst>
          <pc:docMk/>
          <pc:sldMk cId="770058438" sldId="326"/>
        </pc:sldMkLst>
        <pc:spChg chg="mod">
          <ac:chgData name="Hilton Sarius" userId="179070f6-9bfa-4a99-8376-5748b538b5d6" providerId="ADAL" clId="{3E91B3D2-2027-4DF8-8065-88DB6B6BA703}" dt="2025-12-18T08:47:16.956" v="922"/>
          <ac:spMkLst>
            <pc:docMk/>
            <pc:sldMk cId="770058438" sldId="326"/>
            <ac:spMk id="2" creationId="{763F84A0-8880-8165-95E2-7AF93C28F082}"/>
          </ac:spMkLst>
        </pc:spChg>
        <pc:spChg chg="del">
          <ac:chgData name="Hilton Sarius" userId="179070f6-9bfa-4a99-8376-5748b538b5d6" providerId="ADAL" clId="{3E91B3D2-2027-4DF8-8065-88DB6B6BA703}" dt="2025-12-18T08:47:07.193" v="919" actId="478"/>
          <ac:spMkLst>
            <pc:docMk/>
            <pc:sldMk cId="770058438" sldId="326"/>
            <ac:spMk id="4" creationId="{FA0F1EE2-2A26-DDF3-72D1-523A9C1FBC63}"/>
          </ac:spMkLst>
        </pc:spChg>
        <pc:spChg chg="add del mod">
          <ac:chgData name="Hilton Sarius" userId="179070f6-9bfa-4a99-8376-5748b538b5d6" providerId="ADAL" clId="{3E91B3D2-2027-4DF8-8065-88DB6B6BA703}" dt="2025-12-18T08:47:11.332" v="921" actId="478"/>
          <ac:spMkLst>
            <pc:docMk/>
            <pc:sldMk cId="770058438" sldId="326"/>
            <ac:spMk id="6" creationId="{D6047B35-9F88-47AD-35F6-4239B60060A8}"/>
          </ac:spMkLst>
        </pc:spChg>
        <pc:picChg chg="del">
          <ac:chgData name="Hilton Sarius" userId="179070f6-9bfa-4a99-8376-5748b538b5d6" providerId="ADAL" clId="{3E91B3D2-2027-4DF8-8065-88DB6B6BA703}" dt="2025-12-18T08:47:09.137" v="920" actId="478"/>
          <ac:picMkLst>
            <pc:docMk/>
            <pc:sldMk cId="770058438" sldId="326"/>
            <ac:picMk id="3" creationId="{334CC7BC-1283-59B1-BA5F-E646FA0CEFE9}"/>
          </ac:picMkLst>
        </pc:picChg>
        <pc:picChg chg="add mod">
          <ac:chgData name="Hilton Sarius" userId="179070f6-9bfa-4a99-8376-5748b538b5d6" providerId="ADAL" clId="{3E91B3D2-2027-4DF8-8065-88DB6B6BA703}" dt="2025-12-18T08:47:21.390" v="923"/>
          <ac:picMkLst>
            <pc:docMk/>
            <pc:sldMk cId="770058438" sldId="326"/>
            <ac:picMk id="7" creationId="{88B955A9-31D5-3059-7B3E-C218A92869FB}"/>
          </ac:picMkLst>
        </pc:picChg>
      </pc:sldChg>
      <pc:sldChg chg="add del">
        <pc:chgData name="Hilton Sarius" userId="179070f6-9bfa-4a99-8376-5748b538b5d6" providerId="ADAL" clId="{3E91B3D2-2027-4DF8-8065-88DB6B6BA703}" dt="2025-12-18T01:47:38.431" v="455" actId="47"/>
        <pc:sldMkLst>
          <pc:docMk/>
          <pc:sldMk cId="2553778417" sldId="326"/>
        </pc:sldMkLst>
      </pc:sldChg>
      <pc:sldChg chg="add del">
        <pc:chgData name="Hilton Sarius" userId="179070f6-9bfa-4a99-8376-5748b538b5d6" providerId="ADAL" clId="{3E91B3D2-2027-4DF8-8065-88DB6B6BA703}" dt="2025-12-18T01:47:38.431" v="455" actId="47"/>
        <pc:sldMkLst>
          <pc:docMk/>
          <pc:sldMk cId="525694198" sldId="327"/>
        </pc:sldMkLst>
      </pc:sldChg>
      <pc:sldChg chg="add del">
        <pc:chgData name="Hilton Sarius" userId="179070f6-9bfa-4a99-8376-5748b538b5d6" providerId="ADAL" clId="{3E91B3D2-2027-4DF8-8065-88DB6B6BA703}" dt="2025-12-18T08:50:41.921" v="950" actId="47"/>
        <pc:sldMkLst>
          <pc:docMk/>
          <pc:sldMk cId="1154852786" sldId="327"/>
        </pc:sldMkLst>
      </pc:sldChg>
      <pc:sldChg chg="add del">
        <pc:chgData name="Hilton Sarius" userId="179070f6-9bfa-4a99-8376-5748b538b5d6" providerId="ADAL" clId="{3E91B3D2-2027-4DF8-8065-88DB6B6BA703}" dt="2025-12-18T01:47:38.431" v="455" actId="47"/>
        <pc:sldMkLst>
          <pc:docMk/>
          <pc:sldMk cId="2144443419" sldId="328"/>
        </pc:sldMkLst>
      </pc:sldChg>
      <pc:sldChg chg="addSp delSp modSp add mod">
        <pc:chgData name="Hilton Sarius" userId="179070f6-9bfa-4a99-8376-5748b538b5d6" providerId="ADAL" clId="{3E91B3D2-2027-4DF8-8065-88DB6B6BA703}" dt="2025-12-18T08:47:56.630" v="929"/>
        <pc:sldMkLst>
          <pc:docMk/>
          <pc:sldMk cId="3785120300" sldId="328"/>
        </pc:sldMkLst>
        <pc:spChg chg="mod">
          <ac:chgData name="Hilton Sarius" userId="179070f6-9bfa-4a99-8376-5748b538b5d6" providerId="ADAL" clId="{3E91B3D2-2027-4DF8-8065-88DB6B6BA703}" dt="2025-12-18T08:47:44.995" v="925"/>
          <ac:spMkLst>
            <pc:docMk/>
            <pc:sldMk cId="3785120300" sldId="328"/>
            <ac:spMk id="2" creationId="{4606B47F-3B6E-1963-5F1A-21038D5E06F3}"/>
          </ac:spMkLst>
        </pc:spChg>
        <pc:spChg chg="del">
          <ac:chgData name="Hilton Sarius" userId="179070f6-9bfa-4a99-8376-5748b538b5d6" providerId="ADAL" clId="{3E91B3D2-2027-4DF8-8065-88DB6B6BA703}" dt="2025-12-18T08:47:48.819" v="926" actId="478"/>
          <ac:spMkLst>
            <pc:docMk/>
            <pc:sldMk cId="3785120300" sldId="328"/>
            <ac:spMk id="4" creationId="{B6AC987E-B138-BBA4-C6EE-7FA04C7C7D0D}"/>
          </ac:spMkLst>
        </pc:spChg>
        <pc:spChg chg="add del mod">
          <ac:chgData name="Hilton Sarius" userId="179070f6-9bfa-4a99-8376-5748b538b5d6" providerId="ADAL" clId="{3E91B3D2-2027-4DF8-8065-88DB6B6BA703}" dt="2025-12-18T08:47:52.653" v="928" actId="478"/>
          <ac:spMkLst>
            <pc:docMk/>
            <pc:sldMk cId="3785120300" sldId="328"/>
            <ac:spMk id="6" creationId="{4F687AAB-BB03-6DBD-AA7A-8DFDEC9EDCE6}"/>
          </ac:spMkLst>
        </pc:spChg>
        <pc:picChg chg="del">
          <ac:chgData name="Hilton Sarius" userId="179070f6-9bfa-4a99-8376-5748b538b5d6" providerId="ADAL" clId="{3E91B3D2-2027-4DF8-8065-88DB6B6BA703}" dt="2025-12-18T08:47:50.619" v="927" actId="478"/>
          <ac:picMkLst>
            <pc:docMk/>
            <pc:sldMk cId="3785120300" sldId="328"/>
            <ac:picMk id="3" creationId="{3170FCF5-5E39-81DD-A37E-FB454ACC7B4D}"/>
          </ac:picMkLst>
        </pc:picChg>
        <pc:picChg chg="add mod">
          <ac:chgData name="Hilton Sarius" userId="179070f6-9bfa-4a99-8376-5748b538b5d6" providerId="ADAL" clId="{3E91B3D2-2027-4DF8-8065-88DB6B6BA703}" dt="2025-12-18T08:47:56.630" v="929"/>
          <ac:picMkLst>
            <pc:docMk/>
            <pc:sldMk cId="3785120300" sldId="328"/>
            <ac:picMk id="7" creationId="{03F3DB87-2555-F516-7D28-45DF85386C40}"/>
          </ac:picMkLst>
        </pc:picChg>
      </pc:sldChg>
      <pc:sldChg chg="add del">
        <pc:chgData name="Hilton Sarius" userId="179070f6-9bfa-4a99-8376-5748b538b5d6" providerId="ADAL" clId="{3E91B3D2-2027-4DF8-8065-88DB6B6BA703}" dt="2025-12-18T01:47:38.431" v="455" actId="47"/>
        <pc:sldMkLst>
          <pc:docMk/>
          <pc:sldMk cId="1749675349" sldId="329"/>
        </pc:sldMkLst>
      </pc:sldChg>
      <pc:sldChg chg="addSp delSp modSp add mod ord setBg modNotesTx">
        <pc:chgData name="Hilton Sarius" userId="179070f6-9bfa-4a99-8376-5748b538b5d6" providerId="ADAL" clId="{3E91B3D2-2027-4DF8-8065-88DB6B6BA703}" dt="2025-12-18T10:13:55.023" v="1095" actId="26606"/>
        <pc:sldMkLst>
          <pc:docMk/>
          <pc:sldMk cId="3989061963" sldId="329"/>
        </pc:sldMkLst>
        <pc:spChg chg="mod">
          <ac:chgData name="Hilton Sarius" userId="179070f6-9bfa-4a99-8376-5748b538b5d6" providerId="ADAL" clId="{3E91B3D2-2027-4DF8-8065-88DB6B6BA703}" dt="2025-12-18T10:13:55.023" v="1095" actId="26606"/>
          <ac:spMkLst>
            <pc:docMk/>
            <pc:sldMk cId="3989061963" sldId="329"/>
            <ac:spMk id="2" creationId="{44DA3651-1F36-2DE6-9440-629EFBC4AA1E}"/>
          </ac:spMkLst>
        </pc:spChg>
        <pc:spChg chg="del">
          <ac:chgData name="Hilton Sarius" userId="179070f6-9bfa-4a99-8376-5748b538b5d6" providerId="ADAL" clId="{3E91B3D2-2027-4DF8-8065-88DB6B6BA703}" dt="2025-12-18T08:48:30.808" v="932" actId="478"/>
          <ac:spMkLst>
            <pc:docMk/>
            <pc:sldMk cId="3989061963" sldId="329"/>
            <ac:spMk id="4" creationId="{C412558F-1B1B-6F8F-F5D1-0AF9C84EBF46}"/>
          </ac:spMkLst>
        </pc:spChg>
        <pc:spChg chg="add del mod">
          <ac:chgData name="Hilton Sarius" userId="179070f6-9bfa-4a99-8376-5748b538b5d6" providerId="ADAL" clId="{3E91B3D2-2027-4DF8-8065-88DB6B6BA703}" dt="2025-12-18T08:48:34.228" v="933" actId="478"/>
          <ac:spMkLst>
            <pc:docMk/>
            <pc:sldMk cId="3989061963" sldId="329"/>
            <ac:spMk id="6" creationId="{1945E02F-06EF-C165-B4F0-085CFFD48086}"/>
          </ac:spMkLst>
        </pc:spChg>
        <pc:spChg chg="add">
          <ac:chgData name="Hilton Sarius" userId="179070f6-9bfa-4a99-8376-5748b538b5d6" providerId="ADAL" clId="{3E91B3D2-2027-4DF8-8065-88DB6B6BA703}" dt="2025-12-18T10:13:55.023" v="1095" actId="26606"/>
          <ac:spMkLst>
            <pc:docMk/>
            <pc:sldMk cId="3989061963" sldId="329"/>
            <ac:spMk id="9" creationId="{774A975B-A886-5202-0489-6965514A0D14}"/>
          </ac:spMkLst>
        </pc:spChg>
        <pc:spChg chg="add">
          <ac:chgData name="Hilton Sarius" userId="179070f6-9bfa-4a99-8376-5748b538b5d6" providerId="ADAL" clId="{3E91B3D2-2027-4DF8-8065-88DB6B6BA703}" dt="2025-12-18T10:13:55.023" v="1095" actId="26606"/>
          <ac:spMkLst>
            <pc:docMk/>
            <pc:sldMk cId="3989061963" sldId="329"/>
            <ac:spMk id="11" creationId="{EA67E988-5919-57BB-C7DE-D3EAD38A3045}"/>
          </ac:spMkLst>
        </pc:spChg>
        <pc:spChg chg="add">
          <ac:chgData name="Hilton Sarius" userId="179070f6-9bfa-4a99-8376-5748b538b5d6" providerId="ADAL" clId="{3E91B3D2-2027-4DF8-8065-88DB6B6BA703}" dt="2025-12-18T10:13:55.023" v="1095" actId="26606"/>
          <ac:spMkLst>
            <pc:docMk/>
            <pc:sldMk cId="3989061963" sldId="329"/>
            <ac:spMk id="13" creationId="{FF9FFCE1-E057-415B-A971-88EC7E22AF15}"/>
          </ac:spMkLst>
        </pc:spChg>
        <pc:spChg chg="add">
          <ac:chgData name="Hilton Sarius" userId="179070f6-9bfa-4a99-8376-5748b538b5d6" providerId="ADAL" clId="{3E91B3D2-2027-4DF8-8065-88DB6B6BA703}" dt="2025-12-18T10:13:55.023" v="1095" actId="26606"/>
          <ac:spMkLst>
            <pc:docMk/>
            <pc:sldMk cId="3989061963" sldId="329"/>
            <ac:spMk id="15" creationId="{B2C335F7-F61C-4EB4-80F2-4B1438FE66BB}"/>
          </ac:spMkLst>
        </pc:spChg>
        <pc:spChg chg="add">
          <ac:chgData name="Hilton Sarius" userId="179070f6-9bfa-4a99-8376-5748b538b5d6" providerId="ADAL" clId="{3E91B3D2-2027-4DF8-8065-88DB6B6BA703}" dt="2025-12-18T10:13:55.023" v="1095" actId="26606"/>
          <ac:spMkLst>
            <pc:docMk/>
            <pc:sldMk cId="3989061963" sldId="329"/>
            <ac:spMk id="17" creationId="{D58401B5-5F1B-4D21-9AC3-AAEC8D366502}"/>
          </ac:spMkLst>
        </pc:spChg>
        <pc:picChg chg="del">
          <ac:chgData name="Hilton Sarius" userId="179070f6-9bfa-4a99-8376-5748b538b5d6" providerId="ADAL" clId="{3E91B3D2-2027-4DF8-8065-88DB6B6BA703}" dt="2025-12-18T08:48:28.211" v="931" actId="478"/>
          <ac:picMkLst>
            <pc:docMk/>
            <pc:sldMk cId="3989061963" sldId="329"/>
            <ac:picMk id="3" creationId="{8BE72D34-DDEC-D80D-B38B-648B07911391}"/>
          </ac:picMkLst>
        </pc:picChg>
        <pc:picChg chg="add">
          <ac:chgData name="Hilton Sarius" userId="179070f6-9bfa-4a99-8376-5748b538b5d6" providerId="ADAL" clId="{3E91B3D2-2027-4DF8-8065-88DB6B6BA703}" dt="2025-12-18T10:13:55.023" v="1095" actId="26606"/>
          <ac:picMkLst>
            <pc:docMk/>
            <pc:sldMk cId="3989061963" sldId="329"/>
            <ac:picMk id="5" creationId="{9AE07F33-BF14-990D-580F-30E056400020}"/>
          </ac:picMkLst>
        </pc:picChg>
      </pc:sldChg>
      <pc:sldChg chg="addSp modSp add mod setBg">
        <pc:chgData name="Hilton Sarius" userId="179070f6-9bfa-4a99-8376-5748b538b5d6" providerId="ADAL" clId="{3E91B3D2-2027-4DF8-8065-88DB6B6BA703}" dt="2025-12-18T10:05:06.140" v="1080" actId="26606"/>
        <pc:sldMkLst>
          <pc:docMk/>
          <pc:sldMk cId="209421240" sldId="330"/>
        </pc:sldMkLst>
        <pc:spChg chg="mod">
          <ac:chgData name="Hilton Sarius" userId="179070f6-9bfa-4a99-8376-5748b538b5d6" providerId="ADAL" clId="{3E91B3D2-2027-4DF8-8065-88DB6B6BA703}" dt="2025-12-18T10:05:06.140" v="1080" actId="26606"/>
          <ac:spMkLst>
            <pc:docMk/>
            <pc:sldMk cId="209421240" sldId="330"/>
            <ac:spMk id="2" creationId="{28367E9C-550F-47BD-76B8-05C9A6DFBEEC}"/>
          </ac:spMkLst>
        </pc:spChg>
        <pc:spChg chg="add">
          <ac:chgData name="Hilton Sarius" userId="179070f6-9bfa-4a99-8376-5748b538b5d6" providerId="ADAL" clId="{3E91B3D2-2027-4DF8-8065-88DB6B6BA703}" dt="2025-12-18T10:05:06.140" v="1080" actId="26606"/>
          <ac:spMkLst>
            <pc:docMk/>
            <pc:sldMk cId="209421240" sldId="330"/>
            <ac:spMk id="9" creationId="{774A975B-A886-5202-0489-6965514A0D14}"/>
          </ac:spMkLst>
        </pc:spChg>
        <pc:spChg chg="add">
          <ac:chgData name="Hilton Sarius" userId="179070f6-9bfa-4a99-8376-5748b538b5d6" providerId="ADAL" clId="{3E91B3D2-2027-4DF8-8065-88DB6B6BA703}" dt="2025-12-18T10:05:06.140" v="1080" actId="26606"/>
          <ac:spMkLst>
            <pc:docMk/>
            <pc:sldMk cId="209421240" sldId="330"/>
            <ac:spMk id="11" creationId="{EA67E988-5919-57BB-C7DE-D3EAD38A3045}"/>
          </ac:spMkLst>
        </pc:spChg>
        <pc:spChg chg="add">
          <ac:chgData name="Hilton Sarius" userId="179070f6-9bfa-4a99-8376-5748b538b5d6" providerId="ADAL" clId="{3E91B3D2-2027-4DF8-8065-88DB6B6BA703}" dt="2025-12-18T10:05:06.140" v="1080" actId="26606"/>
          <ac:spMkLst>
            <pc:docMk/>
            <pc:sldMk cId="209421240" sldId="330"/>
            <ac:spMk id="13" creationId="{FAF3766F-DEF3-4802-BB0D-7A18EDD9704F}"/>
          </ac:spMkLst>
        </pc:spChg>
        <pc:spChg chg="add">
          <ac:chgData name="Hilton Sarius" userId="179070f6-9bfa-4a99-8376-5748b538b5d6" providerId="ADAL" clId="{3E91B3D2-2027-4DF8-8065-88DB6B6BA703}" dt="2025-12-18T10:05:06.140" v="1080" actId="26606"/>
          <ac:spMkLst>
            <pc:docMk/>
            <pc:sldMk cId="209421240" sldId="330"/>
            <ac:spMk id="15" creationId="{81F0C179-4DBF-6AB9-CD0B-9224A0C885A4}"/>
          </ac:spMkLst>
        </pc:spChg>
        <pc:picChg chg="add">
          <ac:chgData name="Hilton Sarius" userId="179070f6-9bfa-4a99-8376-5748b538b5d6" providerId="ADAL" clId="{3E91B3D2-2027-4DF8-8065-88DB6B6BA703}" dt="2025-12-18T10:05:06.140" v="1080" actId="26606"/>
          <ac:picMkLst>
            <pc:docMk/>
            <pc:sldMk cId="209421240" sldId="330"/>
            <ac:picMk id="6" creationId="{96002C34-4EF7-C30A-82BA-F93FEAE7A7E2}"/>
          </ac:picMkLst>
        </pc:picChg>
      </pc:sldChg>
      <pc:sldChg chg="add del">
        <pc:chgData name="Hilton Sarius" userId="179070f6-9bfa-4a99-8376-5748b538b5d6" providerId="ADAL" clId="{3E91B3D2-2027-4DF8-8065-88DB6B6BA703}" dt="2025-12-18T01:47:38.431" v="455" actId="47"/>
        <pc:sldMkLst>
          <pc:docMk/>
          <pc:sldMk cId="1442920379" sldId="330"/>
        </pc:sldMkLst>
      </pc:sldChg>
      <pc:sldChg chg="add del">
        <pc:chgData name="Hilton Sarius" userId="179070f6-9bfa-4a99-8376-5748b538b5d6" providerId="ADAL" clId="{3E91B3D2-2027-4DF8-8065-88DB6B6BA703}" dt="2025-12-18T01:47:38.431" v="455" actId="47"/>
        <pc:sldMkLst>
          <pc:docMk/>
          <pc:sldMk cId="2593031250" sldId="331"/>
        </pc:sldMkLst>
      </pc:sldChg>
      <pc:sldChg chg="modSp add mod ord">
        <pc:chgData name="Hilton Sarius" userId="179070f6-9bfa-4a99-8376-5748b538b5d6" providerId="ADAL" clId="{3E91B3D2-2027-4DF8-8065-88DB6B6BA703}" dt="2025-12-18T10:17:01.320" v="1097" actId="207"/>
        <pc:sldMkLst>
          <pc:docMk/>
          <pc:sldMk cId="4032352405" sldId="331"/>
        </pc:sldMkLst>
        <pc:spChg chg="mod">
          <ac:chgData name="Hilton Sarius" userId="179070f6-9bfa-4a99-8376-5748b538b5d6" providerId="ADAL" clId="{3E91B3D2-2027-4DF8-8065-88DB6B6BA703}" dt="2025-12-18T10:17:01.320" v="1097" actId="207"/>
          <ac:spMkLst>
            <pc:docMk/>
            <pc:sldMk cId="4032352405" sldId="331"/>
            <ac:spMk id="2" creationId="{129E8CF0-8AF4-F6B2-12FE-1E5CCBCB421A}"/>
          </ac:spMkLst>
        </pc:spChg>
      </pc:sldChg>
      <pc:sldChg chg="modSp add mod">
        <pc:chgData name="Hilton Sarius" userId="179070f6-9bfa-4a99-8376-5748b538b5d6" providerId="ADAL" clId="{3E91B3D2-2027-4DF8-8065-88DB6B6BA703}" dt="2025-12-18T10:16:48.551" v="1096" actId="207"/>
        <pc:sldMkLst>
          <pc:docMk/>
          <pc:sldMk cId="222660784" sldId="332"/>
        </pc:sldMkLst>
        <pc:spChg chg="mod">
          <ac:chgData name="Hilton Sarius" userId="179070f6-9bfa-4a99-8376-5748b538b5d6" providerId="ADAL" clId="{3E91B3D2-2027-4DF8-8065-88DB6B6BA703}" dt="2025-12-18T10:16:48.551" v="1096" actId="207"/>
          <ac:spMkLst>
            <pc:docMk/>
            <pc:sldMk cId="222660784" sldId="332"/>
            <ac:spMk id="2" creationId="{89EAC2B6-613E-4A0A-A9AA-7DD05E10AA38}"/>
          </ac:spMkLst>
        </pc:spChg>
      </pc:sldChg>
      <pc:sldChg chg="add del">
        <pc:chgData name="Hilton Sarius" userId="179070f6-9bfa-4a99-8376-5748b538b5d6" providerId="ADAL" clId="{3E91B3D2-2027-4DF8-8065-88DB6B6BA703}" dt="2025-12-18T01:47:38.431" v="455" actId="47"/>
        <pc:sldMkLst>
          <pc:docMk/>
          <pc:sldMk cId="2621089715" sldId="332"/>
        </pc:sldMkLst>
      </pc:sldChg>
      <pc:sldChg chg="add del">
        <pc:chgData name="Hilton Sarius" userId="179070f6-9bfa-4a99-8376-5748b538b5d6" providerId="ADAL" clId="{3E91B3D2-2027-4DF8-8065-88DB6B6BA703}" dt="2025-12-18T01:47:38.431" v="455" actId="47"/>
        <pc:sldMkLst>
          <pc:docMk/>
          <pc:sldMk cId="2274704211" sldId="333"/>
        </pc:sldMkLst>
      </pc:sldChg>
      <pc:sldChg chg="modSp add mod ord">
        <pc:chgData name="Hilton Sarius" userId="179070f6-9bfa-4a99-8376-5748b538b5d6" providerId="ADAL" clId="{3E91B3D2-2027-4DF8-8065-88DB6B6BA703}" dt="2025-12-18T10:30:38.944" v="1254" actId="207"/>
        <pc:sldMkLst>
          <pc:docMk/>
          <pc:sldMk cId="3746925463" sldId="333"/>
        </pc:sldMkLst>
        <pc:spChg chg="mod">
          <ac:chgData name="Hilton Sarius" userId="179070f6-9bfa-4a99-8376-5748b538b5d6" providerId="ADAL" clId="{3E91B3D2-2027-4DF8-8065-88DB6B6BA703}" dt="2025-12-18T10:30:38.944" v="1254" actId="207"/>
          <ac:spMkLst>
            <pc:docMk/>
            <pc:sldMk cId="3746925463" sldId="333"/>
            <ac:spMk id="2" creationId="{A08AFCF3-82E8-D1FA-B957-5128C3619FB1}"/>
          </ac:spMkLst>
        </pc:spChg>
      </pc:sldChg>
      <pc:sldChg chg="add del">
        <pc:chgData name="Hilton Sarius" userId="179070f6-9bfa-4a99-8376-5748b538b5d6" providerId="ADAL" clId="{3E91B3D2-2027-4DF8-8065-88DB6B6BA703}" dt="2025-12-18T01:47:38.431" v="455" actId="47"/>
        <pc:sldMkLst>
          <pc:docMk/>
          <pc:sldMk cId="294125705" sldId="334"/>
        </pc:sldMkLst>
      </pc:sldChg>
      <pc:sldChg chg="add del">
        <pc:chgData name="Hilton Sarius" userId="179070f6-9bfa-4a99-8376-5748b538b5d6" providerId="ADAL" clId="{3E91B3D2-2027-4DF8-8065-88DB6B6BA703}" dt="2025-12-18T01:47:38.431" v="455" actId="47"/>
        <pc:sldMkLst>
          <pc:docMk/>
          <pc:sldMk cId="2825927607" sldId="335"/>
        </pc:sldMkLst>
      </pc:sldChg>
      <pc:sldChg chg="add del">
        <pc:chgData name="Hilton Sarius" userId="179070f6-9bfa-4a99-8376-5748b538b5d6" providerId="ADAL" clId="{3E91B3D2-2027-4DF8-8065-88DB6B6BA703}" dt="2025-12-18T01:47:38.431" v="455" actId="47"/>
        <pc:sldMkLst>
          <pc:docMk/>
          <pc:sldMk cId="4263428951" sldId="336"/>
        </pc:sldMkLst>
      </pc:sldChg>
      <pc:sldChg chg="add del">
        <pc:chgData name="Hilton Sarius" userId="179070f6-9bfa-4a99-8376-5748b538b5d6" providerId="ADAL" clId="{3E91B3D2-2027-4DF8-8065-88DB6B6BA703}" dt="2025-12-18T01:47:38.431" v="455" actId="47"/>
        <pc:sldMkLst>
          <pc:docMk/>
          <pc:sldMk cId="1322718352" sldId="337"/>
        </pc:sldMkLst>
      </pc:sldChg>
      <pc:sldChg chg="add del">
        <pc:chgData name="Hilton Sarius" userId="179070f6-9bfa-4a99-8376-5748b538b5d6" providerId="ADAL" clId="{3E91B3D2-2027-4DF8-8065-88DB6B6BA703}" dt="2025-12-18T01:47:38.431" v="455" actId="47"/>
        <pc:sldMkLst>
          <pc:docMk/>
          <pc:sldMk cId="2240266275" sldId="338"/>
        </pc:sldMkLst>
      </pc:sldChg>
      <pc:sldChg chg="add del">
        <pc:chgData name="Hilton Sarius" userId="179070f6-9bfa-4a99-8376-5748b538b5d6" providerId="ADAL" clId="{3E91B3D2-2027-4DF8-8065-88DB6B6BA703}" dt="2025-12-18T01:47:38.431" v="455" actId="47"/>
        <pc:sldMkLst>
          <pc:docMk/>
          <pc:sldMk cId="2284429658" sldId="339"/>
        </pc:sldMkLst>
      </pc:sldChg>
      <pc:sldChg chg="add del">
        <pc:chgData name="Hilton Sarius" userId="179070f6-9bfa-4a99-8376-5748b538b5d6" providerId="ADAL" clId="{3E91B3D2-2027-4DF8-8065-88DB6B6BA703}" dt="2025-12-18T01:47:38.431" v="455" actId="47"/>
        <pc:sldMkLst>
          <pc:docMk/>
          <pc:sldMk cId="446924997" sldId="340"/>
        </pc:sldMkLst>
      </pc:sldChg>
      <pc:sldChg chg="add del">
        <pc:chgData name="Hilton Sarius" userId="179070f6-9bfa-4a99-8376-5748b538b5d6" providerId="ADAL" clId="{3E91B3D2-2027-4DF8-8065-88DB6B6BA703}" dt="2025-12-18T01:47:38.431" v="455" actId="47"/>
        <pc:sldMkLst>
          <pc:docMk/>
          <pc:sldMk cId="228648931" sldId="341"/>
        </pc:sldMkLst>
      </pc:sldChg>
      <pc:sldChg chg="add del">
        <pc:chgData name="Hilton Sarius" userId="179070f6-9bfa-4a99-8376-5748b538b5d6" providerId="ADAL" clId="{3E91B3D2-2027-4DF8-8065-88DB6B6BA703}" dt="2025-12-18T01:47:38.431" v="455" actId="47"/>
        <pc:sldMkLst>
          <pc:docMk/>
          <pc:sldMk cId="2829102004" sldId="34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EAABD-68D0-44D2-B164-7A5C370A3ED7}" type="datetimeFigureOut">
              <a:rPr lang="en-US" smtClean="0"/>
              <a:t>12/17/2025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EA8E45-BADE-48D6-B699-3C5570E484D5}" type="slidenum">
              <a:rPr lang="en-US" smtClean="0"/>
              <a:t>‹#›</a:t>
            </a:fld>
            <a:endParaRPr lang="en-US"/>
          </a:p>
        </p:txBody>
      </p:sp>
    </p:spTree>
    <p:extLst>
      <p:ext uri="{BB962C8B-B14F-4D97-AF65-F5344CB8AC3E}">
        <p14:creationId xmlns:p14="http://schemas.microsoft.com/office/powerpoint/2010/main" val="3168267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2CE048-4CA5-C3F2-83EF-50697F79DD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38771A-0FB1-CE41-4DF2-F640C936B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8BC6A-1B6A-44E5-ED89-3B229DE566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6259AF-15C4-47DC-A7E9-643BAC5377AD}"/>
              </a:ext>
            </a:extLst>
          </p:cNvPr>
          <p:cNvSpPr>
            <a:spLocks noGrp="1"/>
          </p:cNvSpPr>
          <p:nvPr>
            <p:ph type="sldNum" sz="quarter" idx="5"/>
          </p:nvPr>
        </p:nvSpPr>
        <p:spPr/>
        <p:txBody>
          <a:bodyPr/>
          <a:lstStyle/>
          <a:p>
            <a:fld id="{C8EA8E45-BADE-48D6-B699-3C5570E484D5}" type="slidenum">
              <a:rPr lang="en-US" smtClean="0"/>
              <a:t>2</a:t>
            </a:fld>
            <a:endParaRPr lang="en-US"/>
          </a:p>
        </p:txBody>
      </p:sp>
    </p:spTree>
    <p:extLst>
      <p:ext uri="{BB962C8B-B14F-4D97-AF65-F5344CB8AC3E}">
        <p14:creationId xmlns:p14="http://schemas.microsoft.com/office/powerpoint/2010/main" val="38243342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a bunch of inputs, it multiplies them times some weights and then it puts it through some activation function. So, the key operation that happens the most inside the model is this neural calculation. And it is simply for every single weight here there's a multiply right here and then an addition. So basically, for every single weight there's two operations you're going to do a multiply and then an addition. And it turns out this dominates most of the calculation or flops that happen inside the model</a:t>
            </a:r>
          </a:p>
          <a:p>
            <a:endParaRPr lang="en-US" dirty="0"/>
          </a:p>
        </p:txBody>
      </p:sp>
      <p:sp>
        <p:nvSpPr>
          <p:cNvPr id="4" name="Slide Number Placeholder 3"/>
          <p:cNvSpPr>
            <a:spLocks noGrp="1"/>
          </p:cNvSpPr>
          <p:nvPr>
            <p:ph type="sldNum" sz="quarter" idx="5"/>
          </p:nvPr>
        </p:nvSpPr>
        <p:spPr/>
        <p:txBody>
          <a:bodyPr/>
          <a:lstStyle/>
          <a:p>
            <a:fld id="{C8EA8E45-BADE-48D6-B699-3C5570E484D5}" type="slidenum">
              <a:rPr lang="en-US" smtClean="0"/>
              <a:t>3</a:t>
            </a:fld>
            <a:endParaRPr lang="en-US"/>
          </a:p>
        </p:txBody>
      </p:sp>
    </p:spTree>
    <p:extLst>
      <p:ext uri="{BB962C8B-B14F-4D97-AF65-F5344CB8AC3E}">
        <p14:creationId xmlns:p14="http://schemas.microsoft.com/office/powerpoint/2010/main" val="2501266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71EF9-482C-E020-A8C0-E51F9F3BE9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D4CC04-A875-238A-9AB2-9E6A639F7D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4D9E57-65EC-6794-6560-9293F4CB7D96}"/>
              </a:ext>
            </a:extLst>
          </p:cNvPr>
          <p:cNvSpPr>
            <a:spLocks noGrp="1"/>
          </p:cNvSpPr>
          <p:nvPr>
            <p:ph type="body" idx="1"/>
          </p:nvPr>
        </p:nvSpPr>
        <p:spPr/>
        <p:txBody>
          <a:bodyPr/>
          <a:lstStyle/>
          <a:p>
            <a:r>
              <a:rPr lang="en-US" dirty="0"/>
              <a:t>The difference between 1 and the highest probability is known as the loss. Then passing the loss through another function gives us what is known as the cross-entropy loss. The foundation of cross entropy loss is the maximum likelihood estimators.</a:t>
            </a:r>
          </a:p>
        </p:txBody>
      </p:sp>
      <p:sp>
        <p:nvSpPr>
          <p:cNvPr id="4" name="Slide Number Placeholder 3">
            <a:extLst>
              <a:ext uri="{FF2B5EF4-FFF2-40B4-BE49-F238E27FC236}">
                <a16:creationId xmlns:a16="http://schemas.microsoft.com/office/drawing/2014/main" id="{A6097DBC-6A31-4C67-3A2C-638F00D4191E}"/>
              </a:ext>
            </a:extLst>
          </p:cNvPr>
          <p:cNvSpPr>
            <a:spLocks noGrp="1"/>
          </p:cNvSpPr>
          <p:nvPr>
            <p:ph type="sldNum" sz="quarter" idx="5"/>
          </p:nvPr>
        </p:nvSpPr>
        <p:spPr/>
        <p:txBody>
          <a:bodyPr/>
          <a:lstStyle/>
          <a:p>
            <a:fld id="{C8EA8E45-BADE-48D6-B699-3C5570E484D5}" type="slidenum">
              <a:rPr lang="en-US" smtClean="0"/>
              <a:t>4</a:t>
            </a:fld>
            <a:endParaRPr lang="en-US"/>
          </a:p>
        </p:txBody>
      </p:sp>
    </p:spTree>
    <p:extLst>
      <p:ext uri="{BB962C8B-B14F-4D97-AF65-F5344CB8AC3E}">
        <p14:creationId xmlns:p14="http://schemas.microsoft.com/office/powerpoint/2010/main" val="30725358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DDBDA-E7EE-163E-47E9-1B49C497D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7E13F-7D16-1346-173B-13EB6CBF47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FFBA85-D08C-138B-C655-9395EB9502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DE753E-BFAB-7593-E330-13ED0B161ED3}"/>
              </a:ext>
            </a:extLst>
          </p:cNvPr>
          <p:cNvSpPr>
            <a:spLocks noGrp="1"/>
          </p:cNvSpPr>
          <p:nvPr>
            <p:ph type="sldNum" sz="quarter" idx="5"/>
          </p:nvPr>
        </p:nvSpPr>
        <p:spPr/>
        <p:txBody>
          <a:bodyPr/>
          <a:lstStyle/>
          <a:p>
            <a:fld id="{C8EA8E45-BADE-48D6-B699-3C5570E484D5}" type="slidenum">
              <a:rPr lang="en-US" smtClean="0"/>
              <a:t>5</a:t>
            </a:fld>
            <a:endParaRPr lang="en-US"/>
          </a:p>
        </p:txBody>
      </p:sp>
    </p:spTree>
    <p:extLst>
      <p:ext uri="{BB962C8B-B14F-4D97-AF65-F5344CB8AC3E}">
        <p14:creationId xmlns:p14="http://schemas.microsoft.com/office/powerpoint/2010/main" val="2916546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4491B-D57E-9DBF-19EA-538890AFAD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9EDC8-583C-977F-D5F2-D41C5578E1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71BFB2-71E6-D52C-CC14-4B9EC8348B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C657E0-29CF-2458-698A-7595FB171005}"/>
              </a:ext>
            </a:extLst>
          </p:cNvPr>
          <p:cNvSpPr>
            <a:spLocks noGrp="1"/>
          </p:cNvSpPr>
          <p:nvPr>
            <p:ph type="sldNum" sz="quarter" idx="5"/>
          </p:nvPr>
        </p:nvSpPr>
        <p:spPr/>
        <p:txBody>
          <a:bodyPr/>
          <a:lstStyle/>
          <a:p>
            <a:fld id="{C8EA8E45-BADE-48D6-B699-3C5570E484D5}" type="slidenum">
              <a:rPr lang="en-US" smtClean="0"/>
              <a:t>6</a:t>
            </a:fld>
            <a:endParaRPr lang="en-US"/>
          </a:p>
        </p:txBody>
      </p:sp>
    </p:spTree>
    <p:extLst>
      <p:ext uri="{BB962C8B-B14F-4D97-AF65-F5344CB8AC3E}">
        <p14:creationId xmlns:p14="http://schemas.microsoft.com/office/powerpoint/2010/main" val="42880053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0E31C4-CFFA-A2A3-6867-D4B0C1AEB1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06DA11-7287-5ABB-CE4B-0F5767F71B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2916E2-9E01-9712-A9D6-1B8736FF8818}"/>
              </a:ext>
            </a:extLst>
          </p:cNvPr>
          <p:cNvSpPr>
            <a:spLocks noGrp="1"/>
          </p:cNvSpPr>
          <p:nvPr>
            <p:ph type="body" idx="1"/>
          </p:nvPr>
        </p:nvSpPr>
        <p:spPr/>
        <p:txBody>
          <a:bodyPr/>
          <a:lstStyle/>
          <a:p>
            <a:r>
              <a:rPr lang="en-US" dirty="0"/>
              <a:t>The cross-entropy loss curves flatten after a while because the likelihood of predicting the next word or word fragment can hardly ever be at 100% certainty. For example.. </a:t>
            </a:r>
          </a:p>
        </p:txBody>
      </p:sp>
      <p:sp>
        <p:nvSpPr>
          <p:cNvPr id="4" name="Slide Number Placeholder 3">
            <a:extLst>
              <a:ext uri="{FF2B5EF4-FFF2-40B4-BE49-F238E27FC236}">
                <a16:creationId xmlns:a16="http://schemas.microsoft.com/office/drawing/2014/main" id="{39CCC824-FB78-CBBE-16E7-FFD51B52A1A4}"/>
              </a:ext>
            </a:extLst>
          </p:cNvPr>
          <p:cNvSpPr>
            <a:spLocks noGrp="1"/>
          </p:cNvSpPr>
          <p:nvPr>
            <p:ph type="sldNum" sz="quarter" idx="5"/>
          </p:nvPr>
        </p:nvSpPr>
        <p:spPr/>
        <p:txBody>
          <a:bodyPr/>
          <a:lstStyle/>
          <a:p>
            <a:fld id="{C8EA8E45-BADE-48D6-B699-3C5570E484D5}" type="slidenum">
              <a:rPr lang="en-US" smtClean="0"/>
              <a:t>7</a:t>
            </a:fld>
            <a:endParaRPr lang="en-US"/>
          </a:p>
        </p:txBody>
      </p:sp>
    </p:spTree>
    <p:extLst>
      <p:ext uri="{BB962C8B-B14F-4D97-AF65-F5344CB8AC3E}">
        <p14:creationId xmlns:p14="http://schemas.microsoft.com/office/powerpoint/2010/main" val="38836216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2A236-8B63-5975-2F7B-E103256DF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04EA1-0B87-0BD7-67BF-1969521E41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D98C5A-3B23-A292-E034-133380D33A5F}"/>
              </a:ext>
            </a:extLst>
          </p:cNvPr>
          <p:cNvSpPr>
            <a:spLocks noGrp="1"/>
          </p:cNvSpPr>
          <p:nvPr>
            <p:ph type="body" idx="1"/>
          </p:nvPr>
        </p:nvSpPr>
        <p:spPr/>
        <p:txBody>
          <a:bodyPr/>
          <a:lstStyle/>
          <a:p>
            <a:r>
              <a:rPr lang="en-US" dirty="0"/>
              <a:t>…if we consider the sequence of text</a:t>
            </a:r>
          </a:p>
        </p:txBody>
      </p:sp>
      <p:sp>
        <p:nvSpPr>
          <p:cNvPr id="4" name="Slide Number Placeholder 3">
            <a:extLst>
              <a:ext uri="{FF2B5EF4-FFF2-40B4-BE49-F238E27FC236}">
                <a16:creationId xmlns:a16="http://schemas.microsoft.com/office/drawing/2014/main" id="{20D9340F-89E7-6D83-9E6F-B51D016E2946}"/>
              </a:ext>
            </a:extLst>
          </p:cNvPr>
          <p:cNvSpPr>
            <a:spLocks noGrp="1"/>
          </p:cNvSpPr>
          <p:nvPr>
            <p:ph type="sldNum" sz="quarter" idx="5"/>
          </p:nvPr>
        </p:nvSpPr>
        <p:spPr/>
        <p:txBody>
          <a:bodyPr/>
          <a:lstStyle/>
          <a:p>
            <a:fld id="{C8EA8E45-BADE-48D6-B699-3C5570E484D5}" type="slidenum">
              <a:rPr lang="en-US" smtClean="0"/>
              <a:t>8</a:t>
            </a:fld>
            <a:endParaRPr lang="en-US"/>
          </a:p>
        </p:txBody>
      </p:sp>
    </p:spTree>
    <p:extLst>
      <p:ext uri="{BB962C8B-B14F-4D97-AF65-F5344CB8AC3E}">
        <p14:creationId xmlns:p14="http://schemas.microsoft.com/office/powerpoint/2010/main" val="3789752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F8D4A-AD1B-F9AF-7506-3F07347A2B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8F1AAD-97EC-C684-8FA1-907533FF88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5BCDBD-02A7-C755-2196-22348B8B00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BC6D5F-83B3-DFCD-1081-E10AF36508A3}"/>
              </a:ext>
            </a:extLst>
          </p:cNvPr>
          <p:cNvSpPr>
            <a:spLocks noGrp="1"/>
          </p:cNvSpPr>
          <p:nvPr>
            <p:ph type="sldNum" sz="quarter" idx="5"/>
          </p:nvPr>
        </p:nvSpPr>
        <p:spPr/>
        <p:txBody>
          <a:bodyPr/>
          <a:lstStyle/>
          <a:p>
            <a:fld id="{C8EA8E45-BADE-48D6-B699-3C5570E484D5}" type="slidenum">
              <a:rPr lang="en-US" smtClean="0"/>
              <a:t>9</a:t>
            </a:fld>
            <a:endParaRPr lang="en-US"/>
          </a:p>
        </p:txBody>
      </p:sp>
    </p:spTree>
    <p:extLst>
      <p:ext uri="{BB962C8B-B14F-4D97-AF65-F5344CB8AC3E}">
        <p14:creationId xmlns:p14="http://schemas.microsoft.com/office/powerpoint/2010/main" val="1578863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5743D-DB25-D0E3-C6D9-53AA4C9527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381970-8B19-5D11-82CE-F74F4AF166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EAC60-A4CD-53A5-B1BA-79649B3CC0B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04A361-C024-DC92-3661-953F13EF8BD4}"/>
              </a:ext>
            </a:extLst>
          </p:cNvPr>
          <p:cNvSpPr>
            <a:spLocks noGrp="1"/>
          </p:cNvSpPr>
          <p:nvPr>
            <p:ph type="sldNum" sz="quarter" idx="5"/>
          </p:nvPr>
        </p:nvSpPr>
        <p:spPr/>
        <p:txBody>
          <a:bodyPr/>
          <a:lstStyle/>
          <a:p>
            <a:fld id="{C8EA8E45-BADE-48D6-B699-3C5570E484D5}" type="slidenum">
              <a:rPr lang="en-US" smtClean="0"/>
              <a:t>10</a:t>
            </a:fld>
            <a:endParaRPr lang="en-US"/>
          </a:p>
        </p:txBody>
      </p:sp>
    </p:spTree>
    <p:extLst>
      <p:ext uri="{BB962C8B-B14F-4D97-AF65-F5344CB8AC3E}">
        <p14:creationId xmlns:p14="http://schemas.microsoft.com/office/powerpoint/2010/main" val="3751961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2DCD7-0489-0FFA-044A-714860F49F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BDBD9-C119-7066-C651-A733E25568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D42231-4A94-066C-BB7E-A050EF141FCA}"/>
              </a:ext>
            </a:extLst>
          </p:cNvPr>
          <p:cNvSpPr>
            <a:spLocks noGrp="1"/>
          </p:cNvSpPr>
          <p:nvPr>
            <p:ph type="body" idx="1"/>
          </p:nvPr>
        </p:nvSpPr>
        <p:spPr/>
        <p:txBody>
          <a:bodyPr/>
          <a:lstStyle/>
          <a:p>
            <a:r>
              <a:rPr lang="en-US" dirty="0"/>
              <a:t>An emergent ability is a capability that is effectively absent in smaller language models yet appears suddenly when models are scaled. The paper defines emergence as a qualitative shift—performance sits near random up to a certain threshold of model scale and then jumps sharply. Because this behavior cannot be predicted by simply extrapolating small-model trends, it challenges simple scaling laws and suggests that new competencies may appear only after enough compute, parameters, and data are brought together</a:t>
            </a:r>
          </a:p>
        </p:txBody>
      </p:sp>
      <p:sp>
        <p:nvSpPr>
          <p:cNvPr id="4" name="Slide Number Placeholder 3">
            <a:extLst>
              <a:ext uri="{FF2B5EF4-FFF2-40B4-BE49-F238E27FC236}">
                <a16:creationId xmlns:a16="http://schemas.microsoft.com/office/drawing/2014/main" id="{87531727-9E34-F615-CE64-E276630FF380}"/>
              </a:ext>
            </a:extLst>
          </p:cNvPr>
          <p:cNvSpPr>
            <a:spLocks noGrp="1"/>
          </p:cNvSpPr>
          <p:nvPr>
            <p:ph type="sldNum" sz="quarter" idx="5"/>
          </p:nvPr>
        </p:nvSpPr>
        <p:spPr/>
        <p:txBody>
          <a:bodyPr/>
          <a:lstStyle/>
          <a:p>
            <a:fld id="{C8EA8E45-BADE-48D6-B699-3C5570E484D5}" type="slidenum">
              <a:rPr lang="en-US" smtClean="0"/>
              <a:t>11</a:t>
            </a:fld>
            <a:endParaRPr lang="en-US"/>
          </a:p>
        </p:txBody>
      </p:sp>
    </p:spTree>
    <p:extLst>
      <p:ext uri="{BB962C8B-B14F-4D97-AF65-F5344CB8AC3E}">
        <p14:creationId xmlns:p14="http://schemas.microsoft.com/office/powerpoint/2010/main" val="950515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Emergence is defined as a qualitative behavioral change triggered by incremental scaling, exemplified by random performance in smaller models versus purposeful output in larger ones. Drawing on Philip Anderson’s philosophy—“quantitative changes yielding qualitative outcomes”—the slide clarifies that emergence isn’t a smooth linear progression but rather a threshold-based phenomenon.</a:t>
            </a:r>
          </a:p>
        </p:txBody>
      </p:sp>
      <p:sp>
        <p:nvSpPr>
          <p:cNvPr id="4" name="Slide Number Placeholder 3"/>
          <p:cNvSpPr>
            <a:spLocks noGrp="1"/>
          </p:cNvSpPr>
          <p:nvPr>
            <p:ph type="sldNum" sz="quarter" idx="5"/>
          </p:nvPr>
        </p:nvSpPr>
        <p:spPr/>
        <p:txBody>
          <a:bodyPr/>
          <a:lstStyle/>
          <a:p>
            <a:fld id="{C8EA8E45-BADE-48D6-B699-3C5570E484D5}" type="slidenum">
              <a:rPr lang="en-US" smtClean="0"/>
              <a:t>12</a:t>
            </a:fld>
            <a:endParaRPr lang="en-US"/>
          </a:p>
        </p:txBody>
      </p:sp>
    </p:spTree>
    <p:extLst>
      <p:ext uri="{BB962C8B-B14F-4D97-AF65-F5344CB8AC3E}">
        <p14:creationId xmlns:p14="http://schemas.microsoft.com/office/powerpoint/2010/main" val="11691912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Few-shot prompting itself becomes an emergent skill: smaller LLMs struggle initially, whereas larger models pass critical thresholds and handle a variety of tasks like Big-Bench, </a:t>
            </a:r>
            <a:r>
              <a:rPr lang="en-US" sz="1200" b="0" i="0" kern="1200" dirty="0" err="1">
                <a:solidFill>
                  <a:schemeClr val="tx1"/>
                </a:solidFill>
                <a:effectLst/>
                <a:latin typeface="+mn-lt"/>
                <a:ea typeface="+mn-ea"/>
                <a:cs typeface="+mn-cs"/>
              </a:rPr>
              <a:t>TruthfulQA</a:t>
            </a:r>
            <a:r>
              <a:rPr lang="en-US" sz="1200" b="0" i="0" kern="1200" dirty="0">
                <a:solidFill>
                  <a:schemeClr val="tx1"/>
                </a:solidFill>
                <a:effectLst/>
                <a:latin typeface="+mn-lt"/>
                <a:ea typeface="+mn-ea"/>
                <a:cs typeface="+mn-cs"/>
              </a:rPr>
              <a:t>, and multi-task language understanding. -prompting only becomes effective past certain scales</a:t>
            </a:r>
          </a:p>
          <a:p>
            <a:endParaRPr lang="en-US" dirty="0"/>
          </a:p>
        </p:txBody>
      </p:sp>
      <p:sp>
        <p:nvSpPr>
          <p:cNvPr id="4" name="Slide Number Placeholder 3"/>
          <p:cNvSpPr>
            <a:spLocks noGrp="1"/>
          </p:cNvSpPr>
          <p:nvPr>
            <p:ph type="sldNum" sz="quarter" idx="5"/>
          </p:nvPr>
        </p:nvSpPr>
        <p:spPr/>
        <p:txBody>
          <a:bodyPr/>
          <a:lstStyle/>
          <a:p>
            <a:fld id="{C8EA8E45-BADE-48D6-B699-3C5570E484D5}" type="slidenum">
              <a:rPr lang="en-US" smtClean="0"/>
              <a:t>13</a:t>
            </a:fld>
            <a:endParaRPr lang="en-US"/>
          </a:p>
        </p:txBody>
      </p:sp>
    </p:spTree>
    <p:extLst>
      <p:ext uri="{BB962C8B-B14F-4D97-AF65-F5344CB8AC3E}">
        <p14:creationId xmlns:p14="http://schemas.microsoft.com/office/powerpoint/2010/main" val="1341190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three enhanced prompting strategies—chain-of-thought, instruction-following, and program execution via scratchpads—which rely on intermediate reasoning steps or structured outputs. - these techniques, while ineffective on small models, significantly boost performance and abilities in larger-scale LLMs</a:t>
            </a:r>
          </a:p>
          <a:p>
            <a:endParaRPr lang="en-US" dirty="0"/>
          </a:p>
        </p:txBody>
      </p:sp>
      <p:sp>
        <p:nvSpPr>
          <p:cNvPr id="4" name="Slide Number Placeholder 3"/>
          <p:cNvSpPr>
            <a:spLocks noGrp="1"/>
          </p:cNvSpPr>
          <p:nvPr>
            <p:ph type="sldNum" sz="quarter" idx="5"/>
          </p:nvPr>
        </p:nvSpPr>
        <p:spPr/>
        <p:txBody>
          <a:bodyPr/>
          <a:lstStyle/>
          <a:p>
            <a:fld id="{C8EA8E45-BADE-48D6-B699-3C5570E484D5}" type="slidenum">
              <a:rPr lang="en-US" smtClean="0"/>
              <a:t>14</a:t>
            </a:fld>
            <a:endParaRPr lang="en-US"/>
          </a:p>
        </p:txBody>
      </p:sp>
    </p:spTree>
    <p:extLst>
      <p:ext uri="{BB962C8B-B14F-4D97-AF65-F5344CB8AC3E}">
        <p14:creationId xmlns:p14="http://schemas.microsoft.com/office/powerpoint/2010/main" val="8830561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845BE-7194-0F1D-4049-073203535A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0F6CB8-EC6A-2102-29CB-1758BFC3E3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C6FC22-518B-FB3A-7554-B225798DA17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techniques shown only yield significant benefits at scale. Chain-of-thought prompting or instruction-following offers little to no advantage on smaller models; however, once past a scale threshold, they enable robust reasoning, coherent task execution, and enhanced instruction compliance. -scale dependence</a:t>
            </a:r>
          </a:p>
          <a:p>
            <a:endParaRPr lang="en-US" dirty="0"/>
          </a:p>
        </p:txBody>
      </p:sp>
      <p:sp>
        <p:nvSpPr>
          <p:cNvPr id="4" name="Slide Number Placeholder 3">
            <a:extLst>
              <a:ext uri="{FF2B5EF4-FFF2-40B4-BE49-F238E27FC236}">
                <a16:creationId xmlns:a16="http://schemas.microsoft.com/office/drawing/2014/main" id="{609405F5-E0B5-E4E5-B4FD-9920920FC0E8}"/>
              </a:ext>
            </a:extLst>
          </p:cNvPr>
          <p:cNvSpPr>
            <a:spLocks noGrp="1"/>
          </p:cNvSpPr>
          <p:nvPr>
            <p:ph type="sldNum" sz="quarter" idx="5"/>
          </p:nvPr>
        </p:nvSpPr>
        <p:spPr/>
        <p:txBody>
          <a:bodyPr/>
          <a:lstStyle/>
          <a:p>
            <a:fld id="{C8EA8E45-BADE-48D6-B699-3C5570E484D5}" type="slidenum">
              <a:rPr lang="en-US" smtClean="0"/>
              <a:t>15</a:t>
            </a:fld>
            <a:endParaRPr lang="en-US"/>
          </a:p>
        </p:txBody>
      </p:sp>
    </p:spTree>
    <p:extLst>
      <p:ext uri="{BB962C8B-B14F-4D97-AF65-F5344CB8AC3E}">
        <p14:creationId xmlns:p14="http://schemas.microsoft.com/office/powerpoint/2010/main" val="19262602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Deeper neural depth enables multi-step reasoning, while more parameters and data enable world knowledge storage—essential for closed-book QA. Some tasks inherently require scale to unlock capabilities, reinforcing the view of emergence as architecture- and capacity-dependent rather than algorithm-limited</a:t>
            </a:r>
          </a:p>
          <a:p>
            <a:endParaRPr lang="en-US" dirty="0"/>
          </a:p>
        </p:txBody>
      </p:sp>
      <p:sp>
        <p:nvSpPr>
          <p:cNvPr id="4" name="Slide Number Placeholder 3"/>
          <p:cNvSpPr>
            <a:spLocks noGrp="1"/>
          </p:cNvSpPr>
          <p:nvPr>
            <p:ph type="sldNum" sz="quarter" idx="5"/>
          </p:nvPr>
        </p:nvSpPr>
        <p:spPr/>
        <p:txBody>
          <a:bodyPr/>
          <a:lstStyle/>
          <a:p>
            <a:fld id="{C8EA8E45-BADE-48D6-B699-3C5570E484D5}" type="slidenum">
              <a:rPr lang="en-US" smtClean="0"/>
              <a:t>16</a:t>
            </a:fld>
            <a:endParaRPr lang="en-US"/>
          </a:p>
        </p:txBody>
      </p:sp>
    </p:spTree>
    <p:extLst>
      <p:ext uri="{BB962C8B-B14F-4D97-AF65-F5344CB8AC3E}">
        <p14:creationId xmlns:p14="http://schemas.microsoft.com/office/powerpoint/2010/main" val="16165420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F4DCE-1BD4-AA40-F5AC-BA420FED6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EC2FF-8176-8AF2-939B-C24743C2C4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C1578C-F528-6AB1-00A9-DF58BF29948C}"/>
              </a:ext>
            </a:extLst>
          </p:cNvPr>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Comparison of cross-entropy loss (improves smoothly with scale) with task-specific metrics (e.g., BLEU for </a:t>
            </a:r>
            <a:r>
              <a:rPr lang="en-US" sz="1200" b="0" i="0" kern="1200" dirty="0" err="1">
                <a:solidFill>
                  <a:schemeClr val="tx1"/>
                </a:solidFill>
                <a:effectLst/>
                <a:latin typeface="+mn-lt"/>
                <a:ea typeface="+mn-ea"/>
                <a:cs typeface="+mn-cs"/>
              </a:rPr>
              <a:t>generatives</a:t>
            </a:r>
            <a:r>
              <a:rPr lang="en-US" sz="1200" b="0" i="0" kern="1200" dirty="0">
                <a:solidFill>
                  <a:schemeClr val="tx1"/>
                </a:solidFill>
                <a:effectLst/>
                <a:latin typeface="+mn-lt"/>
                <a:ea typeface="+mn-ea"/>
                <a:cs typeface="+mn-cs"/>
              </a:rPr>
              <a:t>) underscores differences in emergent detection. While loss declines steadily, actual performance on challenging tasks jumps at certain scales, illustrating unpredictability of emergent milestones</a:t>
            </a:r>
          </a:p>
        </p:txBody>
      </p:sp>
      <p:sp>
        <p:nvSpPr>
          <p:cNvPr id="4" name="Slide Number Placeholder 3">
            <a:extLst>
              <a:ext uri="{FF2B5EF4-FFF2-40B4-BE49-F238E27FC236}">
                <a16:creationId xmlns:a16="http://schemas.microsoft.com/office/drawing/2014/main" id="{501D16DB-BDB0-52E0-8031-2A5C008E13E6}"/>
              </a:ext>
            </a:extLst>
          </p:cNvPr>
          <p:cNvSpPr>
            <a:spLocks noGrp="1"/>
          </p:cNvSpPr>
          <p:nvPr>
            <p:ph type="sldNum" sz="quarter" idx="5"/>
          </p:nvPr>
        </p:nvSpPr>
        <p:spPr/>
        <p:txBody>
          <a:bodyPr/>
          <a:lstStyle/>
          <a:p>
            <a:fld id="{C8EA8E45-BADE-48D6-B699-3C5570E484D5}" type="slidenum">
              <a:rPr lang="en-US" smtClean="0"/>
              <a:t>17</a:t>
            </a:fld>
            <a:endParaRPr lang="en-US"/>
          </a:p>
        </p:txBody>
      </p:sp>
    </p:spTree>
    <p:extLst>
      <p:ext uri="{BB962C8B-B14F-4D97-AF65-F5344CB8AC3E}">
        <p14:creationId xmlns:p14="http://schemas.microsoft.com/office/powerpoint/2010/main" val="24463695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Emergence isn’t limited to size: architecture and training objectives matter. </a:t>
            </a:r>
            <a:r>
              <a:rPr lang="en-US" sz="1200" b="0" i="0" kern="1200" dirty="0" err="1">
                <a:solidFill>
                  <a:schemeClr val="tx1"/>
                </a:solidFill>
                <a:effectLst/>
                <a:latin typeface="+mn-lt"/>
                <a:ea typeface="+mn-ea"/>
                <a:cs typeface="+mn-cs"/>
              </a:rPr>
              <a:t>PaLM</a:t>
            </a:r>
            <a:r>
              <a:rPr lang="en-US" sz="1200" b="0" i="0" kern="1200" dirty="0">
                <a:solidFill>
                  <a:schemeClr val="tx1"/>
                </a:solidFill>
                <a:effectLst/>
                <a:latin typeface="+mn-lt"/>
                <a:ea typeface="+mn-ea"/>
                <a:cs typeface="+mn-cs"/>
              </a:rPr>
              <a:t> (62B) demonstrates emergent behaviors absent in GPT-3 (175B) across select tasks. Likewise, mix-denoisers pre-training architectures enabled novel emergent capabilities. -architecture quality affects emergence thresholds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Some emergent abilities can be transferred to compact models via instruction-finetuning with human feedback (e.g., RLHF). -while scale helps, smart fine-tuning methods can simulate emergent features in smaller systems—a promising direction for resource-efficient AI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8EA8E45-BADE-48D6-B699-3C5570E484D5}" type="slidenum">
              <a:rPr lang="en-US" smtClean="0"/>
              <a:t>18</a:t>
            </a:fld>
            <a:endParaRPr lang="en-US"/>
          </a:p>
        </p:txBody>
      </p:sp>
    </p:spTree>
    <p:extLst>
      <p:ext uri="{BB962C8B-B14F-4D97-AF65-F5344CB8AC3E}">
        <p14:creationId xmlns:p14="http://schemas.microsoft.com/office/powerpoint/2010/main" val="36081661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Scaling amplifies societal risks: biases, toxicity, and hallucinations become more pronounced. Benchmarks like BBQ and </a:t>
            </a:r>
            <a:r>
              <a:rPr lang="en-US" sz="1200" b="0" i="0" kern="1200" dirty="0" err="1">
                <a:solidFill>
                  <a:schemeClr val="tx1"/>
                </a:solidFill>
                <a:effectLst/>
                <a:latin typeface="+mn-lt"/>
                <a:ea typeface="+mn-ea"/>
                <a:cs typeface="+mn-cs"/>
              </a:rPr>
              <a:t>TruthfulQA</a:t>
            </a:r>
            <a:r>
              <a:rPr lang="en-US" sz="1200" b="0" i="0" kern="1200" dirty="0">
                <a:solidFill>
                  <a:schemeClr val="tx1"/>
                </a:solidFill>
                <a:effectLst/>
                <a:latin typeface="+mn-lt"/>
                <a:ea typeface="+mn-ea"/>
                <a:cs typeface="+mn-cs"/>
              </a:rPr>
              <a:t> reveal that larger models may replicate human falsehoods or unintended biases. -THERE IS associated dangers when emergent capabilities outpace robustness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Threats such as backdoors, deception, or harmful content may emerge only in future LLMs. -proactive strategies including data filtering, forecasting of emergent risks, and automated detection systems to safeguard against unexpected model behaviors.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8EA8E45-BADE-48D6-B699-3C5570E484D5}" type="slidenum">
              <a:rPr lang="en-US" smtClean="0"/>
              <a:t>19</a:t>
            </a:fld>
            <a:endParaRPr lang="en-US"/>
          </a:p>
        </p:txBody>
      </p:sp>
    </p:spTree>
    <p:extLst>
      <p:ext uri="{BB962C8B-B14F-4D97-AF65-F5344CB8AC3E}">
        <p14:creationId xmlns:p14="http://schemas.microsoft.com/office/powerpoint/2010/main" val="26855281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Emergence is shifting research from task-specific to general models. Few-shot prompting now outperforms state-of-the-art in benchmarks like </a:t>
            </a:r>
            <a:r>
              <a:rPr lang="en-US" sz="1200" b="0" i="0" kern="1200" dirty="0" err="1">
                <a:solidFill>
                  <a:schemeClr val="tx1"/>
                </a:solidFill>
                <a:effectLst/>
                <a:latin typeface="+mn-lt"/>
                <a:ea typeface="+mn-ea"/>
                <a:cs typeface="+mn-cs"/>
              </a:rPr>
              <a:t>TriviaQA</a:t>
            </a:r>
            <a:r>
              <a:rPr lang="en-US" sz="1200" b="0" i="0" kern="1200" dirty="0">
                <a:solidFill>
                  <a:schemeClr val="tx1"/>
                </a:solidFill>
                <a:effectLst/>
                <a:latin typeface="+mn-lt"/>
                <a:ea typeface="+mn-ea"/>
                <a:cs typeface="+mn-cs"/>
              </a:rPr>
              <a:t>. LLM applications now span code generation (Copilot), chat (ChatGPT), and search enhancement (Bing), reflecting a paradigm shift in AI utility</a:t>
            </a:r>
          </a:p>
          <a:p>
            <a:endParaRPr lang="en-US" dirty="0"/>
          </a:p>
        </p:txBody>
      </p:sp>
      <p:sp>
        <p:nvSpPr>
          <p:cNvPr id="4" name="Slide Number Placeholder 3"/>
          <p:cNvSpPr>
            <a:spLocks noGrp="1"/>
          </p:cNvSpPr>
          <p:nvPr>
            <p:ph type="sldNum" sz="quarter" idx="5"/>
          </p:nvPr>
        </p:nvSpPr>
        <p:spPr/>
        <p:txBody>
          <a:bodyPr/>
          <a:lstStyle/>
          <a:p>
            <a:fld id="{C8EA8E45-BADE-48D6-B699-3C5570E484D5}" type="slidenum">
              <a:rPr lang="en-US" smtClean="0"/>
              <a:t>20</a:t>
            </a:fld>
            <a:endParaRPr lang="en-US"/>
          </a:p>
        </p:txBody>
      </p:sp>
    </p:spTree>
    <p:extLst>
      <p:ext uri="{BB962C8B-B14F-4D97-AF65-F5344CB8AC3E}">
        <p14:creationId xmlns:p14="http://schemas.microsoft.com/office/powerpoint/2010/main" val="26387487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There are several research frontiers: cost-effective scaling under hardware limits, improved architectures (e.g., mixture-of-experts), enhanced prompting methods, and exploring multilingual or abstractive reasoning abilities that still lag.</a:t>
            </a:r>
          </a:p>
          <a:p>
            <a:endParaRPr lang="en-US" dirty="0"/>
          </a:p>
        </p:txBody>
      </p:sp>
      <p:sp>
        <p:nvSpPr>
          <p:cNvPr id="4" name="Slide Number Placeholder 3"/>
          <p:cNvSpPr>
            <a:spLocks noGrp="1"/>
          </p:cNvSpPr>
          <p:nvPr>
            <p:ph type="sldNum" sz="quarter" idx="5"/>
          </p:nvPr>
        </p:nvSpPr>
        <p:spPr/>
        <p:txBody>
          <a:bodyPr/>
          <a:lstStyle/>
          <a:p>
            <a:fld id="{C8EA8E45-BADE-48D6-B699-3C5570E484D5}" type="slidenum">
              <a:rPr lang="en-US" smtClean="0"/>
              <a:t>21</a:t>
            </a:fld>
            <a:endParaRPr lang="en-US"/>
          </a:p>
        </p:txBody>
      </p:sp>
    </p:spTree>
    <p:extLst>
      <p:ext uri="{BB962C8B-B14F-4D97-AF65-F5344CB8AC3E}">
        <p14:creationId xmlns:p14="http://schemas.microsoft.com/office/powerpoint/2010/main" val="33522618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8EA8E45-BADE-48D6-B699-3C5570E484D5}" type="slidenum">
              <a:rPr lang="en-US" smtClean="0"/>
              <a:t>22</a:t>
            </a:fld>
            <a:endParaRPr lang="en-US"/>
          </a:p>
        </p:txBody>
      </p:sp>
    </p:spTree>
    <p:extLst>
      <p:ext uri="{BB962C8B-B14F-4D97-AF65-F5344CB8AC3E}">
        <p14:creationId xmlns:p14="http://schemas.microsoft.com/office/powerpoint/2010/main" val="36061044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9EB9C-D9FA-93D6-E05F-6472DA1DD9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C2441-C4BB-5F22-598C-56183F2BAB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76814A-5354-0AD5-B4AA-7446A71D43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1712E7-963B-F05F-EE4C-D9F5FB5415BF}"/>
              </a:ext>
            </a:extLst>
          </p:cNvPr>
          <p:cNvSpPr>
            <a:spLocks noGrp="1"/>
          </p:cNvSpPr>
          <p:nvPr>
            <p:ph type="sldNum" sz="quarter" idx="5"/>
          </p:nvPr>
        </p:nvSpPr>
        <p:spPr/>
        <p:txBody>
          <a:bodyPr/>
          <a:lstStyle/>
          <a:p>
            <a:fld id="{C8EA8E45-BADE-48D6-B699-3C5570E484D5}" type="slidenum">
              <a:rPr lang="en-US" smtClean="0"/>
              <a:t>23</a:t>
            </a:fld>
            <a:endParaRPr lang="en-US"/>
          </a:p>
        </p:txBody>
      </p:sp>
    </p:spTree>
    <p:extLst>
      <p:ext uri="{BB962C8B-B14F-4D97-AF65-F5344CB8AC3E}">
        <p14:creationId xmlns:p14="http://schemas.microsoft.com/office/powerpoint/2010/main" val="16323309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EDA5F-BA15-0DE7-A390-08958559D0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ACF4DB-0E6D-8C45-46D7-371E8AC38F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449F89-713D-D5BB-292B-9479E1EEC4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662000-5441-5A08-2196-39D9183262AC}"/>
              </a:ext>
            </a:extLst>
          </p:cNvPr>
          <p:cNvSpPr>
            <a:spLocks noGrp="1"/>
          </p:cNvSpPr>
          <p:nvPr>
            <p:ph type="sldNum" sz="quarter" idx="5"/>
          </p:nvPr>
        </p:nvSpPr>
        <p:spPr/>
        <p:txBody>
          <a:bodyPr/>
          <a:lstStyle/>
          <a:p>
            <a:fld id="{C8EA8E45-BADE-48D6-B699-3C5570E484D5}" type="slidenum">
              <a:rPr lang="en-US" smtClean="0"/>
              <a:t>24</a:t>
            </a:fld>
            <a:endParaRPr lang="en-US"/>
          </a:p>
        </p:txBody>
      </p:sp>
    </p:spTree>
    <p:extLst>
      <p:ext uri="{BB962C8B-B14F-4D97-AF65-F5344CB8AC3E}">
        <p14:creationId xmlns:p14="http://schemas.microsoft.com/office/powerpoint/2010/main" val="24424888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B4D4D-DD1B-35B4-868E-7F3F67E8F1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B6F082-C841-BD1C-50C6-00124BFFCF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561D4A-629C-BB69-3130-A5FF21921E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528FA0-4C6C-4442-353D-475292EEF95F}"/>
              </a:ext>
            </a:extLst>
          </p:cNvPr>
          <p:cNvSpPr>
            <a:spLocks noGrp="1"/>
          </p:cNvSpPr>
          <p:nvPr>
            <p:ph type="sldNum" sz="quarter" idx="5"/>
          </p:nvPr>
        </p:nvSpPr>
        <p:spPr/>
        <p:txBody>
          <a:bodyPr/>
          <a:lstStyle/>
          <a:p>
            <a:fld id="{C8EA8E45-BADE-48D6-B699-3C5570E484D5}" type="slidenum">
              <a:rPr lang="en-US" smtClean="0"/>
              <a:t>25</a:t>
            </a:fld>
            <a:endParaRPr lang="en-US"/>
          </a:p>
        </p:txBody>
      </p:sp>
    </p:spTree>
    <p:extLst>
      <p:ext uri="{BB962C8B-B14F-4D97-AF65-F5344CB8AC3E}">
        <p14:creationId xmlns:p14="http://schemas.microsoft.com/office/powerpoint/2010/main" val="918689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A2BCC0-D055-3368-5B2B-483B6D9A2A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D6DF3-CFAC-5E57-9FC3-4492D64CE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0B4247-471E-F112-F286-F2A5420D6A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D1740A-0AE8-E978-1CC6-6BF2C9737DBF}"/>
              </a:ext>
            </a:extLst>
          </p:cNvPr>
          <p:cNvSpPr>
            <a:spLocks noGrp="1"/>
          </p:cNvSpPr>
          <p:nvPr>
            <p:ph type="sldNum" sz="quarter" idx="5"/>
          </p:nvPr>
        </p:nvSpPr>
        <p:spPr/>
        <p:txBody>
          <a:bodyPr/>
          <a:lstStyle/>
          <a:p>
            <a:fld id="{C8EA8E45-BADE-48D6-B699-3C5570E484D5}" type="slidenum">
              <a:rPr lang="en-US" smtClean="0"/>
              <a:t>26</a:t>
            </a:fld>
            <a:endParaRPr lang="en-US"/>
          </a:p>
        </p:txBody>
      </p:sp>
    </p:spTree>
    <p:extLst>
      <p:ext uri="{BB962C8B-B14F-4D97-AF65-F5344CB8AC3E}">
        <p14:creationId xmlns:p14="http://schemas.microsoft.com/office/powerpoint/2010/main" val="15197029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32DE6-BEA7-C0BB-24C8-CF69D9E856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D6D491-197C-A350-8CAC-04FAAD900C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AC16A0-3AD7-7C85-A7BE-EF179A3934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02091D-13BC-F765-1DFF-EDEAE3BCB1B9}"/>
              </a:ext>
            </a:extLst>
          </p:cNvPr>
          <p:cNvSpPr>
            <a:spLocks noGrp="1"/>
          </p:cNvSpPr>
          <p:nvPr>
            <p:ph type="sldNum" sz="quarter" idx="5"/>
          </p:nvPr>
        </p:nvSpPr>
        <p:spPr/>
        <p:txBody>
          <a:bodyPr/>
          <a:lstStyle/>
          <a:p>
            <a:fld id="{C8EA8E45-BADE-48D6-B699-3C5570E484D5}" type="slidenum">
              <a:rPr lang="en-US" smtClean="0"/>
              <a:t>27</a:t>
            </a:fld>
            <a:endParaRPr lang="en-US"/>
          </a:p>
        </p:txBody>
      </p:sp>
    </p:spTree>
    <p:extLst>
      <p:ext uri="{BB962C8B-B14F-4D97-AF65-F5344CB8AC3E}">
        <p14:creationId xmlns:p14="http://schemas.microsoft.com/office/powerpoint/2010/main" val="29360197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7ABB2-547C-A32A-4712-273D453695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7C1946-08E5-7FCB-90FB-F437BC20CC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602D64-6BCE-2868-474D-0F0922ECCD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F6298B-982B-8A52-A879-B104567828C5}"/>
              </a:ext>
            </a:extLst>
          </p:cNvPr>
          <p:cNvSpPr>
            <a:spLocks noGrp="1"/>
          </p:cNvSpPr>
          <p:nvPr>
            <p:ph type="sldNum" sz="quarter" idx="5"/>
          </p:nvPr>
        </p:nvSpPr>
        <p:spPr/>
        <p:txBody>
          <a:bodyPr/>
          <a:lstStyle/>
          <a:p>
            <a:fld id="{C8EA8E45-BADE-48D6-B699-3C5570E484D5}" type="slidenum">
              <a:rPr lang="en-US" smtClean="0"/>
              <a:t>28</a:t>
            </a:fld>
            <a:endParaRPr lang="en-US"/>
          </a:p>
        </p:txBody>
      </p:sp>
    </p:spTree>
    <p:extLst>
      <p:ext uri="{BB962C8B-B14F-4D97-AF65-F5344CB8AC3E}">
        <p14:creationId xmlns:p14="http://schemas.microsoft.com/office/powerpoint/2010/main" val="41237919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D43AD-8410-2DFD-75C1-0D3A8F55E2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8F9AFA-03CD-587B-1DB7-401A88F312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FCF6E-CF6E-4736-63EB-25AAB9857F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22F7CD-32C4-C35E-9C90-D161A2B94442}"/>
              </a:ext>
            </a:extLst>
          </p:cNvPr>
          <p:cNvSpPr>
            <a:spLocks noGrp="1"/>
          </p:cNvSpPr>
          <p:nvPr>
            <p:ph type="sldNum" sz="quarter" idx="5"/>
          </p:nvPr>
        </p:nvSpPr>
        <p:spPr/>
        <p:txBody>
          <a:bodyPr/>
          <a:lstStyle/>
          <a:p>
            <a:fld id="{C8EA8E45-BADE-48D6-B699-3C5570E484D5}" type="slidenum">
              <a:rPr lang="en-US" smtClean="0"/>
              <a:t>29</a:t>
            </a:fld>
            <a:endParaRPr lang="en-US"/>
          </a:p>
        </p:txBody>
      </p:sp>
    </p:spTree>
    <p:extLst>
      <p:ext uri="{BB962C8B-B14F-4D97-AF65-F5344CB8AC3E}">
        <p14:creationId xmlns:p14="http://schemas.microsoft.com/office/powerpoint/2010/main" val="20492246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8B9B3-94CB-9879-52A5-1B7C3DC412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ABD9D0-4078-1465-1F3E-25955FEF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61B9FC-EB66-19CD-9513-EA22E6EC0A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D5A25C3-64D3-65C5-D7AD-DEF19560A60C}"/>
              </a:ext>
            </a:extLst>
          </p:cNvPr>
          <p:cNvSpPr>
            <a:spLocks noGrp="1"/>
          </p:cNvSpPr>
          <p:nvPr>
            <p:ph type="sldNum" sz="quarter" idx="5"/>
          </p:nvPr>
        </p:nvSpPr>
        <p:spPr/>
        <p:txBody>
          <a:bodyPr/>
          <a:lstStyle/>
          <a:p>
            <a:fld id="{C8EA8E45-BADE-48D6-B699-3C5570E484D5}" type="slidenum">
              <a:rPr lang="en-US" smtClean="0"/>
              <a:t>30</a:t>
            </a:fld>
            <a:endParaRPr lang="en-US"/>
          </a:p>
        </p:txBody>
      </p:sp>
    </p:spTree>
    <p:extLst>
      <p:ext uri="{BB962C8B-B14F-4D97-AF65-F5344CB8AC3E}">
        <p14:creationId xmlns:p14="http://schemas.microsoft.com/office/powerpoint/2010/main" val="14083161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598E6-5F13-DC93-C233-DECADDE7D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EDAB7-68CE-246F-8908-15E081E02F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DD1327-2173-9847-A336-4F0F4C8958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BDD829-4CC3-4AA9-DAEE-7AA230075DDB}"/>
              </a:ext>
            </a:extLst>
          </p:cNvPr>
          <p:cNvSpPr>
            <a:spLocks noGrp="1"/>
          </p:cNvSpPr>
          <p:nvPr>
            <p:ph type="sldNum" sz="quarter" idx="5"/>
          </p:nvPr>
        </p:nvSpPr>
        <p:spPr/>
        <p:txBody>
          <a:bodyPr/>
          <a:lstStyle/>
          <a:p>
            <a:fld id="{C8EA8E45-BADE-48D6-B699-3C5570E484D5}" type="slidenum">
              <a:rPr lang="en-US" smtClean="0"/>
              <a:t>31</a:t>
            </a:fld>
            <a:endParaRPr lang="en-US"/>
          </a:p>
        </p:txBody>
      </p:sp>
    </p:spTree>
    <p:extLst>
      <p:ext uri="{BB962C8B-B14F-4D97-AF65-F5344CB8AC3E}">
        <p14:creationId xmlns:p14="http://schemas.microsoft.com/office/powerpoint/2010/main" val="12522407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4C52E-A6FF-2728-93F8-FF7C118DB8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6511D7-1471-69A2-B9D0-94CA2C50C9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7F0791-F12C-2C9C-4D48-DD29832ACB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560F8E-FCB5-4A29-1630-C87CB49762D7}"/>
              </a:ext>
            </a:extLst>
          </p:cNvPr>
          <p:cNvSpPr>
            <a:spLocks noGrp="1"/>
          </p:cNvSpPr>
          <p:nvPr>
            <p:ph type="sldNum" sz="quarter" idx="5"/>
          </p:nvPr>
        </p:nvSpPr>
        <p:spPr/>
        <p:txBody>
          <a:bodyPr/>
          <a:lstStyle/>
          <a:p>
            <a:fld id="{C8EA8E45-BADE-48D6-B699-3C5570E484D5}" type="slidenum">
              <a:rPr lang="en-US" smtClean="0"/>
              <a:t>32</a:t>
            </a:fld>
            <a:endParaRPr lang="en-US"/>
          </a:p>
        </p:txBody>
      </p:sp>
    </p:spTree>
    <p:extLst>
      <p:ext uri="{BB962C8B-B14F-4D97-AF65-F5344CB8AC3E}">
        <p14:creationId xmlns:p14="http://schemas.microsoft.com/office/powerpoint/2010/main" val="41356984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2BF7B-6302-D840-6384-4B5C4F1765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5E4C73-DD7D-8E93-A3AD-A509F85918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9C05FC-5FCE-562A-0279-BCC06657D7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3E5CC9-2C5D-BBD1-FB7D-31CA7174931E}"/>
              </a:ext>
            </a:extLst>
          </p:cNvPr>
          <p:cNvSpPr>
            <a:spLocks noGrp="1"/>
          </p:cNvSpPr>
          <p:nvPr>
            <p:ph type="sldNum" sz="quarter" idx="5"/>
          </p:nvPr>
        </p:nvSpPr>
        <p:spPr/>
        <p:txBody>
          <a:bodyPr/>
          <a:lstStyle/>
          <a:p>
            <a:fld id="{C8EA8E45-BADE-48D6-B699-3C5570E484D5}" type="slidenum">
              <a:rPr lang="en-US" smtClean="0"/>
              <a:t>33</a:t>
            </a:fld>
            <a:endParaRPr lang="en-US"/>
          </a:p>
        </p:txBody>
      </p:sp>
    </p:spTree>
    <p:extLst>
      <p:ext uri="{BB962C8B-B14F-4D97-AF65-F5344CB8AC3E}">
        <p14:creationId xmlns:p14="http://schemas.microsoft.com/office/powerpoint/2010/main" val="2986355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21942-104F-0C8B-28CA-6CA4848D36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9407A7-31F5-6168-2094-3A624FFA00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8292B3-D2B1-BFB0-DEC1-C2BCFF163D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22F1365-956E-088E-83C7-228274330165}"/>
              </a:ext>
            </a:extLst>
          </p:cNvPr>
          <p:cNvSpPr>
            <a:spLocks noGrp="1"/>
          </p:cNvSpPr>
          <p:nvPr>
            <p:ph type="sldNum" sz="quarter" idx="5"/>
          </p:nvPr>
        </p:nvSpPr>
        <p:spPr/>
        <p:txBody>
          <a:bodyPr/>
          <a:lstStyle/>
          <a:p>
            <a:fld id="{C8EA8E45-BADE-48D6-B699-3C5570E484D5}" type="slidenum">
              <a:rPr lang="en-US" smtClean="0"/>
              <a:t>34</a:t>
            </a:fld>
            <a:endParaRPr lang="en-US"/>
          </a:p>
        </p:txBody>
      </p:sp>
    </p:spTree>
    <p:extLst>
      <p:ext uri="{BB962C8B-B14F-4D97-AF65-F5344CB8AC3E}">
        <p14:creationId xmlns:p14="http://schemas.microsoft.com/office/powerpoint/2010/main" val="23643248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D0F37-EC41-52C3-E3D0-83A660CDDA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9E02BB-6544-FC35-94B5-A4A6134AE5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C03592-92F2-3E83-9387-EBBD2286CE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3F6F32-4739-8DC3-8158-8DC35D0AB067}"/>
              </a:ext>
            </a:extLst>
          </p:cNvPr>
          <p:cNvSpPr>
            <a:spLocks noGrp="1"/>
          </p:cNvSpPr>
          <p:nvPr>
            <p:ph type="sldNum" sz="quarter" idx="5"/>
          </p:nvPr>
        </p:nvSpPr>
        <p:spPr/>
        <p:txBody>
          <a:bodyPr/>
          <a:lstStyle/>
          <a:p>
            <a:fld id="{C8EA8E45-BADE-48D6-B699-3C5570E484D5}" type="slidenum">
              <a:rPr lang="en-US" smtClean="0"/>
              <a:t>35</a:t>
            </a:fld>
            <a:endParaRPr lang="en-US"/>
          </a:p>
        </p:txBody>
      </p:sp>
    </p:spTree>
    <p:extLst>
      <p:ext uri="{BB962C8B-B14F-4D97-AF65-F5344CB8AC3E}">
        <p14:creationId xmlns:p14="http://schemas.microsoft.com/office/powerpoint/2010/main" val="2104095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E7E28C-251F-9387-AE91-664D36EDD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4371C9-CC32-E304-CC8B-6141EB924A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295653-FC30-9852-FBD2-1FDBCD058D9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2E454F-A0E4-8209-16B9-611EC60EFE29}"/>
              </a:ext>
            </a:extLst>
          </p:cNvPr>
          <p:cNvSpPr>
            <a:spLocks noGrp="1"/>
          </p:cNvSpPr>
          <p:nvPr>
            <p:ph type="sldNum" sz="quarter" idx="5"/>
          </p:nvPr>
        </p:nvSpPr>
        <p:spPr/>
        <p:txBody>
          <a:bodyPr/>
          <a:lstStyle/>
          <a:p>
            <a:fld id="{C8EA8E45-BADE-48D6-B699-3C5570E484D5}" type="slidenum">
              <a:rPr lang="en-US" smtClean="0"/>
              <a:t>36</a:t>
            </a:fld>
            <a:endParaRPr lang="en-US"/>
          </a:p>
        </p:txBody>
      </p:sp>
    </p:spTree>
    <p:extLst>
      <p:ext uri="{BB962C8B-B14F-4D97-AF65-F5344CB8AC3E}">
        <p14:creationId xmlns:p14="http://schemas.microsoft.com/office/powerpoint/2010/main" val="1419459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1F83B7-C83B-400C-E3D6-B81EA7164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99D6A-BDEB-75EA-5E02-9222C82CF2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1BEDC3-6093-3FB6-29F2-D89408A4A12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250005-4D97-B0FE-1E4A-8C4DE806EA58}"/>
              </a:ext>
            </a:extLst>
          </p:cNvPr>
          <p:cNvSpPr>
            <a:spLocks noGrp="1"/>
          </p:cNvSpPr>
          <p:nvPr>
            <p:ph type="sldNum" sz="quarter" idx="5"/>
          </p:nvPr>
        </p:nvSpPr>
        <p:spPr/>
        <p:txBody>
          <a:bodyPr/>
          <a:lstStyle/>
          <a:p>
            <a:fld id="{C8EA8E45-BADE-48D6-B699-3C5570E484D5}" type="slidenum">
              <a:rPr lang="en-US" smtClean="0"/>
              <a:t>37</a:t>
            </a:fld>
            <a:endParaRPr lang="en-US"/>
          </a:p>
        </p:txBody>
      </p:sp>
    </p:spTree>
    <p:extLst>
      <p:ext uri="{BB962C8B-B14F-4D97-AF65-F5344CB8AC3E}">
        <p14:creationId xmlns:p14="http://schemas.microsoft.com/office/powerpoint/2010/main" val="9722671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E853E-AE99-8142-39AB-E2409E5EBA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0CB163-15F6-8A5F-A1B5-1AFE3EEEC9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21CD33-6181-A91A-C755-A3FD5E36B3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15E468-B9DC-1121-3D37-7E64FB86FEA9}"/>
              </a:ext>
            </a:extLst>
          </p:cNvPr>
          <p:cNvSpPr>
            <a:spLocks noGrp="1"/>
          </p:cNvSpPr>
          <p:nvPr>
            <p:ph type="sldNum" sz="quarter" idx="5"/>
          </p:nvPr>
        </p:nvSpPr>
        <p:spPr/>
        <p:txBody>
          <a:bodyPr/>
          <a:lstStyle/>
          <a:p>
            <a:fld id="{C8EA8E45-BADE-48D6-B699-3C5570E484D5}" type="slidenum">
              <a:rPr lang="en-US" smtClean="0"/>
              <a:t>38</a:t>
            </a:fld>
            <a:endParaRPr lang="en-US"/>
          </a:p>
        </p:txBody>
      </p:sp>
    </p:spTree>
    <p:extLst>
      <p:ext uri="{BB962C8B-B14F-4D97-AF65-F5344CB8AC3E}">
        <p14:creationId xmlns:p14="http://schemas.microsoft.com/office/powerpoint/2010/main" val="59490104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2675A-2448-5B8F-9972-ED1465DD6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EF12C9-40DC-55F0-C738-18FEC0DCF4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5D308-413D-DA37-6F94-69C082FA797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The paper </a:t>
            </a:r>
            <a:r>
              <a:rPr lang="en-US" sz="1200" b="0" i="1" kern="1200" dirty="0">
                <a:solidFill>
                  <a:schemeClr val="tx1"/>
                </a:solidFill>
                <a:effectLst/>
                <a:latin typeface="+mn-lt"/>
                <a:ea typeface="+mn-ea"/>
                <a:cs typeface="+mn-cs"/>
              </a:rPr>
              <a:t>Language Models are Few-Shot Learners</a:t>
            </a:r>
            <a:r>
              <a:rPr lang="en-US" sz="1200" b="0" i="0" kern="1200" dirty="0">
                <a:solidFill>
                  <a:schemeClr val="tx1"/>
                </a:solidFill>
                <a:effectLst/>
                <a:latin typeface="+mn-lt"/>
                <a:ea typeface="+mn-ea"/>
                <a:cs typeface="+mn-cs"/>
              </a:rPr>
              <a:t> (Brown et al., 2020) introduces GPT‑3 and demonstrates that extremely large language models can perform diverse tasks using few-shot prompting, without fine-tuning. Its focus is practical: showing predictable improvements in performance as scale increases, enabling flexible adaptation across translation, question answering, and reasoning tasks. In contrast, </a:t>
            </a:r>
            <a:r>
              <a:rPr lang="en-US" sz="1200" b="0" i="1" kern="1200" dirty="0">
                <a:solidFill>
                  <a:schemeClr val="tx1"/>
                </a:solidFill>
                <a:effectLst/>
                <a:latin typeface="+mn-lt"/>
                <a:ea typeface="+mn-ea"/>
                <a:cs typeface="+mn-cs"/>
              </a:rPr>
              <a:t>Emergent Abilities of Large Language Models</a:t>
            </a:r>
            <a:r>
              <a:rPr lang="en-US" sz="1200" b="0" i="0" kern="1200" dirty="0">
                <a:solidFill>
                  <a:schemeClr val="tx1"/>
                </a:solidFill>
                <a:effectLst/>
                <a:latin typeface="+mn-lt"/>
                <a:ea typeface="+mn-ea"/>
                <a:cs typeface="+mn-cs"/>
              </a:rPr>
              <a:t> (Wei et al., 2022) explores a conceptual phenomenon—abilities that appear suddenly at certain model sizes and cannot be extrapolated from smaller models. While both emphasize the transformative power of scale, Brown et al. highlight consistent gains and usability, whereas Wei et al. stress unpredictability and non-linear capability jumps. The former positions large models as versatile tools for real-world applications, while the latter warns that scaling introduces qualitative changes that challenge forecasting and control, raising deeper questions about interpretability and safety.</a:t>
            </a:r>
          </a:p>
          <a:p>
            <a:endParaRPr lang="en-US" dirty="0"/>
          </a:p>
        </p:txBody>
      </p:sp>
      <p:sp>
        <p:nvSpPr>
          <p:cNvPr id="4" name="Slide Number Placeholder 3">
            <a:extLst>
              <a:ext uri="{FF2B5EF4-FFF2-40B4-BE49-F238E27FC236}">
                <a16:creationId xmlns:a16="http://schemas.microsoft.com/office/drawing/2014/main" id="{653AC0A9-F59C-19F3-99D4-67D8C19EE245}"/>
              </a:ext>
            </a:extLst>
          </p:cNvPr>
          <p:cNvSpPr>
            <a:spLocks noGrp="1"/>
          </p:cNvSpPr>
          <p:nvPr>
            <p:ph type="sldNum" sz="quarter" idx="5"/>
          </p:nvPr>
        </p:nvSpPr>
        <p:spPr/>
        <p:txBody>
          <a:bodyPr/>
          <a:lstStyle/>
          <a:p>
            <a:fld id="{C8EA8E45-BADE-48D6-B699-3C5570E484D5}" type="slidenum">
              <a:rPr lang="en-US" smtClean="0"/>
              <a:t>39</a:t>
            </a:fld>
            <a:endParaRPr lang="en-US"/>
          </a:p>
        </p:txBody>
      </p:sp>
    </p:spTree>
    <p:extLst>
      <p:ext uri="{BB962C8B-B14F-4D97-AF65-F5344CB8AC3E}">
        <p14:creationId xmlns:p14="http://schemas.microsoft.com/office/powerpoint/2010/main" val="35743536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12/17/2025</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3429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12/17/2025</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85509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12/17/2025</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5978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12/17/2025</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15033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12/17/2025</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5152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12/17/2025</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185851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12/17/2025</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123244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12/17/2025</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80579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12/17/2025</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915286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12/17/2025</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613461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12/17/2025</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425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12/17/2025</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4247781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www.youtube.com/watch?v=T3JiBtHHTMU" TargetMode="Externa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11.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youtube.com/watch?v=bQuVLKn10do" TargetMode="External"/><Relationship Id="rId2" Type="http://schemas.openxmlformats.org/officeDocument/2006/relationships/hyperlink" Target="https://www.youtube.com/watch?v=T3JiBtHHTMU" TargetMode="External"/><Relationship Id="rId1" Type="http://schemas.openxmlformats.org/officeDocument/2006/relationships/slideLayout" Target="../slideLayouts/slideLayout2.xml"/><Relationship Id="rId6" Type="http://schemas.openxmlformats.org/officeDocument/2006/relationships/hyperlink" Target="https://doi.org/10.48550/arXiv.2005.14165" TargetMode="External"/><Relationship Id="rId5" Type="http://schemas.openxmlformats.org/officeDocument/2006/relationships/hyperlink" Target="https://ryanzhumich.github.io/cse587/slides_emergent.pdf" TargetMode="External"/><Relationship Id="rId4" Type="http://schemas.openxmlformats.org/officeDocument/2006/relationships/hyperlink" Target="https://youtu.be/5eqRuVp65eY?feature=shared"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27" name="Picture 26" descr="Angle view of circuit shaped like a brain">
            <a:extLst>
              <a:ext uri="{FF2B5EF4-FFF2-40B4-BE49-F238E27FC236}">
                <a16:creationId xmlns:a16="http://schemas.microsoft.com/office/drawing/2014/main" id="{B4D36C8F-D5D8-4189-E3CA-0458ED6AC570}"/>
              </a:ext>
            </a:extLst>
          </p:cNvPr>
          <p:cNvPicPr>
            <a:picLocks noChangeAspect="1"/>
          </p:cNvPicPr>
          <p:nvPr/>
        </p:nvPicPr>
        <p:blipFill>
          <a:blip r:embed="rId2"/>
          <a:srcRect t="19355"/>
          <a:stretch>
            <a:fillRect/>
          </a:stretch>
        </p:blipFill>
        <p:spPr>
          <a:xfrm>
            <a:off x="20" y="10"/>
            <a:ext cx="12191980" cy="6857990"/>
          </a:xfrm>
          <a:prstGeom prst="rect">
            <a:avLst/>
          </a:prstGeom>
        </p:spPr>
      </p:pic>
      <p:sp>
        <p:nvSpPr>
          <p:cNvPr id="28" name="Rectangle 27">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8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2" name="Title 1">
            <a:extLst>
              <a:ext uri="{FF2B5EF4-FFF2-40B4-BE49-F238E27FC236}">
                <a16:creationId xmlns:a16="http://schemas.microsoft.com/office/drawing/2014/main" id="{5F8635D6-37C9-0897-6815-7B12A2BD81AE}"/>
              </a:ext>
            </a:extLst>
          </p:cNvPr>
          <p:cNvSpPr>
            <a:spLocks noGrp="1"/>
          </p:cNvSpPr>
          <p:nvPr>
            <p:ph type="ctrTitle"/>
          </p:nvPr>
        </p:nvSpPr>
        <p:spPr>
          <a:xfrm>
            <a:off x="320039" y="5739969"/>
            <a:ext cx="8178501" cy="960120"/>
          </a:xfrm>
          <a:ln>
            <a:noFill/>
          </a:ln>
        </p:spPr>
        <p:txBody>
          <a:bodyPr anchor="ctr">
            <a:normAutofit/>
          </a:bodyPr>
          <a:lstStyle/>
          <a:p>
            <a:r>
              <a:rPr lang="en-US" sz="3200" dirty="0"/>
              <a:t>Emergent Abilities| Few Shot Learners</a:t>
            </a:r>
          </a:p>
        </p:txBody>
      </p:sp>
      <p:sp>
        <p:nvSpPr>
          <p:cNvPr id="3" name="Subtitle 2">
            <a:extLst>
              <a:ext uri="{FF2B5EF4-FFF2-40B4-BE49-F238E27FC236}">
                <a16:creationId xmlns:a16="http://schemas.microsoft.com/office/drawing/2014/main" id="{F285C2B7-F049-6AFC-B13B-2D7944E3C79B}"/>
              </a:ext>
            </a:extLst>
          </p:cNvPr>
          <p:cNvSpPr>
            <a:spLocks noGrp="1"/>
          </p:cNvSpPr>
          <p:nvPr>
            <p:ph type="subTitle" idx="1"/>
          </p:nvPr>
        </p:nvSpPr>
        <p:spPr>
          <a:xfrm>
            <a:off x="8641975" y="5739969"/>
            <a:ext cx="3355309" cy="960120"/>
          </a:xfrm>
        </p:spPr>
        <p:txBody>
          <a:bodyPr anchor="ctr">
            <a:normAutofit/>
          </a:bodyPr>
          <a:lstStyle/>
          <a:p>
            <a:pPr algn="r"/>
            <a:r>
              <a:rPr lang="en-US" sz="1900" dirty="0"/>
              <a:t>MAI5301</a:t>
            </a:r>
          </a:p>
        </p:txBody>
      </p:sp>
    </p:spTree>
    <p:extLst>
      <p:ext uri="{BB962C8B-B14F-4D97-AF65-F5344CB8AC3E}">
        <p14:creationId xmlns:p14="http://schemas.microsoft.com/office/powerpoint/2010/main" val="3095188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2435E5-01A0-94D8-1477-22726B76F7B4}"/>
            </a:ext>
          </a:extLst>
        </p:cNvPr>
        <p:cNvGrpSpPr/>
        <p:nvPr/>
      </p:nvGrpSpPr>
      <p:grpSpPr>
        <a:xfrm>
          <a:off x="0" y="0"/>
          <a:ext cx="0" cy="0"/>
          <a:chOff x="0" y="0"/>
          <a:chExt cx="0" cy="0"/>
        </a:xfrm>
      </p:grpSpPr>
      <p:sp>
        <p:nvSpPr>
          <p:cNvPr id="9" name="Freeform: Shape 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id="{FF9FFCE1-E057-415B-A971-88EC7E22A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4DA3651-1F36-2DE6-9440-629EFBC4AA1E}"/>
              </a:ext>
            </a:extLst>
          </p:cNvPr>
          <p:cNvSpPr>
            <a:spLocks noGrp="1"/>
          </p:cNvSpPr>
          <p:nvPr>
            <p:ph type="title"/>
          </p:nvPr>
        </p:nvSpPr>
        <p:spPr>
          <a:xfrm>
            <a:off x="521209" y="971397"/>
            <a:ext cx="3462236" cy="2947460"/>
          </a:xfrm>
        </p:spPr>
        <p:txBody>
          <a:bodyPr vert="horz" lIns="91440" tIns="45720" rIns="91440" bIns="45720" rtlCol="0" anchor="t">
            <a:normAutofit/>
          </a:bodyPr>
          <a:lstStyle/>
          <a:p>
            <a:r>
              <a:rPr lang="en-US" sz="4800" dirty="0"/>
              <a:t>RECAP</a:t>
            </a:r>
          </a:p>
        </p:txBody>
      </p:sp>
      <p:sp>
        <p:nvSpPr>
          <p:cNvPr id="15" name="Rectangle 14">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346557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History">
            <a:extLst>
              <a:ext uri="{FF2B5EF4-FFF2-40B4-BE49-F238E27FC236}">
                <a16:creationId xmlns:a16="http://schemas.microsoft.com/office/drawing/2014/main" id="{9AE07F33-BF14-990D-580F-30E05640002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05234" y="508090"/>
            <a:ext cx="5626534" cy="5626534"/>
          </a:xfrm>
          <a:prstGeom prst="rect">
            <a:avLst/>
          </a:prstGeom>
        </p:spPr>
      </p:pic>
      <p:sp>
        <p:nvSpPr>
          <p:cNvPr id="17" name="Rectangle 16">
            <a:extLst>
              <a:ext uri="{FF2B5EF4-FFF2-40B4-BE49-F238E27FC236}">
                <a16:creationId xmlns:a16="http://schemas.microsoft.com/office/drawing/2014/main" id="{D58401B5-5F1B-4D21-9AC3-AAEC8D366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1704" y="6300216"/>
            <a:ext cx="729360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9061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59753-B552-EC81-DEA9-71A6F4CBAA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8020BB-FDE0-43B6-A726-651F6E8CD2FA}"/>
              </a:ext>
            </a:extLst>
          </p:cNvPr>
          <p:cNvSpPr>
            <a:spLocks noGrp="1"/>
          </p:cNvSpPr>
          <p:nvPr>
            <p:ph type="title"/>
          </p:nvPr>
        </p:nvSpPr>
        <p:spPr/>
        <p:txBody>
          <a:bodyPr/>
          <a:lstStyle/>
          <a:p>
            <a:r>
              <a:rPr lang="en-US" dirty="0"/>
              <a:t>FLOPs</a:t>
            </a:r>
          </a:p>
        </p:txBody>
      </p:sp>
      <p:pic>
        <p:nvPicPr>
          <p:cNvPr id="5" name="Picture 4">
            <a:extLst>
              <a:ext uri="{FF2B5EF4-FFF2-40B4-BE49-F238E27FC236}">
                <a16:creationId xmlns:a16="http://schemas.microsoft.com/office/drawing/2014/main" id="{AADBA239-3B6E-EC25-D1CF-5246C164ED3C}"/>
              </a:ext>
            </a:extLst>
          </p:cNvPr>
          <p:cNvPicPr>
            <a:picLocks noChangeAspect="1"/>
          </p:cNvPicPr>
          <p:nvPr/>
        </p:nvPicPr>
        <p:blipFill>
          <a:blip r:embed="rId3"/>
          <a:srcRect t="4824"/>
          <a:stretch>
            <a:fillRect/>
          </a:stretch>
        </p:blipFill>
        <p:spPr>
          <a:xfrm>
            <a:off x="74977" y="1638300"/>
            <a:ext cx="7212788" cy="4751676"/>
          </a:xfrm>
          <a:prstGeom prst="rect">
            <a:avLst/>
          </a:prstGeom>
        </p:spPr>
      </p:pic>
      <p:pic>
        <p:nvPicPr>
          <p:cNvPr id="9" name="Picture 8">
            <a:extLst>
              <a:ext uri="{FF2B5EF4-FFF2-40B4-BE49-F238E27FC236}">
                <a16:creationId xmlns:a16="http://schemas.microsoft.com/office/drawing/2014/main" id="{6BAA158B-B0F9-D0CE-23AC-4E98B9D1CD03}"/>
              </a:ext>
            </a:extLst>
          </p:cNvPr>
          <p:cNvPicPr>
            <a:picLocks noChangeAspect="1"/>
          </p:cNvPicPr>
          <p:nvPr/>
        </p:nvPicPr>
        <p:blipFill>
          <a:blip r:embed="rId4"/>
          <a:stretch>
            <a:fillRect/>
          </a:stretch>
        </p:blipFill>
        <p:spPr>
          <a:xfrm>
            <a:off x="7287765" y="2023254"/>
            <a:ext cx="4730615" cy="4366722"/>
          </a:xfrm>
          <a:prstGeom prst="rect">
            <a:avLst/>
          </a:prstGeom>
        </p:spPr>
      </p:pic>
      <p:sp>
        <p:nvSpPr>
          <p:cNvPr id="11" name="TextBox 10">
            <a:extLst>
              <a:ext uri="{FF2B5EF4-FFF2-40B4-BE49-F238E27FC236}">
                <a16:creationId xmlns:a16="http://schemas.microsoft.com/office/drawing/2014/main" id="{7B4218CE-2974-7FC9-4237-18D78534DBCC}"/>
              </a:ext>
            </a:extLst>
          </p:cNvPr>
          <p:cNvSpPr txBox="1"/>
          <p:nvPr/>
        </p:nvSpPr>
        <p:spPr>
          <a:xfrm>
            <a:off x="2878894" y="6450568"/>
            <a:ext cx="6096000" cy="369332"/>
          </a:xfrm>
          <a:prstGeom prst="rect">
            <a:avLst/>
          </a:prstGeom>
          <a:noFill/>
        </p:spPr>
        <p:txBody>
          <a:bodyPr wrap="square">
            <a:spAutoFit/>
          </a:bodyPr>
          <a:lstStyle/>
          <a:p>
            <a:pPr marL="0" indent="0">
              <a:buNone/>
            </a:pPr>
            <a:r>
              <a:rPr lang="en-US" sz="1800" dirty="0">
                <a:hlinkClick r:id="rId5"/>
              </a:rPr>
              <a:t>https://www.youtube.com/watch?v=T3JiBtHHTMU</a:t>
            </a:r>
            <a:endParaRPr lang="en-US" sz="1800" dirty="0"/>
          </a:p>
        </p:txBody>
      </p:sp>
    </p:spTree>
    <p:extLst>
      <p:ext uri="{BB962C8B-B14F-4D97-AF65-F5344CB8AC3E}">
        <p14:creationId xmlns:p14="http://schemas.microsoft.com/office/powerpoint/2010/main" val="38889735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A3BBC-B486-606A-19CC-C6AC9DB8F9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D91A3D-E06C-6F48-DB28-FC02A5E302E8}"/>
              </a:ext>
            </a:extLst>
          </p:cNvPr>
          <p:cNvSpPr>
            <a:spLocks noGrp="1"/>
          </p:cNvSpPr>
          <p:nvPr>
            <p:ph type="title"/>
          </p:nvPr>
        </p:nvSpPr>
        <p:spPr/>
        <p:txBody>
          <a:bodyPr/>
          <a:lstStyle/>
          <a:p>
            <a:r>
              <a:rPr lang="en-US" dirty="0"/>
              <a:t>Autoregressive models GPT3</a:t>
            </a:r>
          </a:p>
        </p:txBody>
      </p:sp>
      <p:pic>
        <p:nvPicPr>
          <p:cNvPr id="3" name="Picture 2">
            <a:extLst>
              <a:ext uri="{FF2B5EF4-FFF2-40B4-BE49-F238E27FC236}">
                <a16:creationId xmlns:a16="http://schemas.microsoft.com/office/drawing/2014/main" id="{AD1324F7-AC12-64E3-A8FB-3A4FACF621C9}"/>
              </a:ext>
            </a:extLst>
          </p:cNvPr>
          <p:cNvPicPr>
            <a:picLocks noChangeAspect="1"/>
          </p:cNvPicPr>
          <p:nvPr/>
        </p:nvPicPr>
        <p:blipFill>
          <a:blip r:embed="rId3"/>
          <a:stretch>
            <a:fillRect/>
          </a:stretch>
        </p:blipFill>
        <p:spPr>
          <a:xfrm>
            <a:off x="3940269" y="1690688"/>
            <a:ext cx="8147954" cy="4327485"/>
          </a:xfrm>
          <a:prstGeom prst="rect">
            <a:avLst/>
          </a:prstGeom>
        </p:spPr>
      </p:pic>
      <p:sp>
        <p:nvSpPr>
          <p:cNvPr id="4" name="Content Placeholder 3">
            <a:extLst>
              <a:ext uri="{FF2B5EF4-FFF2-40B4-BE49-F238E27FC236}">
                <a16:creationId xmlns:a16="http://schemas.microsoft.com/office/drawing/2014/main" id="{32F80170-CBAC-F2AB-15A4-9DACEB9D1B51}"/>
              </a:ext>
            </a:extLst>
          </p:cNvPr>
          <p:cNvSpPr>
            <a:spLocks noGrp="1"/>
          </p:cNvSpPr>
          <p:nvPr>
            <p:ph idx="1"/>
          </p:nvPr>
        </p:nvSpPr>
        <p:spPr>
          <a:xfrm>
            <a:off x="838200" y="1825625"/>
            <a:ext cx="2893541" cy="4351338"/>
          </a:xfrm>
        </p:spPr>
        <p:txBody>
          <a:bodyPr/>
          <a:lstStyle/>
          <a:p>
            <a:r>
              <a:rPr lang="en-US" dirty="0"/>
              <a:t>Trained to predict the next word or word fragment in sequences of text as a function of the words that came before</a:t>
            </a:r>
          </a:p>
          <a:p>
            <a:endParaRPr lang="en-US" dirty="0"/>
          </a:p>
        </p:txBody>
      </p:sp>
    </p:spTree>
    <p:extLst>
      <p:ext uri="{BB962C8B-B14F-4D97-AF65-F5344CB8AC3E}">
        <p14:creationId xmlns:p14="http://schemas.microsoft.com/office/powerpoint/2010/main" val="287436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64D73-0088-0D59-960A-1F7AE73F9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0BFE7-050B-2FCC-3DC0-8F28FD86E6BB}"/>
              </a:ext>
            </a:extLst>
          </p:cNvPr>
          <p:cNvSpPr>
            <a:spLocks noGrp="1"/>
          </p:cNvSpPr>
          <p:nvPr>
            <p:ph type="title"/>
          </p:nvPr>
        </p:nvSpPr>
        <p:spPr/>
        <p:txBody>
          <a:bodyPr/>
          <a:lstStyle/>
          <a:p>
            <a:r>
              <a:rPr lang="en-US" dirty="0"/>
              <a:t>Maximum Likelihood Estimators </a:t>
            </a:r>
          </a:p>
        </p:txBody>
      </p:sp>
      <p:pic>
        <p:nvPicPr>
          <p:cNvPr id="9" name="Content Placeholder 5">
            <a:extLst>
              <a:ext uri="{FF2B5EF4-FFF2-40B4-BE49-F238E27FC236}">
                <a16:creationId xmlns:a16="http://schemas.microsoft.com/office/drawing/2014/main" id="{581D8132-3E08-4285-2374-FA065DF3696C}"/>
              </a:ext>
            </a:extLst>
          </p:cNvPr>
          <p:cNvPicPr>
            <a:picLocks noGrp="1" noChangeAspect="1"/>
          </p:cNvPicPr>
          <p:nvPr>
            <p:ph idx="1"/>
          </p:nvPr>
        </p:nvPicPr>
        <p:blipFill>
          <a:blip r:embed="rId3"/>
          <a:stretch>
            <a:fillRect/>
          </a:stretch>
        </p:blipFill>
        <p:spPr>
          <a:xfrm>
            <a:off x="4498121" y="2009864"/>
            <a:ext cx="7614842" cy="4351338"/>
          </a:xfrm>
          <a:prstGeom prst="rect">
            <a:avLst/>
          </a:prstGeom>
        </p:spPr>
      </p:pic>
      <p:sp>
        <p:nvSpPr>
          <p:cNvPr id="10" name="Content Placeholder 3">
            <a:extLst>
              <a:ext uri="{FF2B5EF4-FFF2-40B4-BE49-F238E27FC236}">
                <a16:creationId xmlns:a16="http://schemas.microsoft.com/office/drawing/2014/main" id="{104E85A1-ACF2-0FB8-397B-38CCFB44FFDE}"/>
              </a:ext>
            </a:extLst>
          </p:cNvPr>
          <p:cNvSpPr txBox="1">
            <a:spLocks/>
          </p:cNvSpPr>
          <p:nvPr/>
        </p:nvSpPr>
        <p:spPr>
          <a:xfrm>
            <a:off x="820948" y="2144801"/>
            <a:ext cx="289354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It’s a bit complicated but the application is more straightforward</a:t>
            </a:r>
          </a:p>
          <a:p>
            <a:endParaRPr lang="en-US" dirty="0"/>
          </a:p>
        </p:txBody>
      </p:sp>
    </p:spTree>
    <p:extLst>
      <p:ext uri="{BB962C8B-B14F-4D97-AF65-F5344CB8AC3E}">
        <p14:creationId xmlns:p14="http://schemas.microsoft.com/office/powerpoint/2010/main" val="1243227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D49BA-3377-4E0F-EBF3-DE955FFD6C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DDCAF9-6FA5-86A1-4312-687E9375F958}"/>
              </a:ext>
            </a:extLst>
          </p:cNvPr>
          <p:cNvSpPr>
            <a:spLocks noGrp="1"/>
          </p:cNvSpPr>
          <p:nvPr>
            <p:ph type="title"/>
          </p:nvPr>
        </p:nvSpPr>
        <p:spPr/>
        <p:txBody>
          <a:bodyPr/>
          <a:lstStyle/>
          <a:p>
            <a:r>
              <a:rPr lang="en-US" dirty="0"/>
              <a:t>Cross entropy loss example</a:t>
            </a:r>
          </a:p>
        </p:txBody>
      </p:sp>
      <p:pic>
        <p:nvPicPr>
          <p:cNvPr id="7" name="Content Placeholder 4">
            <a:extLst>
              <a:ext uri="{FF2B5EF4-FFF2-40B4-BE49-F238E27FC236}">
                <a16:creationId xmlns:a16="http://schemas.microsoft.com/office/drawing/2014/main" id="{05E4DF9C-E077-238C-2820-4A37B3656C81}"/>
              </a:ext>
            </a:extLst>
          </p:cNvPr>
          <p:cNvPicPr>
            <a:picLocks noGrp="1" noChangeAspect="1"/>
          </p:cNvPicPr>
          <p:nvPr>
            <p:ph idx="1"/>
          </p:nvPr>
        </p:nvPicPr>
        <p:blipFill>
          <a:blip r:embed="rId3"/>
          <a:stretch>
            <a:fillRect/>
          </a:stretch>
        </p:blipFill>
        <p:spPr>
          <a:xfrm>
            <a:off x="879637" y="1825625"/>
            <a:ext cx="10432725" cy="4351338"/>
          </a:xfrm>
          <a:prstGeom prst="rect">
            <a:avLst/>
          </a:prstGeom>
        </p:spPr>
      </p:pic>
    </p:spTree>
    <p:extLst>
      <p:ext uri="{BB962C8B-B14F-4D97-AF65-F5344CB8AC3E}">
        <p14:creationId xmlns:p14="http://schemas.microsoft.com/office/powerpoint/2010/main" val="1795865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7A2C6-535D-B720-5FC9-B16346A40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F84A0-8880-8165-95E2-7AF93C28F082}"/>
              </a:ext>
            </a:extLst>
          </p:cNvPr>
          <p:cNvSpPr>
            <a:spLocks noGrp="1"/>
          </p:cNvSpPr>
          <p:nvPr>
            <p:ph type="title"/>
          </p:nvPr>
        </p:nvSpPr>
        <p:spPr/>
        <p:txBody>
          <a:bodyPr/>
          <a:lstStyle/>
          <a:p>
            <a:r>
              <a:rPr lang="en-US" dirty="0"/>
              <a:t>Cross entropy loss applications</a:t>
            </a:r>
          </a:p>
        </p:txBody>
      </p:sp>
      <p:pic>
        <p:nvPicPr>
          <p:cNvPr id="7" name="Content Placeholder 6">
            <a:extLst>
              <a:ext uri="{FF2B5EF4-FFF2-40B4-BE49-F238E27FC236}">
                <a16:creationId xmlns:a16="http://schemas.microsoft.com/office/drawing/2014/main" id="{88B955A9-31D5-3059-7B3E-C218A92869FB}"/>
              </a:ext>
            </a:extLst>
          </p:cNvPr>
          <p:cNvPicPr>
            <a:picLocks noGrp="1" noChangeAspect="1"/>
          </p:cNvPicPr>
          <p:nvPr>
            <p:ph idx="1"/>
          </p:nvPr>
        </p:nvPicPr>
        <p:blipFill>
          <a:blip r:embed="rId3"/>
          <a:stretch>
            <a:fillRect/>
          </a:stretch>
        </p:blipFill>
        <p:spPr>
          <a:xfrm>
            <a:off x="1945383" y="1825625"/>
            <a:ext cx="8301234" cy="4351338"/>
          </a:xfrm>
          <a:prstGeom prst="rect">
            <a:avLst/>
          </a:prstGeom>
        </p:spPr>
      </p:pic>
    </p:spTree>
    <p:extLst>
      <p:ext uri="{BB962C8B-B14F-4D97-AF65-F5344CB8AC3E}">
        <p14:creationId xmlns:p14="http://schemas.microsoft.com/office/powerpoint/2010/main" val="7700584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15F4F-1CA5-0C23-40E2-304BEC86C1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6B47F-3B6E-1963-5F1A-21038D5E06F3}"/>
              </a:ext>
            </a:extLst>
          </p:cNvPr>
          <p:cNvSpPr>
            <a:spLocks noGrp="1"/>
          </p:cNvSpPr>
          <p:nvPr>
            <p:ph type="title"/>
          </p:nvPr>
        </p:nvSpPr>
        <p:spPr/>
        <p:txBody>
          <a:bodyPr/>
          <a:lstStyle/>
          <a:p>
            <a:r>
              <a:rPr lang="en-US" dirty="0"/>
              <a:t>Entropy of natural language</a:t>
            </a:r>
          </a:p>
        </p:txBody>
      </p:sp>
      <p:pic>
        <p:nvPicPr>
          <p:cNvPr id="7" name="Content Placeholder 5">
            <a:extLst>
              <a:ext uri="{FF2B5EF4-FFF2-40B4-BE49-F238E27FC236}">
                <a16:creationId xmlns:a16="http://schemas.microsoft.com/office/drawing/2014/main" id="{03F3DB87-2555-F516-7D28-45DF85386C40}"/>
              </a:ext>
            </a:extLst>
          </p:cNvPr>
          <p:cNvPicPr>
            <a:picLocks noGrp="1" noChangeAspect="1"/>
          </p:cNvPicPr>
          <p:nvPr>
            <p:ph idx="1"/>
          </p:nvPr>
        </p:nvPicPr>
        <p:blipFill>
          <a:blip r:embed="rId3"/>
          <a:stretch>
            <a:fillRect/>
          </a:stretch>
        </p:blipFill>
        <p:spPr>
          <a:xfrm>
            <a:off x="1799625" y="2024580"/>
            <a:ext cx="8592749" cy="3953427"/>
          </a:xfrm>
          <a:prstGeom prst="rect">
            <a:avLst/>
          </a:prstGeom>
        </p:spPr>
      </p:pic>
    </p:spTree>
    <p:extLst>
      <p:ext uri="{BB962C8B-B14F-4D97-AF65-F5344CB8AC3E}">
        <p14:creationId xmlns:p14="http://schemas.microsoft.com/office/powerpoint/2010/main" val="37851203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FC852-64D9-41E3-18E8-843470AEC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EAC2B6-613E-4A0A-A9AA-7DD05E10AA38}"/>
              </a:ext>
            </a:extLst>
          </p:cNvPr>
          <p:cNvSpPr>
            <a:spLocks noGrp="1"/>
          </p:cNvSpPr>
          <p:nvPr>
            <p:ph type="title"/>
          </p:nvPr>
        </p:nvSpPr>
        <p:spPr>
          <a:xfrm>
            <a:off x="667857" y="2919352"/>
            <a:ext cx="11155680" cy="1463040"/>
          </a:xfrm>
        </p:spPr>
        <p:txBody>
          <a:bodyPr/>
          <a:lstStyle/>
          <a:p>
            <a:pPr algn="ctr"/>
            <a:r>
              <a:rPr lang="en-US" dirty="0">
                <a:solidFill>
                  <a:schemeClr val="bg2">
                    <a:lumMod val="75000"/>
                  </a:schemeClr>
                </a:solidFill>
              </a:rPr>
              <a:t>END OF RECAP</a:t>
            </a:r>
          </a:p>
        </p:txBody>
      </p:sp>
    </p:spTree>
    <p:extLst>
      <p:ext uri="{BB962C8B-B14F-4D97-AF65-F5344CB8AC3E}">
        <p14:creationId xmlns:p14="http://schemas.microsoft.com/office/powerpoint/2010/main" val="222660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1413D8-8D7A-0F0A-3E66-5063F49A2EC5}"/>
            </a:ext>
          </a:extLst>
        </p:cNvPr>
        <p:cNvGrpSpPr/>
        <p:nvPr/>
      </p:nvGrpSpPr>
      <p:grpSpPr>
        <a:xfrm>
          <a:off x="0" y="0"/>
          <a:ext cx="0" cy="0"/>
          <a:chOff x="0" y="0"/>
          <a:chExt cx="0" cy="0"/>
        </a:xfrm>
      </p:grpSpPr>
      <p:sp>
        <p:nvSpPr>
          <p:cNvPr id="9" name="Freeform: Shape 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8367E9C-550F-47BD-76B8-05C9A6DFBEEC}"/>
              </a:ext>
            </a:extLst>
          </p:cNvPr>
          <p:cNvSpPr>
            <a:spLocks noGrp="1"/>
          </p:cNvSpPr>
          <p:nvPr>
            <p:ph type="title"/>
          </p:nvPr>
        </p:nvSpPr>
        <p:spPr>
          <a:xfrm>
            <a:off x="517868" y="841283"/>
            <a:ext cx="3465681" cy="2916472"/>
          </a:xfrm>
        </p:spPr>
        <p:txBody>
          <a:bodyPr vert="horz" lIns="91440" tIns="45720" rIns="91440" bIns="45720" rtlCol="0" anchor="b">
            <a:normAutofit/>
          </a:bodyPr>
          <a:lstStyle/>
          <a:p>
            <a:pPr>
              <a:lnSpc>
                <a:spcPct val="90000"/>
              </a:lnSpc>
            </a:pPr>
            <a:r>
              <a:rPr lang="en-US" sz="4100" dirty="0">
                <a:solidFill>
                  <a:schemeClr val="tx2"/>
                </a:solidFill>
              </a:rPr>
              <a:t>Emergent Abilities of Large Language Models</a:t>
            </a:r>
          </a:p>
        </p:txBody>
      </p:sp>
      <p:pic>
        <p:nvPicPr>
          <p:cNvPr id="6" name="Graphic 5" descr="Head with Gears">
            <a:extLst>
              <a:ext uri="{FF2B5EF4-FFF2-40B4-BE49-F238E27FC236}">
                <a16:creationId xmlns:a16="http://schemas.microsoft.com/office/drawing/2014/main" id="{96002C34-4EF7-C30A-82BA-F93FEAE7A7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91229" y="751093"/>
            <a:ext cx="5254670" cy="5254670"/>
          </a:xfrm>
          <a:prstGeom prst="rect">
            <a:avLst/>
          </a:prstGeom>
        </p:spPr>
      </p:pic>
      <p:sp>
        <p:nvSpPr>
          <p:cNvPr id="15" name="Freeform: Shape 14">
            <a:extLst>
              <a:ext uri="{FF2B5EF4-FFF2-40B4-BE49-F238E27FC236}">
                <a16:creationId xmlns:a16="http://schemas.microsoft.com/office/drawing/2014/main" id="{81F0C179-4DBF-6AB9-CD0B-9224A0C885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6300216"/>
            <a:ext cx="11165482" cy="45719"/>
          </a:xfrm>
          <a:custGeom>
            <a:avLst/>
            <a:gdLst>
              <a:gd name="connsiteX0" fmla="*/ 0 w 11165482"/>
              <a:gd name="connsiteY0" fmla="*/ 0 h 45719"/>
              <a:gd name="connsiteX1" fmla="*/ 3694525 w 11165482"/>
              <a:gd name="connsiteY1" fmla="*/ 0 h 45719"/>
              <a:gd name="connsiteX2" fmla="*/ 5021183 w 11165482"/>
              <a:gd name="connsiteY2" fmla="*/ 0 h 45719"/>
              <a:gd name="connsiteX3" fmla="*/ 6144299 w 11165482"/>
              <a:gd name="connsiteY3" fmla="*/ 0 h 45719"/>
              <a:gd name="connsiteX4" fmla="*/ 8715708 w 11165482"/>
              <a:gd name="connsiteY4" fmla="*/ 0 h 45719"/>
              <a:gd name="connsiteX5" fmla="*/ 11165482 w 11165482"/>
              <a:gd name="connsiteY5" fmla="*/ 0 h 45719"/>
              <a:gd name="connsiteX6" fmla="*/ 11165482 w 11165482"/>
              <a:gd name="connsiteY6" fmla="*/ 45719 h 45719"/>
              <a:gd name="connsiteX7" fmla="*/ 8715708 w 11165482"/>
              <a:gd name="connsiteY7" fmla="*/ 45719 h 45719"/>
              <a:gd name="connsiteX8" fmla="*/ 6144299 w 11165482"/>
              <a:gd name="connsiteY8" fmla="*/ 45719 h 45719"/>
              <a:gd name="connsiteX9" fmla="*/ 5021183 w 11165482"/>
              <a:gd name="connsiteY9" fmla="*/ 45719 h 45719"/>
              <a:gd name="connsiteX10" fmla="*/ 3694525 w 11165482"/>
              <a:gd name="connsiteY10" fmla="*/ 45719 h 45719"/>
              <a:gd name="connsiteX11" fmla="*/ 0 w 11165482"/>
              <a:gd name="connsiteY11" fmla="*/ 45719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3694525 w 11165482"/>
              <a:gd name="connsiteY9" fmla="*/ 45719 h 45719"/>
              <a:gd name="connsiteX10" fmla="*/ 0 w 11165482"/>
              <a:gd name="connsiteY10" fmla="*/ 45719 h 45719"/>
              <a:gd name="connsiteX11" fmla="*/ 0 w 11165482"/>
              <a:gd name="connsiteY11" fmla="*/ 0 h 45719"/>
              <a:gd name="connsiteX0" fmla="*/ 0 w 11165482"/>
              <a:gd name="connsiteY0" fmla="*/ 0 h 45719"/>
              <a:gd name="connsiteX1" fmla="*/ 3694525 w 11165482"/>
              <a:gd name="connsiteY1" fmla="*/ 0 h 45719"/>
              <a:gd name="connsiteX2" fmla="*/ 6144299 w 11165482"/>
              <a:gd name="connsiteY2" fmla="*/ 0 h 45719"/>
              <a:gd name="connsiteX3" fmla="*/ 8715708 w 11165482"/>
              <a:gd name="connsiteY3" fmla="*/ 0 h 45719"/>
              <a:gd name="connsiteX4" fmla="*/ 11165482 w 11165482"/>
              <a:gd name="connsiteY4" fmla="*/ 0 h 45719"/>
              <a:gd name="connsiteX5" fmla="*/ 11165482 w 11165482"/>
              <a:gd name="connsiteY5" fmla="*/ 45719 h 45719"/>
              <a:gd name="connsiteX6" fmla="*/ 8715708 w 11165482"/>
              <a:gd name="connsiteY6" fmla="*/ 45719 h 45719"/>
              <a:gd name="connsiteX7" fmla="*/ 6144299 w 11165482"/>
              <a:gd name="connsiteY7" fmla="*/ 45719 h 45719"/>
              <a:gd name="connsiteX8" fmla="*/ 5021183 w 11165482"/>
              <a:gd name="connsiteY8" fmla="*/ 45719 h 45719"/>
              <a:gd name="connsiteX9" fmla="*/ 0 w 11165482"/>
              <a:gd name="connsiteY9" fmla="*/ 45719 h 45719"/>
              <a:gd name="connsiteX10" fmla="*/ 0 w 11165482"/>
              <a:gd name="connsiteY10"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6144299 w 11165482"/>
              <a:gd name="connsiteY6" fmla="*/ 45719 h 45719"/>
              <a:gd name="connsiteX7" fmla="*/ 5021183 w 11165482"/>
              <a:gd name="connsiteY7" fmla="*/ 45719 h 45719"/>
              <a:gd name="connsiteX8" fmla="*/ 0 w 11165482"/>
              <a:gd name="connsiteY8" fmla="*/ 45719 h 45719"/>
              <a:gd name="connsiteX9" fmla="*/ 0 w 11165482"/>
              <a:gd name="connsiteY9" fmla="*/ 0 h 45719"/>
              <a:gd name="connsiteX0" fmla="*/ 0 w 11165482"/>
              <a:gd name="connsiteY0" fmla="*/ 0 h 45719"/>
              <a:gd name="connsiteX1" fmla="*/ 6144299 w 11165482"/>
              <a:gd name="connsiteY1" fmla="*/ 0 h 45719"/>
              <a:gd name="connsiteX2" fmla="*/ 8715708 w 11165482"/>
              <a:gd name="connsiteY2" fmla="*/ 0 h 45719"/>
              <a:gd name="connsiteX3" fmla="*/ 11165482 w 11165482"/>
              <a:gd name="connsiteY3" fmla="*/ 0 h 45719"/>
              <a:gd name="connsiteX4" fmla="*/ 11165482 w 11165482"/>
              <a:gd name="connsiteY4" fmla="*/ 45719 h 45719"/>
              <a:gd name="connsiteX5" fmla="*/ 8715708 w 11165482"/>
              <a:gd name="connsiteY5" fmla="*/ 45719 h 45719"/>
              <a:gd name="connsiteX6" fmla="*/ 5021183 w 11165482"/>
              <a:gd name="connsiteY6" fmla="*/ 45719 h 45719"/>
              <a:gd name="connsiteX7" fmla="*/ 0 w 11165482"/>
              <a:gd name="connsiteY7" fmla="*/ 45719 h 45719"/>
              <a:gd name="connsiteX8" fmla="*/ 0 w 11165482"/>
              <a:gd name="connsiteY8"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5021183 w 11165482"/>
              <a:gd name="connsiteY5" fmla="*/ 45719 h 45719"/>
              <a:gd name="connsiteX6" fmla="*/ 0 w 11165482"/>
              <a:gd name="connsiteY6" fmla="*/ 45719 h 45719"/>
              <a:gd name="connsiteX7" fmla="*/ 0 w 11165482"/>
              <a:gd name="connsiteY7"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8715708 w 11165482"/>
              <a:gd name="connsiteY4" fmla="*/ 45719 h 45719"/>
              <a:gd name="connsiteX5" fmla="*/ 0 w 11165482"/>
              <a:gd name="connsiteY5" fmla="*/ 45719 h 45719"/>
              <a:gd name="connsiteX6" fmla="*/ 0 w 11165482"/>
              <a:gd name="connsiteY6" fmla="*/ 0 h 45719"/>
              <a:gd name="connsiteX0" fmla="*/ 0 w 11165482"/>
              <a:gd name="connsiteY0" fmla="*/ 0 h 45719"/>
              <a:gd name="connsiteX1" fmla="*/ 8715708 w 11165482"/>
              <a:gd name="connsiteY1" fmla="*/ 0 h 45719"/>
              <a:gd name="connsiteX2" fmla="*/ 11165482 w 11165482"/>
              <a:gd name="connsiteY2" fmla="*/ 0 h 45719"/>
              <a:gd name="connsiteX3" fmla="*/ 11165482 w 11165482"/>
              <a:gd name="connsiteY3" fmla="*/ 45719 h 45719"/>
              <a:gd name="connsiteX4" fmla="*/ 0 w 11165482"/>
              <a:gd name="connsiteY4" fmla="*/ 45719 h 45719"/>
              <a:gd name="connsiteX5" fmla="*/ 0 w 11165482"/>
              <a:gd name="connsiteY5" fmla="*/ 0 h 45719"/>
              <a:gd name="connsiteX0" fmla="*/ 0 w 11165482"/>
              <a:gd name="connsiteY0" fmla="*/ 0 h 45719"/>
              <a:gd name="connsiteX1" fmla="*/ 11165482 w 11165482"/>
              <a:gd name="connsiteY1" fmla="*/ 0 h 45719"/>
              <a:gd name="connsiteX2" fmla="*/ 11165482 w 11165482"/>
              <a:gd name="connsiteY2" fmla="*/ 45719 h 45719"/>
              <a:gd name="connsiteX3" fmla="*/ 0 w 11165482"/>
              <a:gd name="connsiteY3" fmla="*/ 45719 h 45719"/>
              <a:gd name="connsiteX4" fmla="*/ 0 w 11165482"/>
              <a:gd name="connsiteY4" fmla="*/ 0 h 45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65482" h="45719">
                <a:moveTo>
                  <a:pt x="0" y="0"/>
                </a:moveTo>
                <a:lnTo>
                  <a:pt x="11165482" y="0"/>
                </a:lnTo>
                <a:lnTo>
                  <a:pt x="11165482" y="45719"/>
                </a:lnTo>
                <a:lnTo>
                  <a:pt x="0" y="45719"/>
                </a:lnTo>
                <a:lnTo>
                  <a:pt x="0"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94212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12D67-414B-FE1A-FA7D-5866D33A7F2D}"/>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097E97A9-D600-F621-352F-F6B5F39F84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3525" y="3536831"/>
            <a:ext cx="8685587" cy="3172275"/>
          </a:xfrm>
          <a:prstGeom prst="rect">
            <a:avLst/>
          </a:prstGeom>
        </p:spPr>
      </p:pic>
      <p:sp>
        <p:nvSpPr>
          <p:cNvPr id="2" name="Title 1">
            <a:extLst>
              <a:ext uri="{FF2B5EF4-FFF2-40B4-BE49-F238E27FC236}">
                <a16:creationId xmlns:a16="http://schemas.microsoft.com/office/drawing/2014/main" id="{B70362B8-8B23-72B0-7C21-43A4B5CC4186}"/>
              </a:ext>
            </a:extLst>
          </p:cNvPr>
          <p:cNvSpPr>
            <a:spLocks noGrp="1"/>
          </p:cNvSpPr>
          <p:nvPr>
            <p:ph type="title"/>
          </p:nvPr>
        </p:nvSpPr>
        <p:spPr/>
        <p:txBody>
          <a:bodyPr/>
          <a:lstStyle/>
          <a:p>
            <a:r>
              <a:rPr lang="en-US" dirty="0"/>
              <a:t>Emergent ability</a:t>
            </a:r>
          </a:p>
        </p:txBody>
      </p:sp>
      <p:sp>
        <p:nvSpPr>
          <p:cNvPr id="3" name="Content Placeholder 2">
            <a:extLst>
              <a:ext uri="{FF2B5EF4-FFF2-40B4-BE49-F238E27FC236}">
                <a16:creationId xmlns:a16="http://schemas.microsoft.com/office/drawing/2014/main" id="{DBEC4B98-A098-D9D5-6F91-1B3D0C51E9BD}"/>
              </a:ext>
            </a:extLst>
          </p:cNvPr>
          <p:cNvSpPr>
            <a:spLocks noGrp="1"/>
          </p:cNvSpPr>
          <p:nvPr>
            <p:ph idx="1"/>
          </p:nvPr>
        </p:nvSpPr>
        <p:spPr/>
        <p:txBody>
          <a:bodyPr/>
          <a:lstStyle/>
          <a:p>
            <a:r>
              <a:rPr lang="en-US" dirty="0"/>
              <a:t>Emergent ability: an ability that is absent in smaller models but appears sharply in larger ones, defying extrapolation from scaling trends.</a:t>
            </a:r>
          </a:p>
          <a:p>
            <a:r>
              <a:rPr lang="en-US" dirty="0"/>
              <a:t>Random performance in smaller model =&gt; Performance increases beyond a threshold.</a:t>
            </a:r>
          </a:p>
        </p:txBody>
      </p:sp>
    </p:spTree>
    <p:extLst>
      <p:ext uri="{BB962C8B-B14F-4D97-AF65-F5344CB8AC3E}">
        <p14:creationId xmlns:p14="http://schemas.microsoft.com/office/powerpoint/2010/main" val="974666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0E786-A7EA-9D06-6C39-8A51B00F6DFC}"/>
              </a:ext>
            </a:extLst>
          </p:cNvPr>
          <p:cNvSpPr>
            <a:spLocks noGrp="1"/>
          </p:cNvSpPr>
          <p:nvPr>
            <p:ph type="title"/>
          </p:nvPr>
        </p:nvSpPr>
        <p:spPr/>
        <p:txBody>
          <a:bodyPr/>
          <a:lstStyle/>
          <a:p>
            <a:r>
              <a:rPr lang="en-US" dirty="0"/>
              <a:t>Emergence</a:t>
            </a:r>
          </a:p>
        </p:txBody>
      </p:sp>
      <p:sp>
        <p:nvSpPr>
          <p:cNvPr id="3" name="Content Placeholder 2">
            <a:extLst>
              <a:ext uri="{FF2B5EF4-FFF2-40B4-BE49-F238E27FC236}">
                <a16:creationId xmlns:a16="http://schemas.microsoft.com/office/drawing/2014/main" id="{BF5027AB-B814-8185-786B-4A1762E18E03}"/>
              </a:ext>
            </a:extLst>
          </p:cNvPr>
          <p:cNvSpPr>
            <a:spLocks noGrp="1"/>
          </p:cNvSpPr>
          <p:nvPr>
            <p:ph idx="1"/>
          </p:nvPr>
        </p:nvSpPr>
        <p:spPr>
          <a:xfrm>
            <a:off x="521208" y="2578608"/>
            <a:ext cx="3166872" cy="2407460"/>
          </a:xfrm>
        </p:spPr>
        <p:txBody>
          <a:bodyPr/>
          <a:lstStyle/>
          <a:p>
            <a:pPr marL="0" indent="0">
              <a:buNone/>
            </a:pPr>
            <a:r>
              <a:rPr lang="en-US" dirty="0"/>
              <a:t>Typical features</a:t>
            </a:r>
          </a:p>
          <a:p>
            <a:r>
              <a:rPr lang="en-US" dirty="0"/>
              <a:t>Cannot be extrapolated using a scaling law.</a:t>
            </a:r>
          </a:p>
          <a:p>
            <a:r>
              <a:rPr lang="en-US" dirty="0"/>
              <a:t>Concept of a threshold.</a:t>
            </a:r>
          </a:p>
          <a:p>
            <a:r>
              <a:rPr lang="en-US" dirty="0"/>
              <a:t>Function of multiple correlated features.</a:t>
            </a:r>
          </a:p>
        </p:txBody>
      </p:sp>
      <p:pic>
        <p:nvPicPr>
          <p:cNvPr id="7" name="Picture 6">
            <a:extLst>
              <a:ext uri="{FF2B5EF4-FFF2-40B4-BE49-F238E27FC236}">
                <a16:creationId xmlns:a16="http://schemas.microsoft.com/office/drawing/2014/main" id="{AFF775A4-CA68-F14E-379B-C7BF4DCAD63F}"/>
              </a:ext>
            </a:extLst>
          </p:cNvPr>
          <p:cNvPicPr>
            <a:picLocks noChangeAspect="1"/>
          </p:cNvPicPr>
          <p:nvPr/>
        </p:nvPicPr>
        <p:blipFill>
          <a:blip r:embed="rId3"/>
          <a:stretch>
            <a:fillRect/>
          </a:stretch>
        </p:blipFill>
        <p:spPr>
          <a:xfrm>
            <a:off x="5268904" y="1486979"/>
            <a:ext cx="4806749" cy="3668129"/>
          </a:xfrm>
          <a:prstGeom prst="rect">
            <a:avLst/>
          </a:prstGeom>
        </p:spPr>
      </p:pic>
      <p:sp>
        <p:nvSpPr>
          <p:cNvPr id="9" name="TextBox 8">
            <a:extLst>
              <a:ext uri="{FF2B5EF4-FFF2-40B4-BE49-F238E27FC236}">
                <a16:creationId xmlns:a16="http://schemas.microsoft.com/office/drawing/2014/main" id="{ED5DE8D1-09F8-3310-0D43-CDDB545885D2}"/>
              </a:ext>
            </a:extLst>
          </p:cNvPr>
          <p:cNvSpPr txBox="1"/>
          <p:nvPr/>
        </p:nvSpPr>
        <p:spPr>
          <a:xfrm>
            <a:off x="2521070" y="5202014"/>
            <a:ext cx="6094562" cy="1200329"/>
          </a:xfrm>
          <a:prstGeom prst="rect">
            <a:avLst/>
          </a:prstGeom>
          <a:noFill/>
        </p:spPr>
        <p:txBody>
          <a:bodyPr wrap="square">
            <a:spAutoFit/>
          </a:bodyPr>
          <a:lstStyle/>
          <a:p>
            <a:pPr algn="ctr"/>
            <a:r>
              <a:rPr lang="en-US" dirty="0"/>
              <a:t>Is the scale factor absolute?</a:t>
            </a:r>
          </a:p>
          <a:p>
            <a:pPr algn="ctr"/>
            <a:r>
              <a:rPr lang="en-US" dirty="0"/>
              <a:t>Train data quality, model architecture, etc. can reduce number of params, or compute.</a:t>
            </a:r>
          </a:p>
          <a:p>
            <a:pPr algn="ctr"/>
            <a:r>
              <a:rPr lang="en-US" dirty="0"/>
              <a:t>Open question: Are our LLMs trained optimally?</a:t>
            </a:r>
          </a:p>
        </p:txBody>
      </p:sp>
    </p:spTree>
    <p:extLst>
      <p:ext uri="{BB962C8B-B14F-4D97-AF65-F5344CB8AC3E}">
        <p14:creationId xmlns:p14="http://schemas.microsoft.com/office/powerpoint/2010/main" val="1195231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46F5F-5AD8-474A-57C6-534086B2BCD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34EB86A-8D7D-70C0-CF53-37C3773E2162}"/>
              </a:ext>
            </a:extLst>
          </p:cNvPr>
          <p:cNvPicPr>
            <a:picLocks noChangeAspect="1"/>
          </p:cNvPicPr>
          <p:nvPr/>
        </p:nvPicPr>
        <p:blipFill>
          <a:blip r:embed="rId3"/>
          <a:stretch>
            <a:fillRect/>
          </a:stretch>
        </p:blipFill>
        <p:spPr>
          <a:xfrm>
            <a:off x="6182262" y="909400"/>
            <a:ext cx="5828416" cy="5734912"/>
          </a:xfrm>
          <a:prstGeom prst="rect">
            <a:avLst/>
          </a:prstGeom>
        </p:spPr>
      </p:pic>
      <p:sp>
        <p:nvSpPr>
          <p:cNvPr id="2" name="Title 1">
            <a:extLst>
              <a:ext uri="{FF2B5EF4-FFF2-40B4-BE49-F238E27FC236}">
                <a16:creationId xmlns:a16="http://schemas.microsoft.com/office/drawing/2014/main" id="{DF31337C-83EB-2991-6C23-BF97E8FD568E}"/>
              </a:ext>
            </a:extLst>
          </p:cNvPr>
          <p:cNvSpPr>
            <a:spLocks noGrp="1"/>
          </p:cNvSpPr>
          <p:nvPr>
            <p:ph type="title"/>
          </p:nvPr>
        </p:nvSpPr>
        <p:spPr/>
        <p:txBody>
          <a:bodyPr/>
          <a:lstStyle/>
          <a:p>
            <a:r>
              <a:rPr lang="en-US" dirty="0"/>
              <a:t>Few-Shot Prompted Tasks </a:t>
            </a:r>
          </a:p>
        </p:txBody>
      </p:sp>
      <p:pic>
        <p:nvPicPr>
          <p:cNvPr id="9" name="Picture 8">
            <a:extLst>
              <a:ext uri="{FF2B5EF4-FFF2-40B4-BE49-F238E27FC236}">
                <a16:creationId xmlns:a16="http://schemas.microsoft.com/office/drawing/2014/main" id="{CB44A0A0-3BB8-432A-9E4F-64A2A76DF2CC}"/>
              </a:ext>
            </a:extLst>
          </p:cNvPr>
          <p:cNvPicPr>
            <a:picLocks noChangeAspect="1"/>
          </p:cNvPicPr>
          <p:nvPr/>
        </p:nvPicPr>
        <p:blipFill>
          <a:blip r:embed="rId4"/>
          <a:stretch>
            <a:fillRect/>
          </a:stretch>
        </p:blipFill>
        <p:spPr>
          <a:xfrm>
            <a:off x="1" y="2441448"/>
            <a:ext cx="6109908" cy="4416552"/>
          </a:xfrm>
          <a:prstGeom prst="rect">
            <a:avLst/>
          </a:prstGeom>
        </p:spPr>
      </p:pic>
    </p:spTree>
    <p:extLst>
      <p:ext uri="{BB962C8B-B14F-4D97-AF65-F5344CB8AC3E}">
        <p14:creationId xmlns:p14="http://schemas.microsoft.com/office/powerpoint/2010/main" val="33111271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AC444-E408-4051-BCA4-6BED2B4C51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31A6A8-4A97-7B6B-8CE4-39ECAA5FDE1B}"/>
              </a:ext>
            </a:extLst>
          </p:cNvPr>
          <p:cNvSpPr>
            <a:spLocks noGrp="1"/>
          </p:cNvSpPr>
          <p:nvPr>
            <p:ph type="title"/>
          </p:nvPr>
        </p:nvSpPr>
        <p:spPr/>
        <p:txBody>
          <a:bodyPr/>
          <a:lstStyle/>
          <a:p>
            <a:r>
              <a:rPr lang="en-US" dirty="0"/>
              <a:t>Augmented Prompting Strategies </a:t>
            </a:r>
          </a:p>
        </p:txBody>
      </p:sp>
      <p:pic>
        <p:nvPicPr>
          <p:cNvPr id="7" name="Picture 6">
            <a:extLst>
              <a:ext uri="{FF2B5EF4-FFF2-40B4-BE49-F238E27FC236}">
                <a16:creationId xmlns:a16="http://schemas.microsoft.com/office/drawing/2014/main" id="{CB95DD05-2F61-AF92-8B18-1832FC1AF577}"/>
              </a:ext>
            </a:extLst>
          </p:cNvPr>
          <p:cNvPicPr>
            <a:picLocks noChangeAspect="1"/>
          </p:cNvPicPr>
          <p:nvPr/>
        </p:nvPicPr>
        <p:blipFill>
          <a:blip r:embed="rId3"/>
          <a:stretch>
            <a:fillRect/>
          </a:stretch>
        </p:blipFill>
        <p:spPr>
          <a:xfrm>
            <a:off x="779030" y="1889184"/>
            <a:ext cx="9868842" cy="4388817"/>
          </a:xfrm>
          <a:prstGeom prst="rect">
            <a:avLst/>
          </a:prstGeom>
        </p:spPr>
      </p:pic>
    </p:spTree>
    <p:extLst>
      <p:ext uri="{BB962C8B-B14F-4D97-AF65-F5344CB8AC3E}">
        <p14:creationId xmlns:p14="http://schemas.microsoft.com/office/powerpoint/2010/main" val="3398771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CC896-7313-B550-9A02-7323AA87E3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CF161A-7A9D-8FDF-133A-20B84A656BE4}"/>
              </a:ext>
            </a:extLst>
          </p:cNvPr>
          <p:cNvSpPr>
            <a:spLocks noGrp="1"/>
          </p:cNvSpPr>
          <p:nvPr>
            <p:ph type="title"/>
          </p:nvPr>
        </p:nvSpPr>
        <p:spPr/>
        <p:txBody>
          <a:bodyPr/>
          <a:lstStyle/>
          <a:p>
            <a:r>
              <a:rPr lang="en-US" dirty="0"/>
              <a:t>Augmented Prompting Strategies as Emergent Abilities </a:t>
            </a:r>
          </a:p>
        </p:txBody>
      </p:sp>
      <p:pic>
        <p:nvPicPr>
          <p:cNvPr id="4" name="Picture 3">
            <a:extLst>
              <a:ext uri="{FF2B5EF4-FFF2-40B4-BE49-F238E27FC236}">
                <a16:creationId xmlns:a16="http://schemas.microsoft.com/office/drawing/2014/main" id="{8C3E66CF-FEAD-DE35-A1FA-635D4186F0A1}"/>
              </a:ext>
            </a:extLst>
          </p:cNvPr>
          <p:cNvPicPr>
            <a:picLocks noChangeAspect="1"/>
          </p:cNvPicPr>
          <p:nvPr/>
        </p:nvPicPr>
        <p:blipFill>
          <a:blip r:embed="rId3"/>
          <a:stretch>
            <a:fillRect/>
          </a:stretch>
        </p:blipFill>
        <p:spPr>
          <a:xfrm>
            <a:off x="1207699" y="2757808"/>
            <a:ext cx="8913962" cy="3951430"/>
          </a:xfrm>
          <a:prstGeom prst="rect">
            <a:avLst/>
          </a:prstGeom>
        </p:spPr>
      </p:pic>
    </p:spTree>
    <p:extLst>
      <p:ext uri="{BB962C8B-B14F-4D97-AF65-F5344CB8AC3E}">
        <p14:creationId xmlns:p14="http://schemas.microsoft.com/office/powerpoint/2010/main" val="3191229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FC1AA-AA9A-F955-5408-3E8342BBF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8215E4-05CD-2D46-2664-BA361763521F}"/>
              </a:ext>
            </a:extLst>
          </p:cNvPr>
          <p:cNvSpPr>
            <a:spLocks noGrp="1"/>
          </p:cNvSpPr>
          <p:nvPr>
            <p:ph type="title"/>
          </p:nvPr>
        </p:nvSpPr>
        <p:spPr/>
        <p:txBody>
          <a:bodyPr/>
          <a:lstStyle/>
          <a:p>
            <a:r>
              <a:rPr lang="en-US" dirty="0"/>
              <a:t>Explanation of “Emergence” </a:t>
            </a:r>
          </a:p>
        </p:txBody>
      </p:sp>
      <p:sp>
        <p:nvSpPr>
          <p:cNvPr id="3" name="Content Placeholder 2">
            <a:extLst>
              <a:ext uri="{FF2B5EF4-FFF2-40B4-BE49-F238E27FC236}">
                <a16:creationId xmlns:a16="http://schemas.microsoft.com/office/drawing/2014/main" id="{ADD97500-F853-87EE-BE34-FF47CA8E731D}"/>
              </a:ext>
            </a:extLst>
          </p:cNvPr>
          <p:cNvSpPr>
            <a:spLocks noGrp="1"/>
          </p:cNvSpPr>
          <p:nvPr>
            <p:ph idx="1"/>
          </p:nvPr>
        </p:nvSpPr>
        <p:spPr/>
        <p:txBody>
          <a:bodyPr/>
          <a:lstStyle/>
          <a:p>
            <a:pPr marL="0" indent="0">
              <a:buNone/>
            </a:pPr>
            <a:r>
              <a:rPr lang="en-US" dirty="0"/>
              <a:t>Intuition</a:t>
            </a:r>
          </a:p>
          <a:p>
            <a:r>
              <a:rPr lang="en-US" dirty="0"/>
              <a:t>Some tasks inherently require deeper networks, </a:t>
            </a:r>
            <a:r>
              <a:rPr lang="en-US" dirty="0" err="1"/>
              <a:t>eg.</a:t>
            </a:r>
            <a:r>
              <a:rPr lang="en-US" dirty="0"/>
              <a:t> Multi-step reasoning.</a:t>
            </a:r>
          </a:p>
          <a:p>
            <a:r>
              <a:rPr lang="en-US" dirty="0"/>
              <a:t>Task requiring world knowledge benefit from more parameters and training data. (“Memorization?”). For example, closed-book question-answering task may require a model with enough parameters to capture the compressed knowledge base.</a:t>
            </a:r>
          </a:p>
          <a:p>
            <a:pPr marL="0" indent="0">
              <a:buNone/>
            </a:pPr>
            <a:r>
              <a:rPr lang="en-US" dirty="0"/>
              <a:t>Evaluation Metrics</a:t>
            </a:r>
          </a:p>
          <a:p>
            <a:r>
              <a:rPr lang="en-US" dirty="0"/>
              <a:t>Choices such as Exact string match doesn’t identify incremental advances.</a:t>
            </a:r>
          </a:p>
          <a:p>
            <a:r>
              <a:rPr lang="en-US" dirty="0"/>
              <a:t>Metric should give partial credits to understand progress.</a:t>
            </a:r>
          </a:p>
        </p:txBody>
      </p:sp>
    </p:spTree>
    <p:extLst>
      <p:ext uri="{BB962C8B-B14F-4D97-AF65-F5344CB8AC3E}">
        <p14:creationId xmlns:p14="http://schemas.microsoft.com/office/powerpoint/2010/main" val="1028329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DB720-F7E3-50F8-FCDF-E60DDDB9C6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3F49CD-D12A-B066-6909-192A3BF6E693}"/>
              </a:ext>
            </a:extLst>
          </p:cNvPr>
          <p:cNvSpPr>
            <a:spLocks noGrp="1"/>
          </p:cNvSpPr>
          <p:nvPr>
            <p:ph type="title"/>
          </p:nvPr>
        </p:nvSpPr>
        <p:spPr/>
        <p:txBody>
          <a:bodyPr/>
          <a:lstStyle/>
          <a:p>
            <a:r>
              <a:rPr lang="en-US" dirty="0"/>
              <a:t>Cross-Entropy Loss </a:t>
            </a:r>
          </a:p>
        </p:txBody>
      </p:sp>
      <p:pic>
        <p:nvPicPr>
          <p:cNvPr id="7" name="Picture 6">
            <a:extLst>
              <a:ext uri="{FF2B5EF4-FFF2-40B4-BE49-F238E27FC236}">
                <a16:creationId xmlns:a16="http://schemas.microsoft.com/office/drawing/2014/main" id="{45BE22CB-1046-D4E8-ACFF-F4922FBE15BA}"/>
              </a:ext>
            </a:extLst>
          </p:cNvPr>
          <p:cNvPicPr>
            <a:picLocks noChangeAspect="1"/>
          </p:cNvPicPr>
          <p:nvPr/>
        </p:nvPicPr>
        <p:blipFill>
          <a:blip r:embed="rId3"/>
          <a:stretch>
            <a:fillRect/>
          </a:stretch>
        </p:blipFill>
        <p:spPr>
          <a:xfrm>
            <a:off x="1345720" y="2089158"/>
            <a:ext cx="8922589" cy="4229430"/>
          </a:xfrm>
          <a:prstGeom prst="rect">
            <a:avLst/>
          </a:prstGeom>
        </p:spPr>
      </p:pic>
    </p:spTree>
    <p:extLst>
      <p:ext uri="{BB962C8B-B14F-4D97-AF65-F5344CB8AC3E}">
        <p14:creationId xmlns:p14="http://schemas.microsoft.com/office/powerpoint/2010/main" val="652952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63193-578D-313F-5A35-70DC042D10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F98903-009F-718D-62EB-0707ACF3BF10}"/>
              </a:ext>
            </a:extLst>
          </p:cNvPr>
          <p:cNvSpPr>
            <a:spLocks noGrp="1"/>
          </p:cNvSpPr>
          <p:nvPr>
            <p:ph type="title"/>
          </p:nvPr>
        </p:nvSpPr>
        <p:spPr/>
        <p:txBody>
          <a:bodyPr/>
          <a:lstStyle/>
          <a:p>
            <a:r>
              <a:rPr lang="en-US" dirty="0"/>
              <a:t>Emergence beyond scaling </a:t>
            </a:r>
          </a:p>
        </p:txBody>
      </p:sp>
      <p:pic>
        <p:nvPicPr>
          <p:cNvPr id="7" name="Picture 6">
            <a:extLst>
              <a:ext uri="{FF2B5EF4-FFF2-40B4-BE49-F238E27FC236}">
                <a16:creationId xmlns:a16="http://schemas.microsoft.com/office/drawing/2014/main" id="{440EE204-F695-52EA-7AF3-B824F4666DE3}"/>
              </a:ext>
            </a:extLst>
          </p:cNvPr>
          <p:cNvPicPr>
            <a:picLocks noChangeAspect="1"/>
          </p:cNvPicPr>
          <p:nvPr/>
        </p:nvPicPr>
        <p:blipFill>
          <a:blip r:embed="rId3"/>
          <a:stretch>
            <a:fillRect/>
          </a:stretch>
        </p:blipFill>
        <p:spPr>
          <a:xfrm>
            <a:off x="1164566" y="2112599"/>
            <a:ext cx="9353909" cy="4175852"/>
          </a:xfrm>
          <a:prstGeom prst="rect">
            <a:avLst/>
          </a:prstGeom>
        </p:spPr>
      </p:pic>
    </p:spTree>
    <p:extLst>
      <p:ext uri="{BB962C8B-B14F-4D97-AF65-F5344CB8AC3E}">
        <p14:creationId xmlns:p14="http://schemas.microsoft.com/office/powerpoint/2010/main" val="37296368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3FD41-D692-2FFD-109F-2C715C2B09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A8619F-CB85-BE29-E609-7740C67236C0}"/>
              </a:ext>
            </a:extLst>
          </p:cNvPr>
          <p:cNvSpPr>
            <a:spLocks noGrp="1"/>
          </p:cNvSpPr>
          <p:nvPr>
            <p:ph type="title"/>
          </p:nvPr>
        </p:nvSpPr>
        <p:spPr/>
        <p:txBody>
          <a:bodyPr/>
          <a:lstStyle/>
          <a:p>
            <a:r>
              <a:rPr lang="en-US" dirty="0"/>
              <a:t>Emergent Risks </a:t>
            </a:r>
          </a:p>
        </p:txBody>
      </p:sp>
      <p:pic>
        <p:nvPicPr>
          <p:cNvPr id="7" name="Picture 6">
            <a:extLst>
              <a:ext uri="{FF2B5EF4-FFF2-40B4-BE49-F238E27FC236}">
                <a16:creationId xmlns:a16="http://schemas.microsoft.com/office/drawing/2014/main" id="{C55FC9F2-59F9-342E-49EB-2A8A6CE05C74}"/>
              </a:ext>
            </a:extLst>
          </p:cNvPr>
          <p:cNvPicPr>
            <a:picLocks noChangeAspect="1"/>
          </p:cNvPicPr>
          <p:nvPr/>
        </p:nvPicPr>
        <p:blipFill>
          <a:blip r:embed="rId3"/>
          <a:stretch>
            <a:fillRect/>
          </a:stretch>
        </p:blipFill>
        <p:spPr>
          <a:xfrm>
            <a:off x="1250828" y="2152052"/>
            <a:ext cx="9051985" cy="4253752"/>
          </a:xfrm>
          <a:prstGeom prst="rect">
            <a:avLst/>
          </a:prstGeom>
        </p:spPr>
      </p:pic>
    </p:spTree>
    <p:extLst>
      <p:ext uri="{BB962C8B-B14F-4D97-AF65-F5344CB8AC3E}">
        <p14:creationId xmlns:p14="http://schemas.microsoft.com/office/powerpoint/2010/main" val="22911257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DC6EA-2247-2326-CCC4-743A252A23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664654-CD83-BF44-F6EA-D33C0CAC09C4}"/>
              </a:ext>
            </a:extLst>
          </p:cNvPr>
          <p:cNvSpPr>
            <a:spLocks noGrp="1"/>
          </p:cNvSpPr>
          <p:nvPr>
            <p:ph type="title"/>
          </p:nvPr>
        </p:nvSpPr>
        <p:spPr/>
        <p:txBody>
          <a:bodyPr/>
          <a:lstStyle/>
          <a:p>
            <a:r>
              <a:rPr lang="en-US" dirty="0"/>
              <a:t>Sociological Impact </a:t>
            </a:r>
          </a:p>
        </p:txBody>
      </p:sp>
      <p:pic>
        <p:nvPicPr>
          <p:cNvPr id="7" name="Picture 6">
            <a:extLst>
              <a:ext uri="{FF2B5EF4-FFF2-40B4-BE49-F238E27FC236}">
                <a16:creationId xmlns:a16="http://schemas.microsoft.com/office/drawing/2014/main" id="{8D62CA1B-7E12-60B2-4020-5A62034ED41A}"/>
              </a:ext>
            </a:extLst>
          </p:cNvPr>
          <p:cNvPicPr>
            <a:picLocks noChangeAspect="1"/>
          </p:cNvPicPr>
          <p:nvPr/>
        </p:nvPicPr>
        <p:blipFill>
          <a:blip r:embed="rId3"/>
          <a:stretch>
            <a:fillRect/>
          </a:stretch>
        </p:blipFill>
        <p:spPr>
          <a:xfrm>
            <a:off x="854013" y="2126327"/>
            <a:ext cx="9422921" cy="3860620"/>
          </a:xfrm>
          <a:prstGeom prst="rect">
            <a:avLst/>
          </a:prstGeom>
        </p:spPr>
      </p:pic>
    </p:spTree>
    <p:extLst>
      <p:ext uri="{BB962C8B-B14F-4D97-AF65-F5344CB8AC3E}">
        <p14:creationId xmlns:p14="http://schemas.microsoft.com/office/powerpoint/2010/main" val="4189000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3EF6F-FCC3-EEB0-4B21-0836EA6CCE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9683E9-74DE-C615-D3AD-5DDE052B38EB}"/>
              </a:ext>
            </a:extLst>
          </p:cNvPr>
          <p:cNvSpPr>
            <a:spLocks noGrp="1"/>
          </p:cNvSpPr>
          <p:nvPr>
            <p:ph type="title"/>
          </p:nvPr>
        </p:nvSpPr>
        <p:spPr/>
        <p:txBody>
          <a:bodyPr/>
          <a:lstStyle/>
          <a:p>
            <a:r>
              <a:rPr lang="en-US" dirty="0"/>
              <a:t>Future Research </a:t>
            </a:r>
          </a:p>
        </p:txBody>
      </p:sp>
      <p:pic>
        <p:nvPicPr>
          <p:cNvPr id="7" name="Picture 6">
            <a:extLst>
              <a:ext uri="{FF2B5EF4-FFF2-40B4-BE49-F238E27FC236}">
                <a16:creationId xmlns:a16="http://schemas.microsoft.com/office/drawing/2014/main" id="{2CBFF69E-4AA7-A6C4-A1D6-288F1C521E2D}"/>
              </a:ext>
            </a:extLst>
          </p:cNvPr>
          <p:cNvPicPr>
            <a:picLocks noChangeAspect="1"/>
          </p:cNvPicPr>
          <p:nvPr/>
        </p:nvPicPr>
        <p:blipFill>
          <a:blip r:embed="rId3"/>
          <a:stretch>
            <a:fillRect/>
          </a:stretch>
        </p:blipFill>
        <p:spPr>
          <a:xfrm>
            <a:off x="1155941" y="1886171"/>
            <a:ext cx="9586822" cy="4331823"/>
          </a:xfrm>
          <a:prstGeom prst="rect">
            <a:avLst/>
          </a:prstGeom>
        </p:spPr>
      </p:pic>
    </p:spTree>
    <p:extLst>
      <p:ext uri="{BB962C8B-B14F-4D97-AF65-F5344CB8AC3E}">
        <p14:creationId xmlns:p14="http://schemas.microsoft.com/office/powerpoint/2010/main" val="3931564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E69C1-6C70-ED9B-D2D9-3D6BBA957E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3D12E-8CD5-2702-4EBC-8188C2E8EAED}"/>
              </a:ext>
            </a:extLst>
          </p:cNvPr>
          <p:cNvSpPr>
            <a:spLocks noGrp="1"/>
          </p:cNvSpPr>
          <p:nvPr>
            <p:ph type="title"/>
          </p:nvPr>
        </p:nvSpPr>
        <p:spPr/>
        <p:txBody>
          <a:bodyPr/>
          <a:lstStyle/>
          <a:p>
            <a:r>
              <a:rPr lang="en-US" dirty="0"/>
              <a:t>Conclusion</a:t>
            </a:r>
          </a:p>
        </p:txBody>
      </p:sp>
      <p:pic>
        <p:nvPicPr>
          <p:cNvPr id="7" name="Picture 6">
            <a:extLst>
              <a:ext uri="{FF2B5EF4-FFF2-40B4-BE49-F238E27FC236}">
                <a16:creationId xmlns:a16="http://schemas.microsoft.com/office/drawing/2014/main" id="{C5CCF8AC-6DF5-2E8D-2494-CB36708C555D}"/>
              </a:ext>
            </a:extLst>
          </p:cNvPr>
          <p:cNvPicPr>
            <a:picLocks noChangeAspect="1"/>
          </p:cNvPicPr>
          <p:nvPr/>
        </p:nvPicPr>
        <p:blipFill>
          <a:blip r:embed="rId3"/>
          <a:stretch>
            <a:fillRect/>
          </a:stretch>
        </p:blipFill>
        <p:spPr>
          <a:xfrm>
            <a:off x="1017645" y="1975449"/>
            <a:ext cx="10484241" cy="3637654"/>
          </a:xfrm>
          <a:prstGeom prst="rect">
            <a:avLst/>
          </a:prstGeom>
        </p:spPr>
      </p:pic>
    </p:spTree>
    <p:extLst>
      <p:ext uri="{BB962C8B-B14F-4D97-AF65-F5344CB8AC3E}">
        <p14:creationId xmlns:p14="http://schemas.microsoft.com/office/powerpoint/2010/main" val="22767538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D8613-961C-8240-CE24-152E5FB78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9E8CF0-8AF4-F6B2-12FE-1E5CCBCB421A}"/>
              </a:ext>
            </a:extLst>
          </p:cNvPr>
          <p:cNvSpPr>
            <a:spLocks noGrp="1"/>
          </p:cNvSpPr>
          <p:nvPr>
            <p:ph type="title"/>
          </p:nvPr>
        </p:nvSpPr>
        <p:spPr>
          <a:xfrm>
            <a:off x="667857" y="2919352"/>
            <a:ext cx="11155680" cy="1463040"/>
          </a:xfrm>
        </p:spPr>
        <p:txBody>
          <a:bodyPr>
            <a:normAutofit fontScale="90000"/>
          </a:bodyPr>
          <a:lstStyle/>
          <a:p>
            <a:pPr algn="ctr"/>
            <a:r>
              <a:rPr lang="en-US" dirty="0">
                <a:solidFill>
                  <a:schemeClr val="bg2">
                    <a:lumMod val="75000"/>
                  </a:schemeClr>
                </a:solidFill>
              </a:rPr>
              <a:t>END OF </a:t>
            </a:r>
            <a:br>
              <a:rPr lang="en-US" dirty="0">
                <a:solidFill>
                  <a:schemeClr val="bg2">
                    <a:lumMod val="75000"/>
                  </a:schemeClr>
                </a:solidFill>
              </a:rPr>
            </a:br>
            <a:r>
              <a:rPr lang="en-US" dirty="0">
                <a:solidFill>
                  <a:schemeClr val="bg2">
                    <a:lumMod val="75000"/>
                  </a:schemeClr>
                </a:solidFill>
              </a:rPr>
              <a:t>Emergent Abilities of Large Language Models</a:t>
            </a:r>
          </a:p>
        </p:txBody>
      </p:sp>
    </p:spTree>
    <p:extLst>
      <p:ext uri="{BB962C8B-B14F-4D97-AF65-F5344CB8AC3E}">
        <p14:creationId xmlns:p14="http://schemas.microsoft.com/office/powerpoint/2010/main" val="4032352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697558-817A-52A9-066E-B998D1F69ECD}"/>
            </a:ext>
          </a:extLst>
        </p:cNvPr>
        <p:cNvGrpSpPr/>
        <p:nvPr/>
      </p:nvGrpSpPr>
      <p:grpSpPr>
        <a:xfrm>
          <a:off x="0" y="0"/>
          <a:ext cx="0" cy="0"/>
          <a:chOff x="0" y="0"/>
          <a:chExt cx="0" cy="0"/>
        </a:xfrm>
      </p:grpSpPr>
      <p:sp>
        <p:nvSpPr>
          <p:cNvPr id="9" name="Freeform: Shape 8">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3" name="Rectangle 12">
            <a:extLst>
              <a:ext uri="{FF2B5EF4-FFF2-40B4-BE49-F238E27FC236}">
                <a16:creationId xmlns:a16="http://schemas.microsoft.com/office/drawing/2014/main" id="{FF9FFCE1-E057-415B-A971-88EC7E22AF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689E16D-9E55-FACB-C199-DCEE238976E2}"/>
              </a:ext>
            </a:extLst>
          </p:cNvPr>
          <p:cNvSpPr>
            <a:spLocks noGrp="1"/>
          </p:cNvSpPr>
          <p:nvPr>
            <p:ph type="title"/>
          </p:nvPr>
        </p:nvSpPr>
        <p:spPr>
          <a:xfrm>
            <a:off x="521209" y="971397"/>
            <a:ext cx="3462236" cy="2947460"/>
          </a:xfrm>
        </p:spPr>
        <p:txBody>
          <a:bodyPr vert="horz" lIns="91440" tIns="45720" rIns="91440" bIns="45720" rtlCol="0" anchor="t">
            <a:normAutofit/>
          </a:bodyPr>
          <a:lstStyle/>
          <a:p>
            <a:pPr>
              <a:lnSpc>
                <a:spcPct val="90000"/>
              </a:lnSpc>
            </a:pPr>
            <a:r>
              <a:rPr lang="en-US" sz="4800" dirty="0"/>
              <a:t>Language Models are Few-Shot Learners</a:t>
            </a:r>
          </a:p>
        </p:txBody>
      </p:sp>
      <p:sp>
        <p:nvSpPr>
          <p:cNvPr id="15" name="Rectangle 14">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3465576"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descr="Customer Review">
            <a:extLst>
              <a:ext uri="{FF2B5EF4-FFF2-40B4-BE49-F238E27FC236}">
                <a16:creationId xmlns:a16="http://schemas.microsoft.com/office/drawing/2014/main" id="{5972ABA3-247E-195D-3DFD-4F5C9031827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05234" y="508090"/>
            <a:ext cx="5626534" cy="5626534"/>
          </a:xfrm>
          <a:prstGeom prst="rect">
            <a:avLst/>
          </a:prstGeom>
        </p:spPr>
      </p:pic>
      <p:sp>
        <p:nvSpPr>
          <p:cNvPr id="17" name="Rectangle 16">
            <a:extLst>
              <a:ext uri="{FF2B5EF4-FFF2-40B4-BE49-F238E27FC236}">
                <a16:creationId xmlns:a16="http://schemas.microsoft.com/office/drawing/2014/main" id="{D58401B5-5F1B-4D21-9AC3-AAEC8D3665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71704" y="6300216"/>
            <a:ext cx="7293604"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4922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5C7A1-C427-85C2-6AE7-70D6867EF3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CA5EA-9AD9-266E-BD9F-2BE3133A2B67}"/>
              </a:ext>
            </a:extLst>
          </p:cNvPr>
          <p:cNvSpPr>
            <a:spLocks noGrp="1"/>
          </p:cNvSpPr>
          <p:nvPr>
            <p:ph type="title"/>
          </p:nvPr>
        </p:nvSpPr>
        <p:spPr/>
        <p:txBody>
          <a:bodyPr/>
          <a:lstStyle/>
          <a:p>
            <a:r>
              <a:rPr lang="en-US" dirty="0"/>
              <a:t>Background Information </a:t>
            </a:r>
          </a:p>
        </p:txBody>
      </p:sp>
      <p:pic>
        <p:nvPicPr>
          <p:cNvPr id="7" name="Picture 6">
            <a:extLst>
              <a:ext uri="{FF2B5EF4-FFF2-40B4-BE49-F238E27FC236}">
                <a16:creationId xmlns:a16="http://schemas.microsoft.com/office/drawing/2014/main" id="{70111D3D-018C-20FA-E229-0FBC1BCD81BE}"/>
              </a:ext>
            </a:extLst>
          </p:cNvPr>
          <p:cNvPicPr>
            <a:picLocks noChangeAspect="1"/>
          </p:cNvPicPr>
          <p:nvPr/>
        </p:nvPicPr>
        <p:blipFill>
          <a:blip r:embed="rId3"/>
          <a:stretch>
            <a:fillRect/>
          </a:stretch>
        </p:blipFill>
        <p:spPr>
          <a:xfrm>
            <a:off x="871268" y="1709928"/>
            <a:ext cx="9717860" cy="4661160"/>
          </a:xfrm>
          <a:prstGeom prst="rect">
            <a:avLst/>
          </a:prstGeom>
        </p:spPr>
      </p:pic>
    </p:spTree>
    <p:extLst>
      <p:ext uri="{BB962C8B-B14F-4D97-AF65-F5344CB8AC3E}">
        <p14:creationId xmlns:p14="http://schemas.microsoft.com/office/powerpoint/2010/main" val="23433400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CC3DB-2F5D-8832-B4AC-C8F0AD22B3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4D2331-E51A-FBD3-EDE7-AA2494F37DB9}"/>
              </a:ext>
            </a:extLst>
          </p:cNvPr>
          <p:cNvSpPr>
            <a:spLocks noGrp="1"/>
          </p:cNvSpPr>
          <p:nvPr>
            <p:ph type="title"/>
          </p:nvPr>
        </p:nvSpPr>
        <p:spPr/>
        <p:txBody>
          <a:bodyPr/>
          <a:lstStyle/>
          <a:p>
            <a:r>
              <a:rPr lang="en-US" dirty="0"/>
              <a:t>Supervised Fine-tuning vs. In-Context Learning</a:t>
            </a:r>
          </a:p>
        </p:txBody>
      </p:sp>
      <p:pic>
        <p:nvPicPr>
          <p:cNvPr id="9" name="Picture 8">
            <a:extLst>
              <a:ext uri="{FF2B5EF4-FFF2-40B4-BE49-F238E27FC236}">
                <a16:creationId xmlns:a16="http://schemas.microsoft.com/office/drawing/2014/main" id="{7D4DE534-B730-5985-E759-15412BDE3258}"/>
              </a:ext>
            </a:extLst>
          </p:cNvPr>
          <p:cNvPicPr>
            <a:picLocks noChangeAspect="1"/>
          </p:cNvPicPr>
          <p:nvPr/>
        </p:nvPicPr>
        <p:blipFill>
          <a:blip r:embed="rId3"/>
          <a:stretch>
            <a:fillRect/>
          </a:stretch>
        </p:blipFill>
        <p:spPr>
          <a:xfrm>
            <a:off x="3571336" y="2027674"/>
            <a:ext cx="7802250" cy="4330672"/>
          </a:xfrm>
          <a:prstGeom prst="rect">
            <a:avLst/>
          </a:prstGeom>
        </p:spPr>
      </p:pic>
    </p:spTree>
    <p:extLst>
      <p:ext uri="{BB962C8B-B14F-4D97-AF65-F5344CB8AC3E}">
        <p14:creationId xmlns:p14="http://schemas.microsoft.com/office/powerpoint/2010/main" val="3885612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D95EC-D8C7-8C39-B638-5A35E1B1C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94B371-7DC2-B815-11A4-AE469739FB60}"/>
              </a:ext>
            </a:extLst>
          </p:cNvPr>
          <p:cNvSpPr>
            <a:spLocks noGrp="1"/>
          </p:cNvSpPr>
          <p:nvPr>
            <p:ph type="title"/>
          </p:nvPr>
        </p:nvSpPr>
        <p:spPr/>
        <p:txBody>
          <a:bodyPr/>
          <a:lstStyle/>
          <a:p>
            <a:r>
              <a:rPr lang="en-US" dirty="0"/>
              <a:t>Benefits of In-Context Learning </a:t>
            </a:r>
          </a:p>
        </p:txBody>
      </p:sp>
      <p:pic>
        <p:nvPicPr>
          <p:cNvPr id="7" name="Picture 6">
            <a:extLst>
              <a:ext uri="{FF2B5EF4-FFF2-40B4-BE49-F238E27FC236}">
                <a16:creationId xmlns:a16="http://schemas.microsoft.com/office/drawing/2014/main" id="{9784F245-C65D-6E99-ED0A-2623C230437A}"/>
              </a:ext>
            </a:extLst>
          </p:cNvPr>
          <p:cNvPicPr>
            <a:picLocks noChangeAspect="1"/>
          </p:cNvPicPr>
          <p:nvPr/>
        </p:nvPicPr>
        <p:blipFill>
          <a:blip r:embed="rId3"/>
          <a:stretch>
            <a:fillRect/>
          </a:stretch>
        </p:blipFill>
        <p:spPr>
          <a:xfrm>
            <a:off x="992808" y="2265135"/>
            <a:ext cx="10206384" cy="3970096"/>
          </a:xfrm>
          <a:prstGeom prst="rect">
            <a:avLst/>
          </a:prstGeom>
        </p:spPr>
      </p:pic>
    </p:spTree>
    <p:extLst>
      <p:ext uri="{BB962C8B-B14F-4D97-AF65-F5344CB8AC3E}">
        <p14:creationId xmlns:p14="http://schemas.microsoft.com/office/powerpoint/2010/main" val="15728593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740C4-51D8-9641-F49B-0B0B82CC20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8345C-A126-8337-A7BF-92127AED327A}"/>
              </a:ext>
            </a:extLst>
          </p:cNvPr>
          <p:cNvSpPr>
            <a:spLocks noGrp="1"/>
          </p:cNvSpPr>
          <p:nvPr>
            <p:ph type="title"/>
          </p:nvPr>
        </p:nvSpPr>
        <p:spPr/>
        <p:txBody>
          <a:bodyPr/>
          <a:lstStyle/>
          <a:p>
            <a:r>
              <a:rPr lang="en-US" dirty="0"/>
              <a:t>Large Models Learn More From Context </a:t>
            </a:r>
          </a:p>
        </p:txBody>
      </p:sp>
      <p:pic>
        <p:nvPicPr>
          <p:cNvPr id="7" name="Picture 6">
            <a:extLst>
              <a:ext uri="{FF2B5EF4-FFF2-40B4-BE49-F238E27FC236}">
                <a16:creationId xmlns:a16="http://schemas.microsoft.com/office/drawing/2014/main" id="{DE41F83A-AF10-F6AA-F14E-842D8FE85239}"/>
              </a:ext>
            </a:extLst>
          </p:cNvPr>
          <p:cNvPicPr>
            <a:picLocks noChangeAspect="1"/>
          </p:cNvPicPr>
          <p:nvPr/>
        </p:nvPicPr>
        <p:blipFill>
          <a:blip r:embed="rId3"/>
          <a:stretch>
            <a:fillRect/>
          </a:stretch>
        </p:blipFill>
        <p:spPr>
          <a:xfrm>
            <a:off x="189675" y="1756726"/>
            <a:ext cx="11812649" cy="5087060"/>
          </a:xfrm>
          <a:prstGeom prst="rect">
            <a:avLst/>
          </a:prstGeom>
        </p:spPr>
      </p:pic>
    </p:spTree>
    <p:extLst>
      <p:ext uri="{BB962C8B-B14F-4D97-AF65-F5344CB8AC3E}">
        <p14:creationId xmlns:p14="http://schemas.microsoft.com/office/powerpoint/2010/main" val="35567893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6E804-D6E5-DACB-5857-03066C5287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8B129-1A7C-2486-93DB-9D7E77891886}"/>
              </a:ext>
            </a:extLst>
          </p:cNvPr>
          <p:cNvSpPr>
            <a:spLocks noGrp="1"/>
          </p:cNvSpPr>
          <p:nvPr>
            <p:ph type="title"/>
          </p:nvPr>
        </p:nvSpPr>
        <p:spPr/>
        <p:txBody>
          <a:bodyPr/>
          <a:lstStyle/>
          <a:p>
            <a:r>
              <a:rPr lang="en-US" dirty="0"/>
              <a:t>Large Models Learn More From Context </a:t>
            </a:r>
          </a:p>
        </p:txBody>
      </p:sp>
      <p:pic>
        <p:nvPicPr>
          <p:cNvPr id="7" name="Picture 6">
            <a:extLst>
              <a:ext uri="{FF2B5EF4-FFF2-40B4-BE49-F238E27FC236}">
                <a16:creationId xmlns:a16="http://schemas.microsoft.com/office/drawing/2014/main" id="{6F2B1C97-82A3-6DB5-4BE5-F1F2074DFD85}"/>
              </a:ext>
            </a:extLst>
          </p:cNvPr>
          <p:cNvPicPr>
            <a:picLocks noChangeAspect="1"/>
          </p:cNvPicPr>
          <p:nvPr/>
        </p:nvPicPr>
        <p:blipFill>
          <a:blip r:embed="rId3"/>
          <a:stretch>
            <a:fillRect/>
          </a:stretch>
        </p:blipFill>
        <p:spPr>
          <a:xfrm>
            <a:off x="515112" y="1929955"/>
            <a:ext cx="10760015" cy="4612620"/>
          </a:xfrm>
          <a:prstGeom prst="rect">
            <a:avLst/>
          </a:prstGeom>
        </p:spPr>
      </p:pic>
    </p:spTree>
    <p:extLst>
      <p:ext uri="{BB962C8B-B14F-4D97-AF65-F5344CB8AC3E}">
        <p14:creationId xmlns:p14="http://schemas.microsoft.com/office/powerpoint/2010/main" val="6629619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FD6A1-240D-CEC5-372B-7FABE68D3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55ACF1-F3A7-5F02-CDD4-B1FAD1679ECD}"/>
              </a:ext>
            </a:extLst>
          </p:cNvPr>
          <p:cNvSpPr>
            <a:spLocks noGrp="1"/>
          </p:cNvSpPr>
          <p:nvPr>
            <p:ph type="title"/>
          </p:nvPr>
        </p:nvSpPr>
        <p:spPr/>
        <p:txBody>
          <a:bodyPr/>
          <a:lstStyle/>
          <a:p>
            <a:r>
              <a:rPr lang="en-US" dirty="0"/>
              <a:t>Experiments on the Llama Models </a:t>
            </a:r>
          </a:p>
        </p:txBody>
      </p:sp>
      <p:pic>
        <p:nvPicPr>
          <p:cNvPr id="7" name="Picture 6">
            <a:extLst>
              <a:ext uri="{FF2B5EF4-FFF2-40B4-BE49-F238E27FC236}">
                <a16:creationId xmlns:a16="http://schemas.microsoft.com/office/drawing/2014/main" id="{A744145B-5F46-9BCA-C652-A696657C4D4A}"/>
              </a:ext>
            </a:extLst>
          </p:cNvPr>
          <p:cNvPicPr>
            <a:picLocks noChangeAspect="1"/>
          </p:cNvPicPr>
          <p:nvPr/>
        </p:nvPicPr>
        <p:blipFill>
          <a:blip r:embed="rId3"/>
          <a:stretch>
            <a:fillRect/>
          </a:stretch>
        </p:blipFill>
        <p:spPr>
          <a:xfrm>
            <a:off x="1190445" y="2029492"/>
            <a:ext cx="10389079" cy="4828508"/>
          </a:xfrm>
          <a:prstGeom prst="rect">
            <a:avLst/>
          </a:prstGeom>
        </p:spPr>
      </p:pic>
    </p:spTree>
    <p:extLst>
      <p:ext uri="{BB962C8B-B14F-4D97-AF65-F5344CB8AC3E}">
        <p14:creationId xmlns:p14="http://schemas.microsoft.com/office/powerpoint/2010/main" val="26141977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22905-D65C-3EED-1E5F-3F3945E5FC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5599D4-F0D2-AF2E-357A-EF3363999C0A}"/>
              </a:ext>
            </a:extLst>
          </p:cNvPr>
          <p:cNvSpPr>
            <a:spLocks noGrp="1"/>
          </p:cNvSpPr>
          <p:nvPr>
            <p:ph type="title"/>
          </p:nvPr>
        </p:nvSpPr>
        <p:spPr/>
        <p:txBody>
          <a:bodyPr/>
          <a:lstStyle/>
          <a:p>
            <a:r>
              <a:rPr lang="en-US" dirty="0"/>
              <a:t>Results on Llama Models </a:t>
            </a:r>
          </a:p>
        </p:txBody>
      </p:sp>
      <p:pic>
        <p:nvPicPr>
          <p:cNvPr id="7" name="Picture 6">
            <a:extLst>
              <a:ext uri="{FF2B5EF4-FFF2-40B4-BE49-F238E27FC236}">
                <a16:creationId xmlns:a16="http://schemas.microsoft.com/office/drawing/2014/main" id="{D8B895FC-4ED4-B983-6C73-7DF165F6F565}"/>
              </a:ext>
            </a:extLst>
          </p:cNvPr>
          <p:cNvPicPr>
            <a:picLocks noChangeAspect="1"/>
          </p:cNvPicPr>
          <p:nvPr/>
        </p:nvPicPr>
        <p:blipFill>
          <a:blip r:embed="rId3"/>
          <a:stretch>
            <a:fillRect/>
          </a:stretch>
        </p:blipFill>
        <p:spPr>
          <a:xfrm>
            <a:off x="515112" y="2052036"/>
            <a:ext cx="6312607" cy="4420253"/>
          </a:xfrm>
          <a:prstGeom prst="rect">
            <a:avLst/>
          </a:prstGeom>
        </p:spPr>
      </p:pic>
      <p:sp>
        <p:nvSpPr>
          <p:cNvPr id="9" name="TextBox 8">
            <a:extLst>
              <a:ext uri="{FF2B5EF4-FFF2-40B4-BE49-F238E27FC236}">
                <a16:creationId xmlns:a16="http://schemas.microsoft.com/office/drawing/2014/main" id="{1275F4E4-DFD9-E5FA-FF40-6EFE44357F1A}"/>
              </a:ext>
            </a:extLst>
          </p:cNvPr>
          <p:cNvSpPr txBox="1"/>
          <p:nvPr/>
        </p:nvSpPr>
        <p:spPr>
          <a:xfrm>
            <a:off x="7627908" y="2544965"/>
            <a:ext cx="4155775" cy="369332"/>
          </a:xfrm>
          <a:prstGeom prst="rect">
            <a:avLst/>
          </a:prstGeom>
          <a:noFill/>
        </p:spPr>
        <p:txBody>
          <a:bodyPr wrap="square">
            <a:spAutoFit/>
          </a:bodyPr>
          <a:lstStyle/>
          <a:p>
            <a:r>
              <a:rPr lang="en-US" dirty="0"/>
              <a:t>https://github.com/jbxnes/llama-icl</a:t>
            </a:r>
          </a:p>
        </p:txBody>
      </p:sp>
      <p:sp>
        <p:nvSpPr>
          <p:cNvPr id="11" name="TextBox 10">
            <a:extLst>
              <a:ext uri="{FF2B5EF4-FFF2-40B4-BE49-F238E27FC236}">
                <a16:creationId xmlns:a16="http://schemas.microsoft.com/office/drawing/2014/main" id="{A1AA7065-DBAB-1C11-3A43-0B1CE3F18DA8}"/>
              </a:ext>
            </a:extLst>
          </p:cNvPr>
          <p:cNvSpPr txBox="1"/>
          <p:nvPr/>
        </p:nvSpPr>
        <p:spPr>
          <a:xfrm>
            <a:off x="7627907" y="3244334"/>
            <a:ext cx="4048981" cy="369332"/>
          </a:xfrm>
          <a:prstGeom prst="rect">
            <a:avLst/>
          </a:prstGeom>
          <a:noFill/>
        </p:spPr>
        <p:txBody>
          <a:bodyPr wrap="square">
            <a:spAutoFit/>
          </a:bodyPr>
          <a:lstStyle/>
          <a:p>
            <a:r>
              <a:rPr lang="en-US" dirty="0"/>
              <a:t>https://github.com/jbxnes/llama-icl</a:t>
            </a:r>
          </a:p>
        </p:txBody>
      </p:sp>
    </p:spTree>
    <p:extLst>
      <p:ext uri="{BB962C8B-B14F-4D97-AF65-F5344CB8AC3E}">
        <p14:creationId xmlns:p14="http://schemas.microsoft.com/office/powerpoint/2010/main" val="14789668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0D1A1-C85C-D977-386D-495211655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ABCEB4-4843-CBC9-E382-861C193E4CF8}"/>
              </a:ext>
            </a:extLst>
          </p:cNvPr>
          <p:cNvSpPr>
            <a:spLocks noGrp="1"/>
          </p:cNvSpPr>
          <p:nvPr>
            <p:ph type="title"/>
          </p:nvPr>
        </p:nvSpPr>
        <p:spPr/>
        <p:txBody>
          <a:bodyPr/>
          <a:lstStyle/>
          <a:p>
            <a:r>
              <a:rPr lang="en-US" dirty="0"/>
              <a:t>Benchmarks and Tasks </a:t>
            </a:r>
          </a:p>
        </p:txBody>
      </p:sp>
      <p:pic>
        <p:nvPicPr>
          <p:cNvPr id="7" name="Picture 6">
            <a:extLst>
              <a:ext uri="{FF2B5EF4-FFF2-40B4-BE49-F238E27FC236}">
                <a16:creationId xmlns:a16="http://schemas.microsoft.com/office/drawing/2014/main" id="{FDAA6D07-84AE-3FD2-5EDA-DDFE0D776FA8}"/>
              </a:ext>
            </a:extLst>
          </p:cNvPr>
          <p:cNvPicPr>
            <a:picLocks noChangeAspect="1"/>
          </p:cNvPicPr>
          <p:nvPr/>
        </p:nvPicPr>
        <p:blipFill>
          <a:blip r:embed="rId3"/>
          <a:stretch>
            <a:fillRect/>
          </a:stretch>
        </p:blipFill>
        <p:spPr>
          <a:xfrm>
            <a:off x="871268" y="2020443"/>
            <a:ext cx="9655834" cy="4265198"/>
          </a:xfrm>
          <a:prstGeom prst="rect">
            <a:avLst/>
          </a:prstGeom>
        </p:spPr>
      </p:pic>
    </p:spTree>
    <p:extLst>
      <p:ext uri="{BB962C8B-B14F-4D97-AF65-F5344CB8AC3E}">
        <p14:creationId xmlns:p14="http://schemas.microsoft.com/office/powerpoint/2010/main" val="18596724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AF876-F90C-5F68-6EC0-FEC3817201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AD6BCE-009B-86DD-6004-59105F0F8628}"/>
              </a:ext>
            </a:extLst>
          </p:cNvPr>
          <p:cNvSpPr>
            <a:spLocks noGrp="1"/>
          </p:cNvSpPr>
          <p:nvPr>
            <p:ph type="title"/>
          </p:nvPr>
        </p:nvSpPr>
        <p:spPr/>
        <p:txBody>
          <a:bodyPr/>
          <a:lstStyle/>
          <a:p>
            <a:r>
              <a:rPr lang="en-US" dirty="0"/>
              <a:t>Performance Highlights </a:t>
            </a:r>
          </a:p>
        </p:txBody>
      </p:sp>
      <p:pic>
        <p:nvPicPr>
          <p:cNvPr id="7" name="Picture 6">
            <a:extLst>
              <a:ext uri="{FF2B5EF4-FFF2-40B4-BE49-F238E27FC236}">
                <a16:creationId xmlns:a16="http://schemas.microsoft.com/office/drawing/2014/main" id="{6DEBC2C2-5913-634D-5C2E-B722C33F1279}"/>
              </a:ext>
            </a:extLst>
          </p:cNvPr>
          <p:cNvPicPr>
            <a:picLocks noChangeAspect="1"/>
          </p:cNvPicPr>
          <p:nvPr/>
        </p:nvPicPr>
        <p:blipFill>
          <a:blip r:embed="rId3"/>
          <a:stretch>
            <a:fillRect/>
          </a:stretch>
        </p:blipFill>
        <p:spPr>
          <a:xfrm>
            <a:off x="966158" y="1971116"/>
            <a:ext cx="9983638" cy="4364193"/>
          </a:xfrm>
          <a:prstGeom prst="rect">
            <a:avLst/>
          </a:prstGeom>
        </p:spPr>
      </p:pic>
    </p:spTree>
    <p:extLst>
      <p:ext uri="{BB962C8B-B14F-4D97-AF65-F5344CB8AC3E}">
        <p14:creationId xmlns:p14="http://schemas.microsoft.com/office/powerpoint/2010/main" val="30101793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A60D1-6313-9C58-796A-E8509207DA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7D609-5D0C-22C0-A42A-6BD8850935D5}"/>
              </a:ext>
            </a:extLst>
          </p:cNvPr>
          <p:cNvSpPr>
            <a:spLocks noGrp="1"/>
          </p:cNvSpPr>
          <p:nvPr>
            <p:ph type="title"/>
          </p:nvPr>
        </p:nvSpPr>
        <p:spPr/>
        <p:txBody>
          <a:bodyPr/>
          <a:lstStyle/>
          <a:p>
            <a:r>
              <a:rPr lang="en-US" dirty="0"/>
              <a:t>Performance Highlights </a:t>
            </a:r>
          </a:p>
        </p:txBody>
      </p:sp>
      <p:pic>
        <p:nvPicPr>
          <p:cNvPr id="9" name="Picture 8">
            <a:extLst>
              <a:ext uri="{FF2B5EF4-FFF2-40B4-BE49-F238E27FC236}">
                <a16:creationId xmlns:a16="http://schemas.microsoft.com/office/drawing/2014/main" id="{CC72643A-17B7-6C7F-6705-BACB07EA223D}"/>
              </a:ext>
            </a:extLst>
          </p:cNvPr>
          <p:cNvPicPr>
            <a:picLocks noChangeAspect="1"/>
          </p:cNvPicPr>
          <p:nvPr/>
        </p:nvPicPr>
        <p:blipFill>
          <a:blip r:embed="rId3"/>
          <a:stretch>
            <a:fillRect/>
          </a:stretch>
        </p:blipFill>
        <p:spPr>
          <a:xfrm>
            <a:off x="750497" y="2064943"/>
            <a:ext cx="9595449" cy="4142337"/>
          </a:xfrm>
          <a:prstGeom prst="rect">
            <a:avLst/>
          </a:prstGeom>
        </p:spPr>
      </p:pic>
    </p:spTree>
    <p:extLst>
      <p:ext uri="{BB962C8B-B14F-4D97-AF65-F5344CB8AC3E}">
        <p14:creationId xmlns:p14="http://schemas.microsoft.com/office/powerpoint/2010/main" val="27209185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A4C4A-698E-B5F6-12EE-1C5871803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FADD1-6B0E-54AA-B15E-FAFD09F595D3}"/>
              </a:ext>
            </a:extLst>
          </p:cNvPr>
          <p:cNvSpPr>
            <a:spLocks noGrp="1"/>
          </p:cNvSpPr>
          <p:nvPr>
            <p:ph type="title"/>
          </p:nvPr>
        </p:nvSpPr>
        <p:spPr/>
        <p:txBody>
          <a:bodyPr/>
          <a:lstStyle/>
          <a:p>
            <a:r>
              <a:rPr lang="en-US" dirty="0"/>
              <a:t>Performance Highlights </a:t>
            </a:r>
          </a:p>
        </p:txBody>
      </p:sp>
      <p:pic>
        <p:nvPicPr>
          <p:cNvPr id="7" name="Picture 6">
            <a:extLst>
              <a:ext uri="{FF2B5EF4-FFF2-40B4-BE49-F238E27FC236}">
                <a16:creationId xmlns:a16="http://schemas.microsoft.com/office/drawing/2014/main" id="{7D8DD5AF-D741-25EB-0A6E-28B082D50E6D}"/>
              </a:ext>
            </a:extLst>
          </p:cNvPr>
          <p:cNvPicPr>
            <a:picLocks noChangeAspect="1"/>
          </p:cNvPicPr>
          <p:nvPr/>
        </p:nvPicPr>
        <p:blipFill>
          <a:blip r:embed="rId3"/>
          <a:stretch>
            <a:fillRect/>
          </a:stretch>
        </p:blipFill>
        <p:spPr>
          <a:xfrm>
            <a:off x="515112" y="2033027"/>
            <a:ext cx="10104408" cy="4410538"/>
          </a:xfrm>
          <a:prstGeom prst="rect">
            <a:avLst/>
          </a:prstGeom>
        </p:spPr>
      </p:pic>
    </p:spTree>
    <p:extLst>
      <p:ext uri="{BB962C8B-B14F-4D97-AF65-F5344CB8AC3E}">
        <p14:creationId xmlns:p14="http://schemas.microsoft.com/office/powerpoint/2010/main" val="35533708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4D7CE-A14F-85B8-AC83-A58EEA15B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72F86C-C170-ACB5-5DD5-DA120AD7F275}"/>
              </a:ext>
            </a:extLst>
          </p:cNvPr>
          <p:cNvSpPr>
            <a:spLocks noGrp="1"/>
          </p:cNvSpPr>
          <p:nvPr>
            <p:ph type="title"/>
          </p:nvPr>
        </p:nvSpPr>
        <p:spPr/>
        <p:txBody>
          <a:bodyPr/>
          <a:lstStyle/>
          <a:p>
            <a:r>
              <a:rPr lang="en-US" dirty="0"/>
              <a:t>Results and Discussion </a:t>
            </a:r>
          </a:p>
        </p:txBody>
      </p:sp>
      <p:pic>
        <p:nvPicPr>
          <p:cNvPr id="7" name="Picture 6">
            <a:extLst>
              <a:ext uri="{FF2B5EF4-FFF2-40B4-BE49-F238E27FC236}">
                <a16:creationId xmlns:a16="http://schemas.microsoft.com/office/drawing/2014/main" id="{ADEF7DD3-F43A-0561-0F36-EB58CF011E4E}"/>
              </a:ext>
            </a:extLst>
          </p:cNvPr>
          <p:cNvPicPr>
            <a:picLocks noChangeAspect="1"/>
          </p:cNvPicPr>
          <p:nvPr/>
        </p:nvPicPr>
        <p:blipFill>
          <a:blip r:embed="rId3"/>
          <a:stretch>
            <a:fillRect/>
          </a:stretch>
        </p:blipFill>
        <p:spPr>
          <a:xfrm>
            <a:off x="854014" y="2011494"/>
            <a:ext cx="9405664" cy="3999932"/>
          </a:xfrm>
          <a:prstGeom prst="rect">
            <a:avLst/>
          </a:prstGeom>
        </p:spPr>
      </p:pic>
    </p:spTree>
    <p:extLst>
      <p:ext uri="{BB962C8B-B14F-4D97-AF65-F5344CB8AC3E}">
        <p14:creationId xmlns:p14="http://schemas.microsoft.com/office/powerpoint/2010/main" val="2615082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1C79C-2534-96E3-6706-A1E520624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000F4F-443E-9110-875D-E91C098B83B7}"/>
              </a:ext>
            </a:extLst>
          </p:cNvPr>
          <p:cNvSpPr>
            <a:spLocks noGrp="1"/>
          </p:cNvSpPr>
          <p:nvPr>
            <p:ph type="title"/>
          </p:nvPr>
        </p:nvSpPr>
        <p:spPr/>
        <p:txBody>
          <a:bodyPr/>
          <a:lstStyle/>
          <a:p>
            <a:r>
              <a:rPr lang="en-US" dirty="0"/>
              <a:t>Limitations and Future Work </a:t>
            </a:r>
          </a:p>
        </p:txBody>
      </p:sp>
      <p:pic>
        <p:nvPicPr>
          <p:cNvPr id="7" name="Picture 6">
            <a:extLst>
              <a:ext uri="{FF2B5EF4-FFF2-40B4-BE49-F238E27FC236}">
                <a16:creationId xmlns:a16="http://schemas.microsoft.com/office/drawing/2014/main" id="{2F68DCC1-DBE6-03B1-85C7-09ECA0A4CC00}"/>
              </a:ext>
            </a:extLst>
          </p:cNvPr>
          <p:cNvPicPr>
            <a:picLocks noChangeAspect="1"/>
          </p:cNvPicPr>
          <p:nvPr/>
        </p:nvPicPr>
        <p:blipFill>
          <a:blip r:embed="rId3"/>
          <a:stretch>
            <a:fillRect/>
          </a:stretch>
        </p:blipFill>
        <p:spPr>
          <a:xfrm>
            <a:off x="908913" y="2206911"/>
            <a:ext cx="10374173" cy="4048690"/>
          </a:xfrm>
          <a:prstGeom prst="rect">
            <a:avLst/>
          </a:prstGeom>
        </p:spPr>
      </p:pic>
    </p:spTree>
    <p:extLst>
      <p:ext uri="{BB962C8B-B14F-4D97-AF65-F5344CB8AC3E}">
        <p14:creationId xmlns:p14="http://schemas.microsoft.com/office/powerpoint/2010/main" val="13220467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23B74-D4EE-9CD7-2486-906816768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8AFCF3-82E8-D1FA-B957-5128C3619FB1}"/>
              </a:ext>
            </a:extLst>
          </p:cNvPr>
          <p:cNvSpPr>
            <a:spLocks noGrp="1"/>
          </p:cNvSpPr>
          <p:nvPr>
            <p:ph type="title"/>
          </p:nvPr>
        </p:nvSpPr>
        <p:spPr>
          <a:xfrm>
            <a:off x="667857" y="2919352"/>
            <a:ext cx="11155680" cy="1463040"/>
          </a:xfrm>
        </p:spPr>
        <p:txBody>
          <a:bodyPr>
            <a:normAutofit/>
          </a:bodyPr>
          <a:lstStyle/>
          <a:p>
            <a:pPr algn="ctr"/>
            <a:r>
              <a:rPr lang="en-US" dirty="0">
                <a:solidFill>
                  <a:schemeClr val="bg2">
                    <a:lumMod val="75000"/>
                  </a:schemeClr>
                </a:solidFill>
              </a:rPr>
              <a:t>END OF </a:t>
            </a:r>
            <a:br>
              <a:rPr lang="en-US" dirty="0">
                <a:solidFill>
                  <a:schemeClr val="bg2">
                    <a:lumMod val="75000"/>
                  </a:schemeClr>
                </a:solidFill>
              </a:rPr>
            </a:br>
            <a:r>
              <a:rPr lang="en-US" dirty="0">
                <a:solidFill>
                  <a:schemeClr val="bg2">
                    <a:lumMod val="75000"/>
                  </a:schemeClr>
                </a:solidFill>
              </a:rPr>
              <a:t>Language Models are Few-Shot Learners</a:t>
            </a:r>
          </a:p>
        </p:txBody>
      </p:sp>
    </p:spTree>
    <p:extLst>
      <p:ext uri="{BB962C8B-B14F-4D97-AF65-F5344CB8AC3E}">
        <p14:creationId xmlns:p14="http://schemas.microsoft.com/office/powerpoint/2010/main" val="37469254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68733-D76E-6D36-6050-1F4868011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750606-D624-9879-ED8B-C628510AEE95}"/>
              </a:ext>
            </a:extLst>
          </p:cNvPr>
          <p:cNvSpPr>
            <a:spLocks noGrp="1"/>
          </p:cNvSpPr>
          <p:nvPr>
            <p:ph type="title"/>
          </p:nvPr>
        </p:nvSpPr>
        <p:spPr/>
        <p:txBody>
          <a:bodyPr/>
          <a:lstStyle/>
          <a:p>
            <a:r>
              <a:rPr lang="en-US" dirty="0"/>
              <a:t>Comparisons</a:t>
            </a:r>
          </a:p>
        </p:txBody>
      </p:sp>
      <p:graphicFrame>
        <p:nvGraphicFramePr>
          <p:cNvPr id="4" name="Table 3">
            <a:extLst>
              <a:ext uri="{FF2B5EF4-FFF2-40B4-BE49-F238E27FC236}">
                <a16:creationId xmlns:a16="http://schemas.microsoft.com/office/drawing/2014/main" id="{261F3B02-A43D-7E22-32B8-A503858F483B}"/>
              </a:ext>
            </a:extLst>
          </p:cNvPr>
          <p:cNvGraphicFramePr>
            <a:graphicFrameLocks noGrp="1"/>
          </p:cNvGraphicFramePr>
          <p:nvPr>
            <p:extLst>
              <p:ext uri="{D42A27DB-BD31-4B8C-83A1-F6EECF244321}">
                <p14:modId xmlns:p14="http://schemas.microsoft.com/office/powerpoint/2010/main" val="528823095"/>
              </p:ext>
            </p:extLst>
          </p:nvPr>
        </p:nvGraphicFramePr>
        <p:xfrm>
          <a:off x="678180" y="1935480"/>
          <a:ext cx="11010900" cy="4594859"/>
        </p:xfrm>
        <a:graphic>
          <a:graphicData uri="http://schemas.openxmlformats.org/drawingml/2006/table">
            <a:tbl>
              <a:tblPr firstRow="1">
                <a:tableStyleId>{793D81CF-94F2-401A-BA57-92F5A7B2D0C5}</a:tableStyleId>
              </a:tblPr>
              <a:tblGrid>
                <a:gridCol w="1486674">
                  <a:extLst>
                    <a:ext uri="{9D8B030D-6E8A-4147-A177-3AD203B41FA5}">
                      <a16:colId xmlns:a16="http://schemas.microsoft.com/office/drawing/2014/main" val="2270810424"/>
                    </a:ext>
                  </a:extLst>
                </a:gridCol>
                <a:gridCol w="3221126">
                  <a:extLst>
                    <a:ext uri="{9D8B030D-6E8A-4147-A177-3AD203B41FA5}">
                      <a16:colId xmlns:a16="http://schemas.microsoft.com/office/drawing/2014/main" val="3256312082"/>
                    </a:ext>
                  </a:extLst>
                </a:gridCol>
                <a:gridCol w="6303100">
                  <a:extLst>
                    <a:ext uri="{9D8B030D-6E8A-4147-A177-3AD203B41FA5}">
                      <a16:colId xmlns:a16="http://schemas.microsoft.com/office/drawing/2014/main" val="3658637824"/>
                    </a:ext>
                  </a:extLst>
                </a:gridCol>
              </a:tblGrid>
              <a:tr h="642801">
                <a:tc>
                  <a:txBody>
                    <a:bodyPr/>
                    <a:lstStyle/>
                    <a:p>
                      <a:pPr algn="ctr" fontAlgn="b">
                        <a:buNone/>
                      </a:pPr>
                      <a:r>
                        <a:rPr lang="en-US" sz="2000" u="none" strike="noStrike" dirty="0">
                          <a:effectLst/>
                        </a:rPr>
                        <a:t>Aspect</a:t>
                      </a:r>
                      <a:endParaRPr lang="en-US" sz="2000" b="1" i="0" u="none" strike="noStrike" dirty="0">
                        <a:solidFill>
                          <a:srgbClr val="FFFFFF"/>
                        </a:solidFill>
                        <a:effectLst/>
                        <a:latin typeface="Aptos Narrow" panose="020B0004020202020204" pitchFamily="34" charset="0"/>
                      </a:endParaRPr>
                    </a:p>
                  </a:txBody>
                  <a:tcPr marL="6350" marR="6350" marT="6350" marB="0" anchor="b"/>
                </a:tc>
                <a:tc>
                  <a:txBody>
                    <a:bodyPr/>
                    <a:lstStyle/>
                    <a:p>
                      <a:pPr algn="ctr" fontAlgn="b">
                        <a:buNone/>
                      </a:pPr>
                      <a:r>
                        <a:rPr lang="en-US" sz="2000" u="none" strike="noStrike">
                          <a:effectLst/>
                        </a:rPr>
                        <a:t>Wei et al. (2022)</a:t>
                      </a:r>
                      <a:endParaRPr lang="en-US" sz="2000" b="1" i="0" u="none" strike="noStrike">
                        <a:solidFill>
                          <a:srgbClr val="FFFFFF"/>
                        </a:solidFill>
                        <a:effectLst/>
                        <a:latin typeface="Aptos Narrow" panose="020B0004020202020204" pitchFamily="34" charset="0"/>
                      </a:endParaRPr>
                    </a:p>
                  </a:txBody>
                  <a:tcPr marL="6350" marR="6350" marT="6350" marB="0" anchor="b"/>
                </a:tc>
                <a:tc>
                  <a:txBody>
                    <a:bodyPr/>
                    <a:lstStyle/>
                    <a:p>
                      <a:pPr algn="ctr" fontAlgn="b">
                        <a:buNone/>
                      </a:pPr>
                      <a:r>
                        <a:rPr lang="en-US" sz="2000" u="none" strike="noStrike">
                          <a:effectLst/>
                        </a:rPr>
                        <a:t>Brown et al. (2020)</a:t>
                      </a:r>
                      <a:endParaRPr lang="en-US" sz="2000" b="1" i="0" u="none" strike="noStrike">
                        <a:solidFill>
                          <a:srgbClr val="FFFFFF"/>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217017365"/>
                  </a:ext>
                </a:extLst>
              </a:tr>
              <a:tr h="783523">
                <a:tc>
                  <a:txBody>
                    <a:bodyPr/>
                    <a:lstStyle/>
                    <a:p>
                      <a:pPr algn="ctr" fontAlgn="b">
                        <a:buNone/>
                      </a:pPr>
                      <a:r>
                        <a:rPr lang="en-US" sz="2000" u="none" strike="noStrike">
                          <a:effectLst/>
                        </a:rPr>
                        <a:t>Models</a:t>
                      </a:r>
                      <a:endParaRPr lang="en-US"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2000" u="none" strike="noStrike" dirty="0">
                          <a:effectLst/>
                        </a:rPr>
                        <a:t>Multiple sizes, tracking sudden gains</a:t>
                      </a:r>
                      <a:endParaRPr lang="en-US" sz="20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2000" u="none" strike="noStrike">
                          <a:effectLst/>
                        </a:rPr>
                        <a:t>GPT-3 only (175B parameters)</a:t>
                      </a:r>
                      <a:endParaRPr lang="en-US" sz="2000" b="0"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683305670"/>
                  </a:ext>
                </a:extLst>
              </a:tr>
              <a:tr h="1192506">
                <a:tc>
                  <a:txBody>
                    <a:bodyPr/>
                    <a:lstStyle/>
                    <a:p>
                      <a:pPr algn="ctr" fontAlgn="b">
                        <a:buNone/>
                      </a:pPr>
                      <a:r>
                        <a:rPr lang="en-US" sz="2000" u="none" strike="noStrike">
                          <a:effectLst/>
                        </a:rPr>
                        <a:t>Key Metric</a:t>
                      </a:r>
                      <a:endParaRPr lang="en-US"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2000" u="none" strike="noStrike" dirty="0">
                          <a:effectLst/>
                        </a:rPr>
                        <a:t>Presence or absence of abilities (emergence)</a:t>
                      </a:r>
                      <a:endParaRPr lang="en-US" sz="2000" b="0" i="0" u="none" strike="noStrike" dirty="0">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2000" u="none" strike="noStrike" dirty="0">
                          <a:effectLst/>
                        </a:rPr>
                        <a:t>Few-shot task accuracy/performance</a:t>
                      </a:r>
                      <a:endParaRPr lang="en-US" sz="20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304649508"/>
                  </a:ext>
                </a:extLst>
              </a:tr>
              <a:tr h="783523">
                <a:tc>
                  <a:txBody>
                    <a:bodyPr/>
                    <a:lstStyle/>
                    <a:p>
                      <a:pPr algn="ctr" fontAlgn="b">
                        <a:buNone/>
                      </a:pPr>
                      <a:r>
                        <a:rPr lang="en-US" sz="2000" u="none" strike="noStrike">
                          <a:effectLst/>
                        </a:rPr>
                        <a:t>Task Types</a:t>
                      </a:r>
                      <a:endParaRPr lang="en-US"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2000" u="none" strike="noStrike">
                          <a:effectLst/>
                        </a:rPr>
                        <a:t>Diverse, exploring emergent capabilities</a:t>
                      </a:r>
                      <a:endParaRPr lang="en-US"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2000" u="none" strike="noStrike" dirty="0">
                          <a:effectLst/>
                        </a:rPr>
                        <a:t>NLP tasks: translation, QA, cloze, arithmetic, etc.</a:t>
                      </a:r>
                      <a:endParaRPr lang="en-US" sz="20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604766726"/>
                  </a:ext>
                </a:extLst>
              </a:tr>
              <a:tr h="1192506">
                <a:tc>
                  <a:txBody>
                    <a:bodyPr/>
                    <a:lstStyle/>
                    <a:p>
                      <a:pPr algn="ctr" fontAlgn="b">
                        <a:buNone/>
                      </a:pPr>
                      <a:r>
                        <a:rPr lang="en-US" sz="2000" u="none" strike="noStrike">
                          <a:effectLst/>
                        </a:rPr>
                        <a:t>Evaluation Approach</a:t>
                      </a:r>
                      <a:endParaRPr lang="en-US"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2000" u="none" strike="noStrike">
                          <a:effectLst/>
                        </a:rPr>
                        <a:t>Identify thresholds where abilities appear</a:t>
                      </a:r>
                      <a:endParaRPr lang="en-US" sz="2000" b="0"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en-US" sz="2000" u="none" strike="noStrike" dirty="0">
                          <a:effectLst/>
                        </a:rPr>
                        <a:t>Prompt-based, no fine-tuning; compare few-shot levels (0-shot, 1-shot, etc.) </a:t>
                      </a:r>
                      <a:endParaRPr lang="en-US" sz="2000" b="0" i="0" u="none" strike="noStrike" dirty="0">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683305484"/>
                  </a:ext>
                </a:extLst>
              </a:tr>
            </a:tbl>
          </a:graphicData>
        </a:graphic>
      </p:graphicFrame>
    </p:spTree>
    <p:extLst>
      <p:ext uri="{BB962C8B-B14F-4D97-AF65-F5344CB8AC3E}">
        <p14:creationId xmlns:p14="http://schemas.microsoft.com/office/powerpoint/2010/main" val="23771493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86AE9-D115-F813-6A15-7EA25DEE7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A90781-4AA9-4235-9BBA-FFD358064649}"/>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0943672A-B499-6287-B24F-DFBEB9161B94}"/>
              </a:ext>
            </a:extLst>
          </p:cNvPr>
          <p:cNvSpPr>
            <a:spLocks noGrp="1"/>
          </p:cNvSpPr>
          <p:nvPr>
            <p:ph idx="1"/>
          </p:nvPr>
        </p:nvSpPr>
        <p:spPr>
          <a:xfrm>
            <a:off x="521208" y="1630392"/>
            <a:ext cx="11155680" cy="4715544"/>
          </a:xfrm>
        </p:spPr>
        <p:txBody>
          <a:bodyPr>
            <a:normAutofit/>
          </a:bodyPr>
          <a:lstStyle/>
          <a:p>
            <a:pPr marL="0" indent="0">
              <a:buNone/>
            </a:pPr>
            <a:r>
              <a:rPr lang="en-US" sz="1400" dirty="0"/>
              <a:t>Spreadsheets are all you need. (Feb 20, 2025). FLOPS Demystified: AI and the math behind DeepSeek training costs. YouTube</a:t>
            </a:r>
          </a:p>
          <a:p>
            <a:pPr marL="0" indent="0">
              <a:buNone/>
            </a:pPr>
            <a:r>
              <a:rPr lang="en-US" sz="1400" dirty="0">
                <a:hlinkClick r:id="rId2"/>
              </a:rPr>
              <a:t>https://www.youtube.com/watch?v=T3JiBtHHTMU</a:t>
            </a:r>
            <a:endParaRPr lang="en-US" sz="1400" dirty="0"/>
          </a:p>
          <a:p>
            <a:pPr marL="0" indent="0">
              <a:buNone/>
            </a:pPr>
            <a:r>
              <a:rPr lang="en-US" sz="1400" dirty="0" err="1"/>
              <a:t>AssemblyAI</a:t>
            </a:r>
            <a:r>
              <a:rPr lang="en-US" sz="1400" dirty="0"/>
              <a:t>. (Jan 3, 2024). The Emergent Abilities of LLMs - why LLMs are so useful. </a:t>
            </a:r>
            <a:r>
              <a:rPr lang="en-US" sz="1400" dirty="0" err="1"/>
              <a:t>Youtube</a:t>
            </a:r>
            <a:endParaRPr lang="en-US" sz="1400" dirty="0"/>
          </a:p>
          <a:p>
            <a:pPr marL="0" indent="0">
              <a:buNone/>
            </a:pPr>
            <a:r>
              <a:rPr lang="en-US" sz="1400" dirty="0">
                <a:hlinkClick r:id="rId3"/>
              </a:rPr>
              <a:t>https://www.youtube.com/watch?v=bQuVLKn10do</a:t>
            </a:r>
            <a:endParaRPr lang="en-US" sz="1400" dirty="0"/>
          </a:p>
          <a:p>
            <a:pPr marL="0" indent="0">
              <a:buNone/>
            </a:pPr>
            <a:r>
              <a:rPr lang="en-US" sz="1400" dirty="0"/>
              <a:t>Welch Labs.(Sep 13, 2024). AI can't cross this line and we don't know why . YouTube</a:t>
            </a:r>
          </a:p>
          <a:p>
            <a:pPr marL="0" indent="0">
              <a:buNone/>
            </a:pPr>
            <a:r>
              <a:rPr lang="en-US" sz="1400" dirty="0">
                <a:hlinkClick r:id="rId4"/>
              </a:rPr>
              <a:t>https://youtu.be/5eqRuVp65eY?feature=shared</a:t>
            </a:r>
            <a:endParaRPr lang="en-US" sz="1400" dirty="0"/>
          </a:p>
          <a:p>
            <a:pPr marL="0" indent="0">
              <a:buNone/>
            </a:pPr>
            <a:r>
              <a:rPr lang="en-US" sz="1400" dirty="0"/>
              <a:t>Bal, M. (2025). Emergent abilities of large language models [Lecture slides]. University of Michigan. Retrieved from </a:t>
            </a:r>
            <a:r>
              <a:rPr lang="en-US" sz="1400" dirty="0">
                <a:hlinkClick r:id="rId5"/>
              </a:rPr>
              <a:t>https://ryanzhumich.github.io/cse587/slides_emergent.pdf</a:t>
            </a:r>
            <a:endParaRPr lang="en-US" sz="1400" dirty="0"/>
          </a:p>
          <a:p>
            <a:pPr marL="0" indent="0">
              <a:buNone/>
            </a:pPr>
            <a:r>
              <a:rPr lang="en-US" sz="1400" dirty="0"/>
              <a:t>Brown, T. B. (2020). Language models are few-shot learners </a:t>
            </a:r>
          </a:p>
          <a:p>
            <a:pPr marL="0" indent="0">
              <a:buNone/>
            </a:pPr>
            <a:r>
              <a:rPr lang="en-US" sz="1400" dirty="0">
                <a:hlinkClick r:id="rId6">
                  <a:extLst>
                    <a:ext uri="{A12FA001-AC4F-418D-AE19-62706E023703}">
                      <ahyp:hlinkClr xmlns:ahyp="http://schemas.microsoft.com/office/drawing/2018/hyperlinkcolor" val="tx"/>
                    </a:ext>
                  </a:extLst>
                </a:hlinkClick>
              </a:rPr>
              <a:t>https://doi.org/10.48550/arXiv.2005.14165</a:t>
            </a:r>
            <a:endParaRPr lang="en-US" sz="1400" dirty="0"/>
          </a:p>
          <a:p>
            <a:pPr marL="0" indent="0">
              <a:buNone/>
            </a:pPr>
            <a:r>
              <a:rPr lang="en-US" sz="1400" dirty="0"/>
              <a:t>University of Toronto. (2025). Machine learning: Large model—Language models are few‑shot learners [Lecture slides]. https://www.cs.toronto.edu/~cmaddis/courses/csc2541_w25/presentations/few-shot.pdf</a:t>
            </a:r>
          </a:p>
          <a:p>
            <a:pPr marL="0" indent="0">
              <a:buNone/>
            </a:pPr>
            <a:endParaRPr lang="en-US" sz="1400" dirty="0"/>
          </a:p>
          <a:p>
            <a:pPr marL="0" indent="0">
              <a:buNone/>
            </a:pPr>
            <a:endParaRPr lang="en-US" sz="1400" dirty="0"/>
          </a:p>
          <a:p>
            <a:endParaRPr lang="en-US" dirty="0"/>
          </a:p>
        </p:txBody>
      </p:sp>
    </p:spTree>
    <p:extLst>
      <p:ext uri="{BB962C8B-B14F-4D97-AF65-F5344CB8AC3E}">
        <p14:creationId xmlns:p14="http://schemas.microsoft.com/office/powerpoint/2010/main" val="515645435"/>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685</TotalTime>
  <Words>1662</Words>
  <Application>Microsoft Office PowerPoint</Application>
  <PresentationFormat>Widescreen</PresentationFormat>
  <Paragraphs>141</Paragraphs>
  <Slides>40</Slides>
  <Notes>38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Aptos</vt:lpstr>
      <vt:lpstr>Aptos Narrow</vt:lpstr>
      <vt:lpstr>Arial</vt:lpstr>
      <vt:lpstr>Bierstadt</vt:lpstr>
      <vt:lpstr>GestaltVTI</vt:lpstr>
      <vt:lpstr>Emergent Abilities| Few Shot Learners</vt:lpstr>
      <vt:lpstr>RECAP</vt:lpstr>
      <vt:lpstr>FLOPs</vt:lpstr>
      <vt:lpstr>Autoregressive models GPT3</vt:lpstr>
      <vt:lpstr>Maximum Likelihood Estimators </vt:lpstr>
      <vt:lpstr>Cross entropy loss example</vt:lpstr>
      <vt:lpstr>Cross entropy loss applications</vt:lpstr>
      <vt:lpstr>Entropy of natural language</vt:lpstr>
      <vt:lpstr>END OF RECAP</vt:lpstr>
      <vt:lpstr>Emergent Abilities of Large Language Models</vt:lpstr>
      <vt:lpstr>Emergent ability</vt:lpstr>
      <vt:lpstr>Emergence</vt:lpstr>
      <vt:lpstr>Few-Shot Prompted Tasks </vt:lpstr>
      <vt:lpstr>Augmented Prompting Strategies </vt:lpstr>
      <vt:lpstr>Augmented Prompting Strategies as Emergent Abilities </vt:lpstr>
      <vt:lpstr>Explanation of “Emergence” </vt:lpstr>
      <vt:lpstr>Cross-Entropy Loss </vt:lpstr>
      <vt:lpstr>Emergence beyond scaling </vt:lpstr>
      <vt:lpstr>Emergent Risks </vt:lpstr>
      <vt:lpstr>Sociological Impact </vt:lpstr>
      <vt:lpstr>Future Research </vt:lpstr>
      <vt:lpstr>Conclusion</vt:lpstr>
      <vt:lpstr>END OF  Emergent Abilities of Large Language Models</vt:lpstr>
      <vt:lpstr>Language Models are Few-Shot Learners</vt:lpstr>
      <vt:lpstr>Background Information </vt:lpstr>
      <vt:lpstr>Supervised Fine-tuning vs. In-Context Learning</vt:lpstr>
      <vt:lpstr>Benefits of In-Context Learning </vt:lpstr>
      <vt:lpstr>Large Models Learn More From Context </vt:lpstr>
      <vt:lpstr>Large Models Learn More From Context </vt:lpstr>
      <vt:lpstr>Experiments on the Llama Models </vt:lpstr>
      <vt:lpstr>Results on Llama Models </vt:lpstr>
      <vt:lpstr>Benchmarks and Tasks </vt:lpstr>
      <vt:lpstr>Performance Highlights </vt:lpstr>
      <vt:lpstr>Performance Highlights </vt:lpstr>
      <vt:lpstr>Performance Highlights </vt:lpstr>
      <vt:lpstr>Results and Discussion </vt:lpstr>
      <vt:lpstr>Limitations and Future Work </vt:lpstr>
      <vt:lpstr>END OF  Language Models are Few-Shot Learners</vt:lpstr>
      <vt:lpstr>Comparisons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Hilton Sarius</dc:creator>
  <cp:lastModifiedBy>Hilton Sarius</cp:lastModifiedBy>
  <cp:revision>1</cp:revision>
  <dcterms:created xsi:type="dcterms:W3CDTF">2025-12-17T23:19:32Z</dcterms:created>
  <dcterms:modified xsi:type="dcterms:W3CDTF">2025-12-18T10:45:11Z</dcterms:modified>
</cp:coreProperties>
</file>