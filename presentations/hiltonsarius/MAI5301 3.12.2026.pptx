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91" r:id="rId3"/>
    <p:sldId id="392" r:id="rId4"/>
    <p:sldId id="393" r:id="rId5"/>
    <p:sldId id="394" r:id="rId6"/>
    <p:sldId id="395" r:id="rId7"/>
    <p:sldId id="396" r:id="rId8"/>
    <p:sldId id="397" r:id="rId9"/>
    <p:sldId id="400" r:id="rId10"/>
    <p:sldId id="399" r:id="rId11"/>
    <p:sldId id="404" r:id="rId12"/>
    <p:sldId id="405" r:id="rId13"/>
    <p:sldId id="406" r:id="rId14"/>
    <p:sldId id="408" r:id="rId15"/>
    <p:sldId id="409" r:id="rId16"/>
    <p:sldId id="403" r:id="rId17"/>
    <p:sldId id="401" r:id="rId18"/>
    <p:sldId id="402" r:id="rId19"/>
    <p:sldId id="407" r:id="rId20"/>
    <p:sldId id="375" r:id="rId21"/>
    <p:sldId id="258" r:id="rId22"/>
    <p:sldId id="411" r:id="rId23"/>
    <p:sldId id="410" r:id="rId24"/>
    <p:sldId id="417" r:id="rId25"/>
    <p:sldId id="412" r:id="rId26"/>
    <p:sldId id="413" r:id="rId27"/>
    <p:sldId id="414" r:id="rId28"/>
    <p:sldId id="415" r:id="rId29"/>
    <p:sldId id="416" r:id="rId30"/>
    <p:sldId id="390" r:id="rId31"/>
    <p:sldId id="34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97132"/>
    <a:srgbClr val="000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C689F-D6E1-47A0-96F7-1DF2EBB76D9F}" v="100" dt="2026-03-12T02:01:33.2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092" autoAdjust="0"/>
  </p:normalViewPr>
  <p:slideViewPr>
    <p:cSldViewPr snapToGrid="0">
      <p:cViewPr varScale="1">
        <p:scale>
          <a:sx n="82" d="100"/>
          <a:sy n="82" d="100"/>
        </p:scale>
        <p:origin x="17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ton Sarius" userId="e41e4170-a0b5-4ce6-bed1-533b1cecee6e" providerId="ADAL" clId="{0AB84215-D5DE-4B51-994D-7B1DCB931E97}"/>
    <pc:docChg chg="undo redo custSel addSld delSld modSld sldOrd">
      <pc:chgData name="Hilton Sarius" userId="e41e4170-a0b5-4ce6-bed1-533b1cecee6e" providerId="ADAL" clId="{0AB84215-D5DE-4B51-994D-7B1DCB931E97}" dt="2026-03-12T02:01:35.483" v="6982"/>
      <pc:docMkLst>
        <pc:docMk/>
      </pc:docMkLst>
      <pc:sldChg chg="addSp delSp modSp mod addAnim delAnim">
        <pc:chgData name="Hilton Sarius" userId="e41e4170-a0b5-4ce6-bed1-533b1cecee6e" providerId="ADAL" clId="{0AB84215-D5DE-4B51-994D-7B1DCB931E97}" dt="2026-03-11T23:09:56.927" v="6031" actId="27636"/>
        <pc:sldMkLst>
          <pc:docMk/>
          <pc:sldMk cId="2292098910" sldId="256"/>
        </pc:sldMkLst>
        <pc:spChg chg="mod">
          <ac:chgData name="Hilton Sarius" userId="e41e4170-a0b5-4ce6-bed1-533b1cecee6e" providerId="ADAL" clId="{0AB84215-D5DE-4B51-994D-7B1DCB931E97}" dt="2026-03-11T23:09:56.927" v="6031" actId="27636"/>
          <ac:spMkLst>
            <pc:docMk/>
            <pc:sldMk cId="2292098910" sldId="256"/>
            <ac:spMk id="2" creationId="{6BAD479B-97C7-ACBE-792A-874EA2018EC5}"/>
          </ac:spMkLst>
        </pc:spChg>
        <pc:spChg chg="mod">
          <ac:chgData name="Hilton Sarius" userId="e41e4170-a0b5-4ce6-bed1-533b1cecee6e" providerId="ADAL" clId="{0AB84215-D5DE-4B51-994D-7B1DCB931E97}" dt="2026-03-11T23:04:32.648" v="5983" actId="20577"/>
          <ac:spMkLst>
            <pc:docMk/>
            <pc:sldMk cId="2292098910" sldId="256"/>
            <ac:spMk id="3" creationId="{2AE763AF-0B70-9C74-CACA-1E0A80D0EDC8}"/>
          </ac:spMkLst>
        </pc:spChg>
        <pc:spChg chg="add">
          <ac:chgData name="Hilton Sarius" userId="e41e4170-a0b5-4ce6-bed1-533b1cecee6e" providerId="ADAL" clId="{0AB84215-D5DE-4B51-994D-7B1DCB931E97}" dt="2026-02-12T00:36:40.116" v="1115" actId="26606"/>
          <ac:spMkLst>
            <pc:docMk/>
            <pc:sldMk cId="2292098910" sldId="256"/>
            <ac:spMk id="41" creationId="{8555C5B3-193A-4749-9AFD-682E53CDDE8F}"/>
          </ac:spMkLst>
        </pc:spChg>
        <pc:spChg chg="add">
          <ac:chgData name="Hilton Sarius" userId="e41e4170-a0b5-4ce6-bed1-533b1cecee6e" providerId="ADAL" clId="{0AB84215-D5DE-4B51-994D-7B1DCB931E97}" dt="2026-02-12T00:36:40.116" v="1115" actId="26606"/>
          <ac:spMkLst>
            <pc:docMk/>
            <pc:sldMk cId="2292098910" sldId="256"/>
            <ac:spMk id="43" creationId="{2EAE06A6-F76A-41C9-827A-C561B004485C}"/>
          </ac:spMkLst>
        </pc:spChg>
        <pc:spChg chg="add">
          <ac:chgData name="Hilton Sarius" userId="e41e4170-a0b5-4ce6-bed1-533b1cecee6e" providerId="ADAL" clId="{0AB84215-D5DE-4B51-994D-7B1DCB931E97}" dt="2026-02-12T00:36:40.116" v="1115" actId="26606"/>
          <ac:spMkLst>
            <pc:docMk/>
            <pc:sldMk cId="2292098910" sldId="256"/>
            <ac:spMk id="45" creationId="{89F9D4E8-0639-444B-949B-9518585061AF}"/>
          </ac:spMkLst>
        </pc:spChg>
        <pc:spChg chg="add">
          <ac:chgData name="Hilton Sarius" userId="e41e4170-a0b5-4ce6-bed1-533b1cecee6e" providerId="ADAL" clId="{0AB84215-D5DE-4B51-994D-7B1DCB931E97}" dt="2026-02-12T00:36:40.116" v="1115" actId="26606"/>
          <ac:spMkLst>
            <pc:docMk/>
            <pc:sldMk cId="2292098910" sldId="256"/>
            <ac:spMk id="47" creationId="{7E3DA7A2-ED70-4BBA-AB72-00AD461FA405}"/>
          </ac:spMkLst>
        </pc:spChg>
        <pc:spChg chg="add">
          <ac:chgData name="Hilton Sarius" userId="e41e4170-a0b5-4ce6-bed1-533b1cecee6e" providerId="ADAL" clId="{0AB84215-D5DE-4B51-994D-7B1DCB931E97}" dt="2026-02-12T00:36:40.116" v="1115" actId="26606"/>
          <ac:spMkLst>
            <pc:docMk/>
            <pc:sldMk cId="2292098910" sldId="256"/>
            <ac:spMk id="49" creationId="{FC485432-3647-4218-B5D3-15D3FA222B13}"/>
          </ac:spMkLst>
        </pc:spChg>
        <pc:spChg chg="add">
          <ac:chgData name="Hilton Sarius" userId="e41e4170-a0b5-4ce6-bed1-533b1cecee6e" providerId="ADAL" clId="{0AB84215-D5DE-4B51-994D-7B1DCB931E97}" dt="2026-02-12T00:36:40.116" v="1115" actId="26606"/>
          <ac:spMkLst>
            <pc:docMk/>
            <pc:sldMk cId="2292098910" sldId="256"/>
            <ac:spMk id="51" creationId="{F4AFDDCA-6ABA-4D23-8A5C-1BF0F4308148}"/>
          </ac:spMkLst>
        </pc:spChg>
      </pc:sldChg>
      <pc:sldChg chg="addSp delSp modSp add del mod modNotesTx">
        <pc:chgData name="Hilton Sarius" userId="e41e4170-a0b5-4ce6-bed1-533b1cecee6e" providerId="ADAL" clId="{0AB84215-D5DE-4B51-994D-7B1DCB931E97}" dt="2026-03-12T01:39:51.469" v="6977" actId="20577"/>
        <pc:sldMkLst>
          <pc:docMk/>
          <pc:sldMk cId="1235335610" sldId="258"/>
        </pc:sldMkLst>
        <pc:spChg chg="mod">
          <ac:chgData name="Hilton Sarius" userId="e41e4170-a0b5-4ce6-bed1-533b1cecee6e" providerId="ADAL" clId="{0AB84215-D5DE-4B51-994D-7B1DCB931E97}" dt="2026-03-12T00:43:02.263" v="6748" actId="20577"/>
          <ac:spMkLst>
            <pc:docMk/>
            <pc:sldMk cId="1235335610" sldId="258"/>
            <ac:spMk id="2" creationId="{428ABF6D-83D6-40A1-4B92-285433CE96A4}"/>
          </ac:spMkLst>
        </pc:spChg>
        <pc:spChg chg="add mod">
          <ac:chgData name="Hilton Sarius" userId="e41e4170-a0b5-4ce6-bed1-533b1cecee6e" providerId="ADAL" clId="{0AB84215-D5DE-4B51-994D-7B1DCB931E97}" dt="2026-02-27T00:47:28.010" v="5920" actId="20577"/>
          <ac:spMkLst>
            <pc:docMk/>
            <pc:sldMk cId="1235335610" sldId="258"/>
            <ac:spMk id="3" creationId="{D12C6992-85D6-CD58-2849-ED91C3210759}"/>
          </ac:spMkLst>
        </pc:spChg>
        <pc:spChg chg="add mod">
          <ac:chgData name="Hilton Sarius" userId="e41e4170-a0b5-4ce6-bed1-533b1cecee6e" providerId="ADAL" clId="{0AB84215-D5DE-4B51-994D-7B1DCB931E97}" dt="2026-03-12T00:51:06.218" v="6853" actId="113"/>
          <ac:spMkLst>
            <pc:docMk/>
            <pc:sldMk cId="1235335610" sldId="258"/>
            <ac:spMk id="4" creationId="{FDF234B4-5C39-16CB-3BE9-7D0B7F158AD2}"/>
          </ac:spMkLst>
        </pc:spChg>
        <pc:spChg chg="add mod">
          <ac:chgData name="Hilton Sarius" userId="e41e4170-a0b5-4ce6-bed1-533b1cecee6e" providerId="ADAL" clId="{0AB84215-D5DE-4B51-994D-7B1DCB931E97}" dt="2026-03-12T00:52:32.221" v="6857" actId="1076"/>
          <ac:spMkLst>
            <pc:docMk/>
            <pc:sldMk cId="1235335610" sldId="258"/>
            <ac:spMk id="6" creationId="{58ECF709-6362-AAAE-4575-E41A892A7706}"/>
          </ac:spMkLst>
        </pc:spChg>
        <pc:spChg chg="add mod">
          <ac:chgData name="Hilton Sarius" userId="e41e4170-a0b5-4ce6-bed1-533b1cecee6e" providerId="ADAL" clId="{0AB84215-D5DE-4B51-994D-7B1DCB931E97}" dt="2026-03-12T00:52:54.173" v="6865" actId="14100"/>
          <ac:spMkLst>
            <pc:docMk/>
            <pc:sldMk cId="1235335610" sldId="258"/>
            <ac:spMk id="7" creationId="{5E277A1A-4729-2AB8-6221-138A656D3504}"/>
          </ac:spMkLst>
        </pc:spChg>
        <pc:spChg chg="add mod">
          <ac:chgData name="Hilton Sarius" userId="e41e4170-a0b5-4ce6-bed1-533b1cecee6e" providerId="ADAL" clId="{0AB84215-D5DE-4B51-994D-7B1DCB931E97}" dt="2026-03-12T01:39:51.469" v="6977" actId="20577"/>
          <ac:spMkLst>
            <pc:docMk/>
            <pc:sldMk cId="1235335610" sldId="258"/>
            <ac:spMk id="16" creationId="{07F32CD5-753E-9EF7-8440-5B3D3D78C53A}"/>
          </ac:spMkLst>
        </pc:spChg>
        <pc:picChg chg="add mod">
          <ac:chgData name="Hilton Sarius" userId="e41e4170-a0b5-4ce6-bed1-533b1cecee6e" providerId="ADAL" clId="{0AB84215-D5DE-4B51-994D-7B1DCB931E97}" dt="2026-03-12T00:52:51.029" v="6864" actId="1076"/>
          <ac:picMkLst>
            <pc:docMk/>
            <pc:sldMk cId="1235335610" sldId="258"/>
            <ac:picMk id="8" creationId="{1CEC6B50-51AA-D58B-7DB9-83925FA4AD72}"/>
          </ac:picMkLst>
        </pc:picChg>
        <pc:picChg chg="add del mod ord">
          <ac:chgData name="Hilton Sarius" userId="e41e4170-a0b5-4ce6-bed1-533b1cecee6e" providerId="ADAL" clId="{0AB84215-D5DE-4B51-994D-7B1DCB931E97}" dt="2026-03-12T00:50:59.806" v="6852" actId="478"/>
          <ac:picMkLst>
            <pc:docMk/>
            <pc:sldMk cId="1235335610" sldId="258"/>
            <ac:picMk id="9" creationId="{231275F1-42E0-6931-28C8-C6A6F5568130}"/>
          </ac:picMkLst>
        </pc:picChg>
        <pc:picChg chg="add mod">
          <ac:chgData name="Hilton Sarius" userId="e41e4170-a0b5-4ce6-bed1-533b1cecee6e" providerId="ADAL" clId="{0AB84215-D5DE-4B51-994D-7B1DCB931E97}" dt="2026-03-12T01:38:44.671" v="6966" actId="14100"/>
          <ac:picMkLst>
            <pc:docMk/>
            <pc:sldMk cId="1235335610" sldId="258"/>
            <ac:picMk id="11" creationId="{4A045CC5-7178-0EE0-9DC7-6430C95865BE}"/>
          </ac:picMkLst>
        </pc:picChg>
        <pc:picChg chg="add mod">
          <ac:chgData name="Hilton Sarius" userId="e41e4170-a0b5-4ce6-bed1-533b1cecee6e" providerId="ADAL" clId="{0AB84215-D5DE-4B51-994D-7B1DCB931E97}" dt="2026-03-12T01:38:46.647" v="6967" actId="14100"/>
          <ac:picMkLst>
            <pc:docMk/>
            <pc:sldMk cId="1235335610" sldId="258"/>
            <ac:picMk id="13" creationId="{0C18C59F-C599-6F0B-688A-3D96A58E0322}"/>
          </ac:picMkLst>
        </pc:picChg>
        <pc:picChg chg="add mod">
          <ac:chgData name="Hilton Sarius" userId="e41e4170-a0b5-4ce6-bed1-533b1cecee6e" providerId="ADAL" clId="{0AB84215-D5DE-4B51-994D-7B1DCB931E97}" dt="2026-03-12T01:38:48.885" v="6968" actId="14100"/>
          <ac:picMkLst>
            <pc:docMk/>
            <pc:sldMk cId="1235335610" sldId="258"/>
            <ac:picMk id="15" creationId="{C33B7674-33B2-601B-ED97-8C62341D523E}"/>
          </ac:picMkLst>
        </pc:picChg>
      </pc:sldChg>
      <pc:sldChg chg="modSp add mod ord">
        <pc:chgData name="Hilton Sarius" userId="e41e4170-a0b5-4ce6-bed1-533b1cecee6e" providerId="ADAL" clId="{0AB84215-D5DE-4B51-994D-7B1DCB931E97}" dt="2026-03-11T23:05:35.732" v="6014" actId="20577"/>
        <pc:sldMkLst>
          <pc:docMk/>
          <pc:sldMk cId="134886716" sldId="348"/>
        </pc:sldMkLst>
        <pc:spChg chg="mod">
          <ac:chgData name="Hilton Sarius" userId="e41e4170-a0b5-4ce6-bed1-533b1cecee6e" providerId="ADAL" clId="{0AB84215-D5DE-4B51-994D-7B1DCB931E97}" dt="2026-02-12T01:23:06.976" v="1228" actId="20577"/>
          <ac:spMkLst>
            <pc:docMk/>
            <pc:sldMk cId="134886716" sldId="348"/>
            <ac:spMk id="2" creationId="{3A9AF4F0-FC60-B015-A37C-F7ACEF188D99}"/>
          </ac:spMkLst>
        </pc:spChg>
        <pc:spChg chg="mod">
          <ac:chgData name="Hilton Sarius" userId="e41e4170-a0b5-4ce6-bed1-533b1cecee6e" providerId="ADAL" clId="{0AB84215-D5DE-4B51-994D-7B1DCB931E97}" dt="2026-03-11T23:05:35.732" v="6014" actId="20577"/>
          <ac:spMkLst>
            <pc:docMk/>
            <pc:sldMk cId="134886716" sldId="348"/>
            <ac:spMk id="3" creationId="{1CD8A3BF-15BC-4857-BCF7-6E2F91477800}"/>
          </ac:spMkLst>
        </pc:spChg>
      </pc:sldChg>
      <pc:sldChg chg="addSp delSp modSp add del mod modNotesTx">
        <pc:chgData name="Hilton Sarius" userId="e41e4170-a0b5-4ce6-bed1-533b1cecee6e" providerId="ADAL" clId="{0AB84215-D5DE-4B51-994D-7B1DCB931E97}" dt="2026-03-11T23:04:55.205" v="5985" actId="47"/>
        <pc:sldMkLst>
          <pc:docMk/>
          <pc:sldMk cId="769124592" sldId="362"/>
        </pc:sldMkLst>
      </pc:sldChg>
      <pc:sldChg chg="addSp delSp modSp add del mod ord modNotesTx">
        <pc:chgData name="Hilton Sarius" userId="e41e4170-a0b5-4ce6-bed1-533b1cecee6e" providerId="ADAL" clId="{0AB84215-D5DE-4B51-994D-7B1DCB931E97}" dt="2026-03-11T23:04:54.586" v="5984" actId="47"/>
        <pc:sldMkLst>
          <pc:docMk/>
          <pc:sldMk cId="1204112095" sldId="363"/>
        </pc:sldMkLst>
      </pc:sldChg>
      <pc:sldChg chg="addSp delSp modSp add del mod modNotesTx">
        <pc:chgData name="Hilton Sarius" userId="e41e4170-a0b5-4ce6-bed1-533b1cecee6e" providerId="ADAL" clId="{0AB84215-D5DE-4B51-994D-7B1DCB931E97}" dt="2026-03-11T23:04:55.543" v="5986" actId="47"/>
        <pc:sldMkLst>
          <pc:docMk/>
          <pc:sldMk cId="4229380047" sldId="364"/>
        </pc:sldMkLst>
      </pc:sldChg>
      <pc:sldChg chg="addSp delSp modSp add del mod modNotesTx">
        <pc:chgData name="Hilton Sarius" userId="e41e4170-a0b5-4ce6-bed1-533b1cecee6e" providerId="ADAL" clId="{0AB84215-D5DE-4B51-994D-7B1DCB931E97}" dt="2026-03-11T23:04:56.012" v="5987" actId="47"/>
        <pc:sldMkLst>
          <pc:docMk/>
          <pc:sldMk cId="2997862834" sldId="365"/>
        </pc:sldMkLst>
      </pc:sldChg>
      <pc:sldChg chg="addSp delSp modSp add del mod modNotesTx">
        <pc:chgData name="Hilton Sarius" userId="e41e4170-a0b5-4ce6-bed1-533b1cecee6e" providerId="ADAL" clId="{0AB84215-D5DE-4B51-994D-7B1DCB931E97}" dt="2026-03-11T23:04:56.336" v="5988" actId="47"/>
        <pc:sldMkLst>
          <pc:docMk/>
          <pc:sldMk cId="270888245" sldId="366"/>
        </pc:sldMkLst>
      </pc:sldChg>
      <pc:sldChg chg="addSp delSp modSp add del mod modNotesTx">
        <pc:chgData name="Hilton Sarius" userId="e41e4170-a0b5-4ce6-bed1-533b1cecee6e" providerId="ADAL" clId="{0AB84215-D5DE-4B51-994D-7B1DCB931E97}" dt="2026-03-11T23:04:56.656" v="5989" actId="47"/>
        <pc:sldMkLst>
          <pc:docMk/>
          <pc:sldMk cId="3232453610" sldId="367"/>
        </pc:sldMkLst>
      </pc:sldChg>
      <pc:sldChg chg="addSp delSp modSp add del mod modNotesTx">
        <pc:chgData name="Hilton Sarius" userId="e41e4170-a0b5-4ce6-bed1-533b1cecee6e" providerId="ADAL" clId="{0AB84215-D5DE-4B51-994D-7B1DCB931E97}" dt="2026-03-11T23:04:56.992" v="5990" actId="47"/>
        <pc:sldMkLst>
          <pc:docMk/>
          <pc:sldMk cId="238081852" sldId="368"/>
        </pc:sldMkLst>
      </pc:sldChg>
      <pc:sldChg chg="addSp delSp modSp add del mod modNotesTx">
        <pc:chgData name="Hilton Sarius" userId="e41e4170-a0b5-4ce6-bed1-533b1cecee6e" providerId="ADAL" clId="{0AB84215-D5DE-4B51-994D-7B1DCB931E97}" dt="2026-03-11T23:04:57.286" v="5991" actId="47"/>
        <pc:sldMkLst>
          <pc:docMk/>
          <pc:sldMk cId="3671285366" sldId="369"/>
        </pc:sldMkLst>
      </pc:sldChg>
      <pc:sldChg chg="addSp delSp modSp add del mod modNotesTx">
        <pc:chgData name="Hilton Sarius" userId="e41e4170-a0b5-4ce6-bed1-533b1cecee6e" providerId="ADAL" clId="{0AB84215-D5DE-4B51-994D-7B1DCB931E97}" dt="2026-03-11T23:04:57.545" v="5992" actId="47"/>
        <pc:sldMkLst>
          <pc:docMk/>
          <pc:sldMk cId="605939909" sldId="370"/>
        </pc:sldMkLst>
      </pc:sldChg>
      <pc:sldChg chg="addSp delSp modSp add del mod modNotesTx">
        <pc:chgData name="Hilton Sarius" userId="e41e4170-a0b5-4ce6-bed1-533b1cecee6e" providerId="ADAL" clId="{0AB84215-D5DE-4B51-994D-7B1DCB931E97}" dt="2026-03-11T23:04:57.794" v="5993" actId="47"/>
        <pc:sldMkLst>
          <pc:docMk/>
          <pc:sldMk cId="992015866" sldId="371"/>
        </pc:sldMkLst>
      </pc:sldChg>
      <pc:sldChg chg="addSp delSp modSp add del mod modNotesTx">
        <pc:chgData name="Hilton Sarius" userId="e41e4170-a0b5-4ce6-bed1-533b1cecee6e" providerId="ADAL" clId="{0AB84215-D5DE-4B51-994D-7B1DCB931E97}" dt="2026-03-11T23:04:58.056" v="5994" actId="47"/>
        <pc:sldMkLst>
          <pc:docMk/>
          <pc:sldMk cId="678625189" sldId="372"/>
        </pc:sldMkLst>
      </pc:sldChg>
      <pc:sldChg chg="addSp delSp modSp add del mod modNotesTx">
        <pc:chgData name="Hilton Sarius" userId="e41e4170-a0b5-4ce6-bed1-533b1cecee6e" providerId="ADAL" clId="{0AB84215-D5DE-4B51-994D-7B1DCB931E97}" dt="2026-03-11T23:04:58.913" v="5995" actId="47"/>
        <pc:sldMkLst>
          <pc:docMk/>
          <pc:sldMk cId="73365345" sldId="373"/>
        </pc:sldMkLst>
      </pc:sldChg>
      <pc:sldChg chg="addSp delSp modSp add del mod modNotesTx">
        <pc:chgData name="Hilton Sarius" userId="e41e4170-a0b5-4ce6-bed1-533b1cecee6e" providerId="ADAL" clId="{0AB84215-D5DE-4B51-994D-7B1DCB931E97}" dt="2026-03-11T23:04:59.298" v="5996" actId="47"/>
        <pc:sldMkLst>
          <pc:docMk/>
          <pc:sldMk cId="2405514774" sldId="374"/>
        </pc:sldMkLst>
      </pc:sldChg>
      <pc:sldChg chg="addSp delSp modSp add mod ord setBg delDesignElem">
        <pc:chgData name="Hilton Sarius" userId="e41e4170-a0b5-4ce6-bed1-533b1cecee6e" providerId="ADAL" clId="{0AB84215-D5DE-4B51-994D-7B1DCB931E97}" dt="2026-03-11T23:11:55.449" v="6045"/>
        <pc:sldMkLst>
          <pc:docMk/>
          <pc:sldMk cId="2984705734" sldId="375"/>
        </pc:sldMkLst>
        <pc:spChg chg="mod">
          <ac:chgData name="Hilton Sarius" userId="e41e4170-a0b5-4ce6-bed1-533b1cecee6e" providerId="ADAL" clId="{0AB84215-D5DE-4B51-994D-7B1DCB931E97}" dt="2026-03-11T23:11:55.449" v="6045"/>
          <ac:spMkLst>
            <pc:docMk/>
            <pc:sldMk cId="2984705734" sldId="375"/>
            <ac:spMk id="2" creationId="{BEC6D9E5-A1F2-E20C-4045-029E1C00C3F9}"/>
          </ac:spMkLst>
        </pc:spChg>
        <pc:spChg chg="mod">
          <ac:chgData name="Hilton Sarius" userId="e41e4170-a0b5-4ce6-bed1-533b1cecee6e" providerId="ADAL" clId="{0AB84215-D5DE-4B51-994D-7B1DCB931E97}" dt="2026-02-26T02:00:01.989" v="5091" actId="113"/>
          <ac:spMkLst>
            <pc:docMk/>
            <pc:sldMk cId="2984705734" sldId="375"/>
            <ac:spMk id="3" creationId="{A81420D5-891D-7C06-F4BE-821B8BE99989}"/>
          </ac:spMkLst>
        </pc:spChg>
        <pc:picChg chg="add mod ord">
          <ac:chgData name="Hilton Sarius" userId="e41e4170-a0b5-4ce6-bed1-533b1cecee6e" providerId="ADAL" clId="{0AB84215-D5DE-4B51-994D-7B1DCB931E97}" dt="2026-02-26T01:50:40.628" v="5015" actId="29295"/>
          <ac:picMkLst>
            <pc:docMk/>
            <pc:sldMk cId="2984705734" sldId="375"/>
            <ac:picMk id="7" creationId="{B115BAAA-1093-8752-5994-D3C1004B43D5}"/>
          </ac:picMkLst>
        </pc:picChg>
      </pc:sldChg>
      <pc:sldChg chg="addSp delSp modSp add del mod ord modNotesTx">
        <pc:chgData name="Hilton Sarius" userId="e41e4170-a0b5-4ce6-bed1-533b1cecee6e" providerId="ADAL" clId="{0AB84215-D5DE-4B51-994D-7B1DCB931E97}" dt="2026-03-11T23:20:11.642" v="6061" actId="47"/>
        <pc:sldMkLst>
          <pc:docMk/>
          <pc:sldMk cId="991245229" sldId="376"/>
        </pc:sldMkLst>
        <pc:spChg chg="mod">
          <ac:chgData name="Hilton Sarius" userId="e41e4170-a0b5-4ce6-bed1-533b1cecee6e" providerId="ADAL" clId="{0AB84215-D5DE-4B51-994D-7B1DCB931E97}" dt="2026-03-11T23:11:40.757" v="6044" actId="20577"/>
          <ac:spMkLst>
            <pc:docMk/>
            <pc:sldMk cId="991245229" sldId="376"/>
            <ac:spMk id="5" creationId="{DCD8D860-E850-6285-C5C4-8F9AC1073ECF}"/>
          </ac:spMkLst>
        </pc:spChg>
        <pc:spChg chg="add mod">
          <ac:chgData name="Hilton Sarius" userId="e41e4170-a0b5-4ce6-bed1-533b1cecee6e" providerId="ADAL" clId="{0AB84215-D5DE-4B51-994D-7B1DCB931E97}" dt="2026-03-11T23:16:43.350" v="6049"/>
          <ac:spMkLst>
            <pc:docMk/>
            <pc:sldMk cId="991245229" sldId="376"/>
            <ac:spMk id="6" creationId="{3D9ACAB9-0816-CA0B-320F-BDB798F55BA1}"/>
          </ac:spMkLst>
        </pc:spChg>
        <pc:spChg chg="add mod">
          <ac:chgData name="Hilton Sarius" userId="e41e4170-a0b5-4ce6-bed1-533b1cecee6e" providerId="ADAL" clId="{0AB84215-D5DE-4B51-994D-7B1DCB931E97}" dt="2026-03-11T23:16:54.810" v="6050"/>
          <ac:spMkLst>
            <pc:docMk/>
            <pc:sldMk cId="991245229" sldId="376"/>
            <ac:spMk id="7" creationId="{E8382DA7-707D-62F3-6954-D309636E5096}"/>
          </ac:spMkLst>
        </pc:spChg>
        <pc:spChg chg="add mod">
          <ac:chgData name="Hilton Sarius" userId="e41e4170-a0b5-4ce6-bed1-533b1cecee6e" providerId="ADAL" clId="{0AB84215-D5DE-4B51-994D-7B1DCB931E97}" dt="2026-03-11T23:17:01.498" v="6051"/>
          <ac:spMkLst>
            <pc:docMk/>
            <pc:sldMk cId="991245229" sldId="376"/>
            <ac:spMk id="8" creationId="{D37E9D3B-365A-ECCF-54CD-DDBB9BA4245A}"/>
          </ac:spMkLst>
        </pc:spChg>
        <pc:picChg chg="add del mod">
          <ac:chgData name="Hilton Sarius" userId="e41e4170-a0b5-4ce6-bed1-533b1cecee6e" providerId="ADAL" clId="{0AB84215-D5DE-4B51-994D-7B1DCB931E97}" dt="2026-03-11T23:12:13.576" v="6046" actId="478"/>
          <ac:picMkLst>
            <pc:docMk/>
            <pc:sldMk cId="991245229" sldId="376"/>
            <ac:picMk id="2052" creationId="{CAB61799-E1D4-110E-73F3-DFBE8A8A9532}"/>
          </ac:picMkLst>
        </pc:picChg>
      </pc:sldChg>
      <pc:sldChg chg="addSp delSp modSp add del mod">
        <pc:chgData name="Hilton Sarius" userId="e41e4170-a0b5-4ce6-bed1-533b1cecee6e" providerId="ADAL" clId="{0AB84215-D5DE-4B51-994D-7B1DCB931E97}" dt="2026-03-11T23:05:11.590" v="5999" actId="47"/>
        <pc:sldMkLst>
          <pc:docMk/>
          <pc:sldMk cId="2165426282" sldId="377"/>
        </pc:sldMkLst>
      </pc:sldChg>
      <pc:sldChg chg="addSp delSp modSp add del mod">
        <pc:chgData name="Hilton Sarius" userId="e41e4170-a0b5-4ce6-bed1-533b1cecee6e" providerId="ADAL" clId="{0AB84215-D5DE-4B51-994D-7B1DCB931E97}" dt="2026-03-11T23:05:13.155" v="6000" actId="47"/>
        <pc:sldMkLst>
          <pc:docMk/>
          <pc:sldMk cId="173382327" sldId="378"/>
        </pc:sldMkLst>
      </pc:sldChg>
      <pc:sldChg chg="addSp delSp modSp add del mod">
        <pc:chgData name="Hilton Sarius" userId="e41e4170-a0b5-4ce6-bed1-533b1cecee6e" providerId="ADAL" clId="{0AB84215-D5DE-4B51-994D-7B1DCB931E97}" dt="2026-03-11T23:05:15.396" v="6001" actId="47"/>
        <pc:sldMkLst>
          <pc:docMk/>
          <pc:sldMk cId="2754249411" sldId="379"/>
        </pc:sldMkLst>
      </pc:sldChg>
      <pc:sldChg chg="addSp delSp modSp add del mod">
        <pc:chgData name="Hilton Sarius" userId="e41e4170-a0b5-4ce6-bed1-533b1cecee6e" providerId="ADAL" clId="{0AB84215-D5DE-4B51-994D-7B1DCB931E97}" dt="2026-03-11T23:05:17.286" v="6002" actId="47"/>
        <pc:sldMkLst>
          <pc:docMk/>
          <pc:sldMk cId="2492488645" sldId="380"/>
        </pc:sldMkLst>
      </pc:sldChg>
      <pc:sldChg chg="addSp delSp modSp add del mod">
        <pc:chgData name="Hilton Sarius" userId="e41e4170-a0b5-4ce6-bed1-533b1cecee6e" providerId="ADAL" clId="{0AB84215-D5DE-4B51-994D-7B1DCB931E97}" dt="2026-03-11T23:05:18.783" v="6003" actId="47"/>
        <pc:sldMkLst>
          <pc:docMk/>
          <pc:sldMk cId="3618592226" sldId="381"/>
        </pc:sldMkLst>
      </pc:sldChg>
      <pc:sldChg chg="addSp delSp modSp add del mod">
        <pc:chgData name="Hilton Sarius" userId="e41e4170-a0b5-4ce6-bed1-533b1cecee6e" providerId="ADAL" clId="{0AB84215-D5DE-4B51-994D-7B1DCB931E97}" dt="2026-03-11T23:05:20.556" v="6004" actId="47"/>
        <pc:sldMkLst>
          <pc:docMk/>
          <pc:sldMk cId="1267275952" sldId="382"/>
        </pc:sldMkLst>
      </pc:sldChg>
      <pc:sldChg chg="addSp delSp modSp add del mod">
        <pc:chgData name="Hilton Sarius" userId="e41e4170-a0b5-4ce6-bed1-533b1cecee6e" providerId="ADAL" clId="{0AB84215-D5DE-4B51-994D-7B1DCB931E97}" dt="2026-03-11T23:05:22.758" v="6005" actId="47"/>
        <pc:sldMkLst>
          <pc:docMk/>
          <pc:sldMk cId="1982569779" sldId="383"/>
        </pc:sldMkLst>
      </pc:sldChg>
      <pc:sldChg chg="addSp modSp add del mod">
        <pc:chgData name="Hilton Sarius" userId="e41e4170-a0b5-4ce6-bed1-533b1cecee6e" providerId="ADAL" clId="{0AB84215-D5DE-4B51-994D-7B1DCB931E97}" dt="2026-03-11T23:05:24.396" v="6006" actId="47"/>
        <pc:sldMkLst>
          <pc:docMk/>
          <pc:sldMk cId="475267008" sldId="384"/>
        </pc:sldMkLst>
      </pc:sldChg>
      <pc:sldChg chg="addSp delSp modSp add del mod">
        <pc:chgData name="Hilton Sarius" userId="e41e4170-a0b5-4ce6-bed1-533b1cecee6e" providerId="ADAL" clId="{0AB84215-D5DE-4B51-994D-7B1DCB931E97}" dt="2026-03-11T23:05:25.840" v="6007" actId="47"/>
        <pc:sldMkLst>
          <pc:docMk/>
          <pc:sldMk cId="4020753299" sldId="385"/>
        </pc:sldMkLst>
      </pc:sldChg>
      <pc:sldChg chg="addSp delSp modSp add del mod">
        <pc:chgData name="Hilton Sarius" userId="e41e4170-a0b5-4ce6-bed1-533b1cecee6e" providerId="ADAL" clId="{0AB84215-D5DE-4B51-994D-7B1DCB931E97}" dt="2026-03-11T23:05:27.408" v="6008" actId="47"/>
        <pc:sldMkLst>
          <pc:docMk/>
          <pc:sldMk cId="25347672" sldId="386"/>
        </pc:sldMkLst>
      </pc:sldChg>
      <pc:sldChg chg="addSp delSp modSp add del mod">
        <pc:chgData name="Hilton Sarius" userId="e41e4170-a0b5-4ce6-bed1-533b1cecee6e" providerId="ADAL" clId="{0AB84215-D5DE-4B51-994D-7B1DCB931E97}" dt="2026-03-11T23:05:27.663" v="6009" actId="47"/>
        <pc:sldMkLst>
          <pc:docMk/>
          <pc:sldMk cId="2182197935" sldId="387"/>
        </pc:sldMkLst>
      </pc:sldChg>
      <pc:sldChg chg="addSp delSp modSp add del mod">
        <pc:chgData name="Hilton Sarius" userId="e41e4170-a0b5-4ce6-bed1-533b1cecee6e" providerId="ADAL" clId="{0AB84215-D5DE-4B51-994D-7B1DCB931E97}" dt="2026-03-11T23:05:27.916" v="6010" actId="47"/>
        <pc:sldMkLst>
          <pc:docMk/>
          <pc:sldMk cId="2657414105" sldId="388"/>
        </pc:sldMkLst>
      </pc:sldChg>
      <pc:sldChg chg="addSp delSp modSp add del mod">
        <pc:chgData name="Hilton Sarius" userId="e41e4170-a0b5-4ce6-bed1-533b1cecee6e" providerId="ADAL" clId="{0AB84215-D5DE-4B51-994D-7B1DCB931E97}" dt="2026-03-11T23:05:29.580" v="6011" actId="47"/>
        <pc:sldMkLst>
          <pc:docMk/>
          <pc:sldMk cId="4267010867" sldId="389"/>
        </pc:sldMkLst>
      </pc:sldChg>
      <pc:sldChg chg="modSp add ord">
        <pc:chgData name="Hilton Sarius" userId="e41e4170-a0b5-4ce6-bed1-533b1cecee6e" providerId="ADAL" clId="{0AB84215-D5DE-4B51-994D-7B1DCB931E97}" dt="2026-02-27T00:43:27.784" v="5881"/>
        <pc:sldMkLst>
          <pc:docMk/>
          <pc:sldMk cId="630727608" sldId="390"/>
        </pc:sldMkLst>
        <pc:spChg chg="mod">
          <ac:chgData name="Hilton Sarius" userId="e41e4170-a0b5-4ce6-bed1-533b1cecee6e" providerId="ADAL" clId="{0AB84215-D5DE-4B51-994D-7B1DCB931E97}" dt="2026-02-27T00:43:27.784" v="5881"/>
          <ac:spMkLst>
            <pc:docMk/>
            <pc:sldMk cId="630727608" sldId="390"/>
            <ac:spMk id="2" creationId="{901AC55F-E71C-8D1C-C4F2-4B706374327E}"/>
          </ac:spMkLst>
        </pc:spChg>
      </pc:sldChg>
      <pc:sldChg chg="addSp modSp add mod ord">
        <pc:chgData name="Hilton Sarius" userId="e41e4170-a0b5-4ce6-bed1-533b1cecee6e" providerId="ADAL" clId="{0AB84215-D5DE-4B51-994D-7B1DCB931E97}" dt="2026-03-11T23:20:08.540" v="6060"/>
        <pc:sldMkLst>
          <pc:docMk/>
          <pc:sldMk cId="2100729941" sldId="391"/>
        </pc:sldMkLst>
        <pc:spChg chg="mod">
          <ac:chgData name="Hilton Sarius" userId="e41e4170-a0b5-4ce6-bed1-533b1cecee6e" providerId="ADAL" clId="{0AB84215-D5DE-4B51-994D-7B1DCB931E97}" dt="2026-03-11T23:18:29.765" v="6055" actId="14100"/>
          <ac:spMkLst>
            <pc:docMk/>
            <pc:sldMk cId="2100729941" sldId="391"/>
            <ac:spMk id="7" creationId="{BAF309B5-5D4D-01F7-44A6-ECDD885C2A29}"/>
          </ac:spMkLst>
        </pc:spChg>
        <pc:spChg chg="mod">
          <ac:chgData name="Hilton Sarius" userId="e41e4170-a0b5-4ce6-bed1-533b1cecee6e" providerId="ADAL" clId="{0AB84215-D5DE-4B51-994D-7B1DCB931E97}" dt="2026-03-11T23:18:23.030" v="6054" actId="14100"/>
          <ac:spMkLst>
            <pc:docMk/>
            <pc:sldMk cId="2100729941" sldId="391"/>
            <ac:spMk id="8" creationId="{90B96FAA-17DE-6313-5D1E-C91E4B257686}"/>
          </ac:spMkLst>
        </pc:spChg>
        <pc:picChg chg="add mod">
          <ac:chgData name="Hilton Sarius" userId="e41e4170-a0b5-4ce6-bed1-533b1cecee6e" providerId="ADAL" clId="{0AB84215-D5DE-4B51-994D-7B1DCB931E97}" dt="2026-03-11T23:19:57.735" v="6058" actId="1076"/>
          <ac:picMkLst>
            <pc:docMk/>
            <pc:sldMk cId="2100729941" sldId="391"/>
            <ac:picMk id="4" creationId="{FB1A7154-366C-0687-B52F-518FD43336ED}"/>
          </ac:picMkLst>
        </pc:picChg>
      </pc:sldChg>
      <pc:sldChg chg="addSp delSp modSp add mod">
        <pc:chgData name="Hilton Sarius" userId="e41e4170-a0b5-4ce6-bed1-533b1cecee6e" providerId="ADAL" clId="{0AB84215-D5DE-4B51-994D-7B1DCB931E97}" dt="2026-03-11T23:26:24.017" v="6092" actId="1076"/>
        <pc:sldMkLst>
          <pc:docMk/>
          <pc:sldMk cId="1820935966" sldId="392"/>
        </pc:sldMkLst>
        <pc:spChg chg="mod">
          <ac:chgData name="Hilton Sarius" userId="e41e4170-a0b5-4ce6-bed1-533b1cecee6e" providerId="ADAL" clId="{0AB84215-D5DE-4B51-994D-7B1DCB931E97}" dt="2026-03-11T23:23:21.019" v="6078" actId="12"/>
          <ac:spMkLst>
            <pc:docMk/>
            <pc:sldMk cId="1820935966" sldId="392"/>
            <ac:spMk id="6" creationId="{9D855900-A22D-CEE0-1CCB-AFDB40482637}"/>
          </ac:spMkLst>
        </pc:spChg>
        <pc:spChg chg="del mod">
          <ac:chgData name="Hilton Sarius" userId="e41e4170-a0b5-4ce6-bed1-533b1cecee6e" providerId="ADAL" clId="{0AB84215-D5DE-4B51-994D-7B1DCB931E97}" dt="2026-03-11T23:25:15.849" v="6083" actId="478"/>
          <ac:spMkLst>
            <pc:docMk/>
            <pc:sldMk cId="1820935966" sldId="392"/>
            <ac:spMk id="7" creationId="{36DBF465-50FE-8435-53D5-5F2CB6FC1AA1}"/>
          </ac:spMkLst>
        </pc:spChg>
        <pc:spChg chg="del mod">
          <ac:chgData name="Hilton Sarius" userId="e41e4170-a0b5-4ce6-bed1-533b1cecee6e" providerId="ADAL" clId="{0AB84215-D5DE-4B51-994D-7B1DCB931E97}" dt="2026-03-11T23:25:18.931" v="6084" actId="478"/>
          <ac:spMkLst>
            <pc:docMk/>
            <pc:sldMk cId="1820935966" sldId="392"/>
            <ac:spMk id="8" creationId="{CE1D22FE-B2F2-09E7-532D-7D61E5F20022}"/>
          </ac:spMkLst>
        </pc:spChg>
        <pc:picChg chg="del">
          <ac:chgData name="Hilton Sarius" userId="e41e4170-a0b5-4ce6-bed1-533b1cecee6e" providerId="ADAL" clId="{0AB84215-D5DE-4B51-994D-7B1DCB931E97}" dt="2026-03-11T23:21:26.925" v="6063" actId="478"/>
          <ac:picMkLst>
            <pc:docMk/>
            <pc:sldMk cId="1820935966" sldId="392"/>
            <ac:picMk id="4" creationId="{D7C7543E-65B6-F69B-B074-E7CDCE70A216}"/>
          </ac:picMkLst>
        </pc:picChg>
        <pc:picChg chg="add del mod ord">
          <ac:chgData name="Hilton Sarius" userId="e41e4170-a0b5-4ce6-bed1-533b1cecee6e" providerId="ADAL" clId="{0AB84215-D5DE-4B51-994D-7B1DCB931E97}" dt="2026-03-11T23:26:05.694" v="6089" actId="478"/>
          <ac:picMkLst>
            <pc:docMk/>
            <pc:sldMk cId="1820935966" sldId="392"/>
            <ac:picMk id="9" creationId="{2C67E1CE-4B87-96E4-F14D-9656BDE2D7CC}"/>
          </ac:picMkLst>
        </pc:picChg>
        <pc:picChg chg="add mod">
          <ac:chgData name="Hilton Sarius" userId="e41e4170-a0b5-4ce6-bed1-533b1cecee6e" providerId="ADAL" clId="{0AB84215-D5DE-4B51-994D-7B1DCB931E97}" dt="2026-03-11T23:26:24.017" v="6092" actId="1076"/>
          <ac:picMkLst>
            <pc:docMk/>
            <pc:sldMk cId="1820935966" sldId="392"/>
            <ac:picMk id="11" creationId="{4B507904-870E-FF87-DBF3-8EA8951BB2B5}"/>
          </ac:picMkLst>
        </pc:picChg>
      </pc:sldChg>
      <pc:sldChg chg="addSp delSp modSp add mod">
        <pc:chgData name="Hilton Sarius" userId="e41e4170-a0b5-4ce6-bed1-533b1cecee6e" providerId="ADAL" clId="{0AB84215-D5DE-4B51-994D-7B1DCB931E97}" dt="2026-03-11T23:27:21.842" v="6097" actId="1076"/>
        <pc:sldMkLst>
          <pc:docMk/>
          <pc:sldMk cId="700601821" sldId="393"/>
        </pc:sldMkLst>
        <pc:spChg chg="del">
          <ac:chgData name="Hilton Sarius" userId="e41e4170-a0b5-4ce6-bed1-533b1cecee6e" providerId="ADAL" clId="{0AB84215-D5DE-4B51-994D-7B1DCB931E97}" dt="2026-03-11T23:26:27.698" v="6093" actId="478"/>
          <ac:spMkLst>
            <pc:docMk/>
            <pc:sldMk cId="700601821" sldId="393"/>
            <ac:spMk id="6" creationId="{AA2276E3-DE0B-5361-3A91-8C9D90B0CEAA}"/>
          </ac:spMkLst>
        </pc:spChg>
        <pc:spChg chg="mod">
          <ac:chgData name="Hilton Sarius" userId="e41e4170-a0b5-4ce6-bed1-533b1cecee6e" providerId="ADAL" clId="{0AB84215-D5DE-4B51-994D-7B1DCB931E97}" dt="2026-03-11T23:26:44.697" v="6094" actId="1076"/>
          <ac:spMkLst>
            <pc:docMk/>
            <pc:sldMk cId="700601821" sldId="393"/>
            <ac:spMk id="7" creationId="{36F859B4-B930-363B-47BD-192131217834}"/>
          </ac:spMkLst>
        </pc:spChg>
        <pc:spChg chg="del">
          <ac:chgData name="Hilton Sarius" userId="e41e4170-a0b5-4ce6-bed1-533b1cecee6e" providerId="ADAL" clId="{0AB84215-D5DE-4B51-994D-7B1DCB931E97}" dt="2026-03-11T23:26:46.289" v="6095" actId="478"/>
          <ac:spMkLst>
            <pc:docMk/>
            <pc:sldMk cId="700601821" sldId="393"/>
            <ac:spMk id="8" creationId="{E3B87AEA-3424-1774-BCA0-38047303770D}"/>
          </ac:spMkLst>
        </pc:spChg>
        <pc:picChg chg="add mod">
          <ac:chgData name="Hilton Sarius" userId="e41e4170-a0b5-4ce6-bed1-533b1cecee6e" providerId="ADAL" clId="{0AB84215-D5DE-4B51-994D-7B1DCB931E97}" dt="2026-03-11T23:27:21.842" v="6097" actId="1076"/>
          <ac:picMkLst>
            <pc:docMk/>
            <pc:sldMk cId="700601821" sldId="393"/>
            <ac:picMk id="4" creationId="{2EEC027C-BDF7-4880-871A-706ABAD6BEF5}"/>
          </ac:picMkLst>
        </pc:picChg>
      </pc:sldChg>
      <pc:sldChg chg="addSp delSp modSp add mod">
        <pc:chgData name="Hilton Sarius" userId="e41e4170-a0b5-4ce6-bed1-533b1cecee6e" providerId="ADAL" clId="{0AB84215-D5DE-4B51-994D-7B1DCB931E97}" dt="2026-03-12T00:29:59.279" v="6543" actId="1076"/>
        <pc:sldMkLst>
          <pc:docMk/>
          <pc:sldMk cId="3214995614" sldId="394"/>
        </pc:sldMkLst>
        <pc:spChg chg="del mod">
          <ac:chgData name="Hilton Sarius" userId="e41e4170-a0b5-4ce6-bed1-533b1cecee6e" providerId="ADAL" clId="{0AB84215-D5DE-4B51-994D-7B1DCB931E97}" dt="2026-03-11T23:27:35.785" v="6099" actId="478"/>
          <ac:spMkLst>
            <pc:docMk/>
            <pc:sldMk cId="3214995614" sldId="394"/>
            <ac:spMk id="6" creationId="{1723252C-5662-5041-C9C1-98B710513498}"/>
          </ac:spMkLst>
        </pc:spChg>
        <pc:spChg chg="del">
          <ac:chgData name="Hilton Sarius" userId="e41e4170-a0b5-4ce6-bed1-533b1cecee6e" providerId="ADAL" clId="{0AB84215-D5DE-4B51-994D-7B1DCB931E97}" dt="2026-03-11T23:27:37.265" v="6100" actId="478"/>
          <ac:spMkLst>
            <pc:docMk/>
            <pc:sldMk cId="3214995614" sldId="394"/>
            <ac:spMk id="7" creationId="{1FF10822-FFF4-9D3A-09E1-25A49A8FC98A}"/>
          </ac:spMkLst>
        </pc:spChg>
        <pc:spChg chg="mod">
          <ac:chgData name="Hilton Sarius" userId="e41e4170-a0b5-4ce6-bed1-533b1cecee6e" providerId="ADAL" clId="{0AB84215-D5DE-4B51-994D-7B1DCB931E97}" dt="2026-03-11T23:28:02.542" v="6196" actId="1037"/>
          <ac:spMkLst>
            <pc:docMk/>
            <pc:sldMk cId="3214995614" sldId="394"/>
            <ac:spMk id="8" creationId="{9D61206A-20A3-BA50-3825-DC77073FFA61}"/>
          </ac:spMkLst>
        </pc:spChg>
        <pc:picChg chg="add mod">
          <ac:chgData name="Hilton Sarius" userId="e41e4170-a0b5-4ce6-bed1-533b1cecee6e" providerId="ADAL" clId="{0AB84215-D5DE-4B51-994D-7B1DCB931E97}" dt="2026-03-12T00:29:59.279" v="6543" actId="1076"/>
          <ac:picMkLst>
            <pc:docMk/>
            <pc:sldMk cId="3214995614" sldId="394"/>
            <ac:picMk id="4" creationId="{4543636A-5DB7-F8AC-42E1-FF09E4C4E021}"/>
          </ac:picMkLst>
        </pc:picChg>
      </pc:sldChg>
      <pc:sldChg chg="addSp delSp modSp add mod">
        <pc:chgData name="Hilton Sarius" userId="e41e4170-a0b5-4ce6-bed1-533b1cecee6e" providerId="ADAL" clId="{0AB84215-D5DE-4B51-994D-7B1DCB931E97}" dt="2026-03-11T23:43:43.818" v="6217" actId="1076"/>
        <pc:sldMkLst>
          <pc:docMk/>
          <pc:sldMk cId="1253346096" sldId="395"/>
        </pc:sldMkLst>
        <pc:spChg chg="add mod">
          <ac:chgData name="Hilton Sarius" userId="e41e4170-a0b5-4ce6-bed1-533b1cecee6e" providerId="ADAL" clId="{0AB84215-D5DE-4B51-994D-7B1DCB931E97}" dt="2026-03-11T23:42:16.623" v="6213" actId="1076"/>
          <ac:spMkLst>
            <pc:docMk/>
            <pc:sldMk cId="1253346096" sldId="395"/>
            <ac:spMk id="3" creationId="{2FA1DF27-D58F-9C2C-575C-DFBBD11C9999}"/>
          </ac:spMkLst>
        </pc:spChg>
        <pc:spChg chg="add mod">
          <ac:chgData name="Hilton Sarius" userId="e41e4170-a0b5-4ce6-bed1-533b1cecee6e" providerId="ADAL" clId="{0AB84215-D5DE-4B51-994D-7B1DCB931E97}" dt="2026-03-11T23:42:22.954" v="6215" actId="14100"/>
          <ac:spMkLst>
            <pc:docMk/>
            <pc:sldMk cId="1253346096" sldId="395"/>
            <ac:spMk id="4" creationId="{7A490F62-9BB7-1076-0404-8D9183A3BF03}"/>
          </ac:spMkLst>
        </pc:spChg>
        <pc:spChg chg="add del mod">
          <ac:chgData name="Hilton Sarius" userId="e41e4170-a0b5-4ce6-bed1-533b1cecee6e" providerId="ADAL" clId="{0AB84215-D5DE-4B51-994D-7B1DCB931E97}" dt="2026-03-11T23:42:11.881" v="6211" actId="14100"/>
          <ac:spMkLst>
            <pc:docMk/>
            <pc:sldMk cId="1253346096" sldId="395"/>
            <ac:spMk id="8" creationId="{4C35ACCF-65E6-2D76-D76D-FC1111BB6BA9}"/>
          </ac:spMkLst>
        </pc:spChg>
        <pc:picChg chg="add mod">
          <ac:chgData name="Hilton Sarius" userId="e41e4170-a0b5-4ce6-bed1-533b1cecee6e" providerId="ADAL" clId="{0AB84215-D5DE-4B51-994D-7B1DCB931E97}" dt="2026-03-11T23:43:43.818" v="6217" actId="1076"/>
          <ac:picMkLst>
            <pc:docMk/>
            <pc:sldMk cId="1253346096" sldId="395"/>
            <ac:picMk id="7" creationId="{D613E984-FE0A-D205-0F28-71B39D660660}"/>
          </ac:picMkLst>
        </pc:picChg>
      </pc:sldChg>
      <pc:sldChg chg="addSp delSp modSp add mod">
        <pc:chgData name="Hilton Sarius" userId="e41e4170-a0b5-4ce6-bed1-533b1cecee6e" providerId="ADAL" clId="{0AB84215-D5DE-4B51-994D-7B1DCB931E97}" dt="2026-03-11T23:45:36.135" v="6224" actId="1076"/>
        <pc:sldMkLst>
          <pc:docMk/>
          <pc:sldMk cId="3560632765" sldId="396"/>
        </pc:sldMkLst>
        <pc:spChg chg="mod">
          <ac:chgData name="Hilton Sarius" userId="e41e4170-a0b5-4ce6-bed1-533b1cecee6e" providerId="ADAL" clId="{0AB84215-D5DE-4B51-994D-7B1DCB931E97}" dt="2026-03-11T23:44:37.516" v="6220"/>
          <ac:spMkLst>
            <pc:docMk/>
            <pc:sldMk cId="3560632765" sldId="396"/>
            <ac:spMk id="3" creationId="{1B342582-A012-7DBB-2677-DFFD9329D697}"/>
          </ac:spMkLst>
        </pc:spChg>
        <pc:spChg chg="mod">
          <ac:chgData name="Hilton Sarius" userId="e41e4170-a0b5-4ce6-bed1-533b1cecee6e" providerId="ADAL" clId="{0AB84215-D5DE-4B51-994D-7B1DCB931E97}" dt="2026-03-11T23:44:43.143" v="6221"/>
          <ac:spMkLst>
            <pc:docMk/>
            <pc:sldMk cId="3560632765" sldId="396"/>
            <ac:spMk id="4" creationId="{403E5B1D-E7B9-7AE3-724B-1B631F669C90}"/>
          </ac:spMkLst>
        </pc:spChg>
        <pc:spChg chg="mod">
          <ac:chgData name="Hilton Sarius" userId="e41e4170-a0b5-4ce6-bed1-533b1cecee6e" providerId="ADAL" clId="{0AB84215-D5DE-4B51-994D-7B1DCB931E97}" dt="2026-03-11T23:44:31.809" v="6219"/>
          <ac:spMkLst>
            <pc:docMk/>
            <pc:sldMk cId="3560632765" sldId="396"/>
            <ac:spMk id="8" creationId="{1F87DE04-45A9-4B15-DF9F-3391A8EF895D}"/>
          </ac:spMkLst>
        </pc:spChg>
        <pc:picChg chg="del">
          <ac:chgData name="Hilton Sarius" userId="e41e4170-a0b5-4ce6-bed1-533b1cecee6e" providerId="ADAL" clId="{0AB84215-D5DE-4B51-994D-7B1DCB931E97}" dt="2026-03-11T23:44:44.907" v="6222" actId="478"/>
          <ac:picMkLst>
            <pc:docMk/>
            <pc:sldMk cId="3560632765" sldId="396"/>
            <ac:picMk id="7" creationId="{53FCC5C5-8871-26CA-88E3-1F29328CE7E6}"/>
          </ac:picMkLst>
        </pc:picChg>
        <pc:picChg chg="add mod">
          <ac:chgData name="Hilton Sarius" userId="e41e4170-a0b5-4ce6-bed1-533b1cecee6e" providerId="ADAL" clId="{0AB84215-D5DE-4B51-994D-7B1DCB931E97}" dt="2026-03-11T23:45:36.135" v="6224" actId="1076"/>
          <ac:picMkLst>
            <pc:docMk/>
            <pc:sldMk cId="3560632765" sldId="396"/>
            <ac:picMk id="9" creationId="{B13E2370-D8BB-6F39-AD47-97D0AEB0CEC8}"/>
          </ac:picMkLst>
        </pc:picChg>
      </pc:sldChg>
      <pc:sldChg chg="addSp delSp modSp add mod">
        <pc:chgData name="Hilton Sarius" userId="e41e4170-a0b5-4ce6-bed1-533b1cecee6e" providerId="ADAL" clId="{0AB84215-D5DE-4B51-994D-7B1DCB931E97}" dt="2026-03-11T23:46:32.194" v="6231" actId="167"/>
        <pc:sldMkLst>
          <pc:docMk/>
          <pc:sldMk cId="926283249" sldId="397"/>
        </pc:sldMkLst>
        <pc:spChg chg="del">
          <ac:chgData name="Hilton Sarius" userId="e41e4170-a0b5-4ce6-bed1-533b1cecee6e" providerId="ADAL" clId="{0AB84215-D5DE-4B51-994D-7B1DCB931E97}" dt="2026-03-11T23:46:17.087" v="6227" actId="478"/>
          <ac:spMkLst>
            <pc:docMk/>
            <pc:sldMk cId="926283249" sldId="397"/>
            <ac:spMk id="3" creationId="{B17EF9E4-A941-92C3-3DEF-D66DA6B12757}"/>
          </ac:spMkLst>
        </pc:spChg>
        <pc:spChg chg="del">
          <ac:chgData name="Hilton Sarius" userId="e41e4170-a0b5-4ce6-bed1-533b1cecee6e" providerId="ADAL" clId="{0AB84215-D5DE-4B51-994D-7B1DCB931E97}" dt="2026-03-11T23:46:18.597" v="6228" actId="478"/>
          <ac:spMkLst>
            <pc:docMk/>
            <pc:sldMk cId="926283249" sldId="397"/>
            <ac:spMk id="4" creationId="{F0B42756-DC7D-9BFD-5099-7D299B16BB50}"/>
          </ac:spMkLst>
        </pc:spChg>
        <pc:spChg chg="del">
          <ac:chgData name="Hilton Sarius" userId="e41e4170-a0b5-4ce6-bed1-533b1cecee6e" providerId="ADAL" clId="{0AB84215-D5DE-4B51-994D-7B1DCB931E97}" dt="2026-03-11T23:46:16.426" v="6226" actId="478"/>
          <ac:spMkLst>
            <pc:docMk/>
            <pc:sldMk cId="926283249" sldId="397"/>
            <ac:spMk id="8" creationId="{8F13755E-1955-6DBD-047A-7CB2E8975C5C}"/>
          </ac:spMkLst>
        </pc:spChg>
        <pc:picChg chg="add ord">
          <ac:chgData name="Hilton Sarius" userId="e41e4170-a0b5-4ce6-bed1-533b1cecee6e" providerId="ADAL" clId="{0AB84215-D5DE-4B51-994D-7B1DCB931E97}" dt="2026-03-11T23:46:32.194" v="6231" actId="167"/>
          <ac:picMkLst>
            <pc:docMk/>
            <pc:sldMk cId="926283249" sldId="397"/>
            <ac:picMk id="7" creationId="{8048A278-D6DA-F09D-2252-AF163B6A1E27}"/>
          </ac:picMkLst>
        </pc:picChg>
        <pc:picChg chg="del">
          <ac:chgData name="Hilton Sarius" userId="e41e4170-a0b5-4ce6-bed1-533b1cecee6e" providerId="ADAL" clId="{0AB84215-D5DE-4B51-994D-7B1DCB931E97}" dt="2026-03-11T23:46:19.141" v="6229" actId="478"/>
          <ac:picMkLst>
            <pc:docMk/>
            <pc:sldMk cId="926283249" sldId="397"/>
            <ac:picMk id="9" creationId="{5026D2F5-6706-CEA9-1352-4C79845BBBB9}"/>
          </ac:picMkLst>
        </pc:picChg>
      </pc:sldChg>
      <pc:sldChg chg="delSp add del mod">
        <pc:chgData name="Hilton Sarius" userId="e41e4170-a0b5-4ce6-bed1-533b1cecee6e" providerId="ADAL" clId="{0AB84215-D5DE-4B51-994D-7B1DCB931E97}" dt="2026-03-11T23:48:55.104" v="6237" actId="47"/>
        <pc:sldMkLst>
          <pc:docMk/>
          <pc:sldMk cId="1056104968" sldId="398"/>
        </pc:sldMkLst>
        <pc:picChg chg="del">
          <ac:chgData name="Hilton Sarius" userId="e41e4170-a0b5-4ce6-bed1-533b1cecee6e" providerId="ADAL" clId="{0AB84215-D5DE-4B51-994D-7B1DCB931E97}" dt="2026-03-11T23:47:11.454" v="6233" actId="478"/>
          <ac:picMkLst>
            <pc:docMk/>
            <pc:sldMk cId="1056104968" sldId="398"/>
            <ac:picMk id="7" creationId="{00666050-1D0A-61F9-3E6C-292F3EBBB14F}"/>
          </ac:picMkLst>
        </pc:picChg>
      </pc:sldChg>
      <pc:sldChg chg="addSp modSp add mod ord">
        <pc:chgData name="Hilton Sarius" userId="e41e4170-a0b5-4ce6-bed1-533b1cecee6e" providerId="ADAL" clId="{0AB84215-D5DE-4B51-994D-7B1DCB931E97}" dt="2026-03-11T23:50:06.784" v="6253" actId="1076"/>
        <pc:sldMkLst>
          <pc:docMk/>
          <pc:sldMk cId="3823692445" sldId="399"/>
        </pc:sldMkLst>
        <pc:spChg chg="add mod">
          <ac:chgData name="Hilton Sarius" userId="e41e4170-a0b5-4ce6-bed1-533b1cecee6e" providerId="ADAL" clId="{0AB84215-D5DE-4B51-994D-7B1DCB931E97}" dt="2026-03-11T23:49:39.186" v="6250"/>
          <ac:spMkLst>
            <pc:docMk/>
            <pc:sldMk cId="3823692445" sldId="399"/>
            <ac:spMk id="3" creationId="{8ED203B6-8C7C-1D01-766F-7E134482F8CE}"/>
          </ac:spMkLst>
        </pc:spChg>
        <pc:spChg chg="add mod">
          <ac:chgData name="Hilton Sarius" userId="e41e4170-a0b5-4ce6-bed1-533b1cecee6e" providerId="ADAL" clId="{0AB84215-D5DE-4B51-994D-7B1DCB931E97}" dt="2026-03-11T23:49:45.167" v="6251"/>
          <ac:spMkLst>
            <pc:docMk/>
            <pc:sldMk cId="3823692445" sldId="399"/>
            <ac:spMk id="4" creationId="{BD0D30C8-43B1-0CAA-A2A9-AA4726A0FEAB}"/>
          </ac:spMkLst>
        </pc:spChg>
        <pc:spChg chg="add mod">
          <ac:chgData name="Hilton Sarius" userId="e41e4170-a0b5-4ce6-bed1-533b1cecee6e" providerId="ADAL" clId="{0AB84215-D5DE-4B51-994D-7B1DCB931E97}" dt="2026-03-11T23:50:06.784" v="6253" actId="1076"/>
          <ac:spMkLst>
            <pc:docMk/>
            <pc:sldMk cId="3823692445" sldId="399"/>
            <ac:spMk id="7" creationId="{091DBD68-988B-69EE-5DEB-66AE0A761F95}"/>
          </ac:spMkLst>
        </pc:spChg>
        <pc:spChg chg="mod">
          <ac:chgData name="Hilton Sarius" userId="e41e4170-a0b5-4ce6-bed1-533b1cecee6e" providerId="ADAL" clId="{0AB84215-D5DE-4B51-994D-7B1DCB931E97}" dt="2026-03-11T23:49:33.497" v="6249"/>
          <ac:spMkLst>
            <pc:docMk/>
            <pc:sldMk cId="3823692445" sldId="399"/>
            <ac:spMk id="8" creationId="{6AD9FD80-50A8-BFE5-A7BE-5BDAA9EB263A}"/>
          </ac:spMkLst>
        </pc:spChg>
      </pc:sldChg>
      <pc:sldChg chg="addSp delSp modSp add mod ord">
        <pc:chgData name="Hilton Sarius" userId="e41e4170-a0b5-4ce6-bed1-533b1cecee6e" providerId="ADAL" clId="{0AB84215-D5DE-4B51-994D-7B1DCB931E97}" dt="2026-03-12T00:30:23.378" v="6545"/>
        <pc:sldMkLst>
          <pc:docMk/>
          <pc:sldMk cId="1316668822" sldId="400"/>
        </pc:sldMkLst>
        <pc:spChg chg="del">
          <ac:chgData name="Hilton Sarius" userId="e41e4170-a0b5-4ce6-bed1-533b1cecee6e" providerId="ADAL" clId="{0AB84215-D5DE-4B51-994D-7B1DCB931E97}" dt="2026-03-11T23:53:48.748" v="6256" actId="478"/>
          <ac:spMkLst>
            <pc:docMk/>
            <pc:sldMk cId="1316668822" sldId="400"/>
            <ac:spMk id="3" creationId="{25D3909D-8753-44F8-2F5D-ECEACC93A892}"/>
          </ac:spMkLst>
        </pc:spChg>
        <pc:spChg chg="del">
          <ac:chgData name="Hilton Sarius" userId="e41e4170-a0b5-4ce6-bed1-533b1cecee6e" providerId="ADAL" clId="{0AB84215-D5DE-4B51-994D-7B1DCB931E97}" dt="2026-03-11T23:53:51.815" v="6258" actId="478"/>
          <ac:spMkLst>
            <pc:docMk/>
            <pc:sldMk cId="1316668822" sldId="400"/>
            <ac:spMk id="4" creationId="{5073B8EB-A5BF-CCE8-3469-B0A790ED903A}"/>
          </ac:spMkLst>
        </pc:spChg>
        <pc:spChg chg="del">
          <ac:chgData name="Hilton Sarius" userId="e41e4170-a0b5-4ce6-bed1-533b1cecee6e" providerId="ADAL" clId="{0AB84215-D5DE-4B51-994D-7B1DCB931E97}" dt="2026-03-11T23:53:50.191" v="6257" actId="478"/>
          <ac:spMkLst>
            <pc:docMk/>
            <pc:sldMk cId="1316668822" sldId="400"/>
            <ac:spMk id="8" creationId="{7797FB54-D97C-5F86-2E7E-BBDA5D3E0926}"/>
          </ac:spMkLst>
        </pc:spChg>
        <pc:spChg chg="add del mod">
          <ac:chgData name="Hilton Sarius" userId="e41e4170-a0b5-4ce6-bed1-533b1cecee6e" providerId="ADAL" clId="{0AB84215-D5DE-4B51-994D-7B1DCB931E97}" dt="2026-03-12T00:00:47.533" v="6309" actId="478"/>
          <ac:spMkLst>
            <pc:docMk/>
            <pc:sldMk cId="1316668822" sldId="400"/>
            <ac:spMk id="33" creationId="{F54B29E7-2CDD-7449-4735-520B2AF5E9F7}"/>
          </ac:spMkLst>
        </pc:spChg>
        <pc:spChg chg="add mod">
          <ac:chgData name="Hilton Sarius" userId="e41e4170-a0b5-4ce6-bed1-533b1cecee6e" providerId="ADAL" clId="{0AB84215-D5DE-4B51-994D-7B1DCB931E97}" dt="2026-03-12T00:04:26.739" v="6373" actId="20577"/>
          <ac:spMkLst>
            <pc:docMk/>
            <pc:sldMk cId="1316668822" sldId="400"/>
            <ac:spMk id="34" creationId="{E23A0327-FCBE-545B-4003-C0F1DB8E2B35}"/>
          </ac:spMkLst>
        </pc:spChg>
        <pc:spChg chg="add mod">
          <ac:chgData name="Hilton Sarius" userId="e41e4170-a0b5-4ce6-bed1-533b1cecee6e" providerId="ADAL" clId="{0AB84215-D5DE-4B51-994D-7B1DCB931E97}" dt="2026-03-12T00:02:48.864" v="6355" actId="14100"/>
          <ac:spMkLst>
            <pc:docMk/>
            <pc:sldMk cId="1316668822" sldId="400"/>
            <ac:spMk id="38" creationId="{7FDB6EF7-E56D-C1CA-819B-EB726298007C}"/>
          </ac:spMkLst>
        </pc:spChg>
        <pc:picChg chg="add mod">
          <ac:chgData name="Hilton Sarius" userId="e41e4170-a0b5-4ce6-bed1-533b1cecee6e" providerId="ADAL" clId="{0AB84215-D5DE-4B51-994D-7B1DCB931E97}" dt="2026-03-12T00:00:00.487" v="6302" actId="1076"/>
          <ac:picMkLst>
            <pc:docMk/>
            <pc:sldMk cId="1316668822" sldId="400"/>
            <ac:picMk id="9" creationId="{9ADDE08D-A34F-92E1-DE6D-0C834A5F9261}"/>
          </ac:picMkLst>
        </pc:picChg>
        <pc:picChg chg="add mod">
          <ac:chgData name="Hilton Sarius" userId="e41e4170-a0b5-4ce6-bed1-533b1cecee6e" providerId="ADAL" clId="{0AB84215-D5DE-4B51-994D-7B1DCB931E97}" dt="2026-03-11T23:59:58.850" v="6301" actId="1076"/>
          <ac:picMkLst>
            <pc:docMk/>
            <pc:sldMk cId="1316668822" sldId="400"/>
            <ac:picMk id="11" creationId="{6AABDD37-E7D5-6BAE-9D08-84A150817B73}"/>
          </ac:picMkLst>
        </pc:picChg>
        <pc:picChg chg="add mod">
          <ac:chgData name="Hilton Sarius" userId="e41e4170-a0b5-4ce6-bed1-533b1cecee6e" providerId="ADAL" clId="{0AB84215-D5DE-4B51-994D-7B1DCB931E97}" dt="2026-03-11T23:59:45.596" v="6289" actId="14100"/>
          <ac:picMkLst>
            <pc:docMk/>
            <pc:sldMk cId="1316668822" sldId="400"/>
            <ac:picMk id="13" creationId="{9F8C9A65-F17B-71A7-930A-430E083946B6}"/>
          </ac:picMkLst>
        </pc:picChg>
        <pc:picChg chg="add mod">
          <ac:chgData name="Hilton Sarius" userId="e41e4170-a0b5-4ce6-bed1-533b1cecee6e" providerId="ADAL" clId="{0AB84215-D5DE-4B51-994D-7B1DCB931E97}" dt="2026-03-11T23:59:55.988" v="6298" actId="1076"/>
          <ac:picMkLst>
            <pc:docMk/>
            <pc:sldMk cId="1316668822" sldId="400"/>
            <ac:picMk id="15" creationId="{EC336537-734A-9656-909E-411222A139F3}"/>
          </ac:picMkLst>
        </pc:picChg>
        <pc:picChg chg="add mod">
          <ac:chgData name="Hilton Sarius" userId="e41e4170-a0b5-4ce6-bed1-533b1cecee6e" providerId="ADAL" clId="{0AB84215-D5DE-4B51-994D-7B1DCB931E97}" dt="2026-03-12T00:00:01.621" v="6303" actId="1076"/>
          <ac:picMkLst>
            <pc:docMk/>
            <pc:sldMk cId="1316668822" sldId="400"/>
            <ac:picMk id="17" creationId="{BDA61DCA-6E29-2C57-2780-583C0DBD9797}"/>
          </ac:picMkLst>
        </pc:picChg>
        <pc:picChg chg="add mod">
          <ac:chgData name="Hilton Sarius" userId="e41e4170-a0b5-4ce6-bed1-533b1cecee6e" providerId="ADAL" clId="{0AB84215-D5DE-4B51-994D-7B1DCB931E97}" dt="2026-03-11T23:59:53.036" v="6294" actId="1076"/>
          <ac:picMkLst>
            <pc:docMk/>
            <pc:sldMk cId="1316668822" sldId="400"/>
            <ac:picMk id="19" creationId="{B10958AB-75E8-D2FE-EF46-C4B7CED62082}"/>
          </ac:picMkLst>
        </pc:picChg>
        <pc:picChg chg="add mod">
          <ac:chgData name="Hilton Sarius" userId="e41e4170-a0b5-4ce6-bed1-533b1cecee6e" providerId="ADAL" clId="{0AB84215-D5DE-4B51-994D-7B1DCB931E97}" dt="2026-03-11T23:59:54.428" v="6296" actId="1076"/>
          <ac:picMkLst>
            <pc:docMk/>
            <pc:sldMk cId="1316668822" sldId="400"/>
            <ac:picMk id="21" creationId="{1E68F125-E27E-522E-499E-FB2A1A016088}"/>
          </ac:picMkLst>
        </pc:picChg>
        <pc:picChg chg="add del mod">
          <ac:chgData name="Hilton Sarius" userId="e41e4170-a0b5-4ce6-bed1-533b1cecee6e" providerId="ADAL" clId="{0AB84215-D5DE-4B51-994D-7B1DCB931E97}" dt="2026-03-11T23:56:26.438" v="6273" actId="478"/>
          <ac:picMkLst>
            <pc:docMk/>
            <pc:sldMk cId="1316668822" sldId="400"/>
            <ac:picMk id="23" creationId="{949CA04D-D906-5E32-8261-52B1E8523BB6}"/>
          </ac:picMkLst>
        </pc:picChg>
        <pc:picChg chg="add mod">
          <ac:chgData name="Hilton Sarius" userId="e41e4170-a0b5-4ce6-bed1-533b1cecee6e" providerId="ADAL" clId="{0AB84215-D5DE-4B51-994D-7B1DCB931E97}" dt="2026-03-11T23:59:55.141" v="6297" actId="1076"/>
          <ac:picMkLst>
            <pc:docMk/>
            <pc:sldMk cId="1316668822" sldId="400"/>
            <ac:picMk id="25" creationId="{7D32D04F-AB81-0DFB-2131-3D1E32C63C76}"/>
          </ac:picMkLst>
        </pc:picChg>
        <pc:picChg chg="add del mod">
          <ac:chgData name="Hilton Sarius" userId="e41e4170-a0b5-4ce6-bed1-533b1cecee6e" providerId="ADAL" clId="{0AB84215-D5DE-4B51-994D-7B1DCB931E97}" dt="2026-03-11T23:58:08.652" v="6277" actId="478"/>
          <ac:picMkLst>
            <pc:docMk/>
            <pc:sldMk cId="1316668822" sldId="400"/>
            <ac:picMk id="27" creationId="{4FE26283-3F76-1C61-36A5-CB98FAA8377A}"/>
          </ac:picMkLst>
        </pc:picChg>
        <pc:picChg chg="add del mod">
          <ac:chgData name="Hilton Sarius" userId="e41e4170-a0b5-4ce6-bed1-533b1cecee6e" providerId="ADAL" clId="{0AB84215-D5DE-4B51-994D-7B1DCB931E97}" dt="2026-03-11T23:58:40.364" v="6279" actId="478"/>
          <ac:picMkLst>
            <pc:docMk/>
            <pc:sldMk cId="1316668822" sldId="400"/>
            <ac:picMk id="29" creationId="{F5D6CE74-58A3-E75E-5912-FCA99F29ABE1}"/>
          </ac:picMkLst>
        </pc:picChg>
        <pc:picChg chg="add mod">
          <ac:chgData name="Hilton Sarius" userId="e41e4170-a0b5-4ce6-bed1-533b1cecee6e" providerId="ADAL" clId="{0AB84215-D5DE-4B51-994D-7B1DCB931E97}" dt="2026-03-12T00:00:02.708" v="6304" actId="1076"/>
          <ac:picMkLst>
            <pc:docMk/>
            <pc:sldMk cId="1316668822" sldId="400"/>
            <ac:picMk id="31" creationId="{3F112DF6-D03A-59A1-4175-B36B94EB877A}"/>
          </ac:picMkLst>
        </pc:picChg>
        <pc:picChg chg="add mod">
          <ac:chgData name="Hilton Sarius" userId="e41e4170-a0b5-4ce6-bed1-533b1cecee6e" providerId="ADAL" clId="{0AB84215-D5DE-4B51-994D-7B1DCB931E97}" dt="2026-03-12T00:01:53.068" v="6319" actId="1076"/>
          <ac:picMkLst>
            <pc:docMk/>
            <pc:sldMk cId="1316668822" sldId="400"/>
            <ac:picMk id="36" creationId="{1875FEC2-7E7F-D910-6A4A-D0B00792B137}"/>
          </ac:picMkLst>
        </pc:picChg>
      </pc:sldChg>
      <pc:sldChg chg="addSp delSp modSp add mod ord">
        <pc:chgData name="Hilton Sarius" userId="e41e4170-a0b5-4ce6-bed1-533b1cecee6e" providerId="ADAL" clId="{0AB84215-D5DE-4B51-994D-7B1DCB931E97}" dt="2026-03-12T00:28:25.690" v="6541" actId="14100"/>
        <pc:sldMkLst>
          <pc:docMk/>
          <pc:sldMk cId="3769935363" sldId="401"/>
        </pc:sldMkLst>
        <pc:spChg chg="mod">
          <ac:chgData name="Hilton Sarius" userId="e41e4170-a0b5-4ce6-bed1-533b1cecee6e" providerId="ADAL" clId="{0AB84215-D5DE-4B51-994D-7B1DCB931E97}" dt="2026-03-12T00:28:25.690" v="6541" actId="14100"/>
          <ac:spMkLst>
            <pc:docMk/>
            <pc:sldMk cId="3769935363" sldId="401"/>
            <ac:spMk id="3" creationId="{279BD20A-A9AB-9C56-BC0F-65B5C06074CE}"/>
          </ac:spMkLst>
        </pc:spChg>
        <pc:spChg chg="del mod">
          <ac:chgData name="Hilton Sarius" userId="e41e4170-a0b5-4ce6-bed1-533b1cecee6e" providerId="ADAL" clId="{0AB84215-D5DE-4B51-994D-7B1DCB931E97}" dt="2026-03-12T00:14:18.548" v="6386" actId="478"/>
          <ac:spMkLst>
            <pc:docMk/>
            <pc:sldMk cId="3769935363" sldId="401"/>
            <ac:spMk id="4" creationId="{8BFC3F7D-84EC-E608-90AD-242685DA6BC1}"/>
          </ac:spMkLst>
        </pc:spChg>
        <pc:spChg chg="add">
          <ac:chgData name="Hilton Sarius" userId="e41e4170-a0b5-4ce6-bed1-533b1cecee6e" providerId="ADAL" clId="{0AB84215-D5DE-4B51-994D-7B1DCB931E97}" dt="2026-03-12T00:13:39.635" v="6382"/>
          <ac:spMkLst>
            <pc:docMk/>
            <pc:sldMk cId="3769935363" sldId="401"/>
            <ac:spMk id="6" creationId="{75C119CF-F4ED-1683-DA8A-07960DDE0793}"/>
          </ac:spMkLst>
        </pc:spChg>
        <pc:spChg chg="mod">
          <ac:chgData name="Hilton Sarius" userId="e41e4170-a0b5-4ce6-bed1-533b1cecee6e" providerId="ADAL" clId="{0AB84215-D5DE-4B51-994D-7B1DCB931E97}" dt="2026-03-12T00:03:55.021" v="6359"/>
          <ac:spMkLst>
            <pc:docMk/>
            <pc:sldMk cId="3769935363" sldId="401"/>
            <ac:spMk id="7" creationId="{6A8BA531-1D4D-DB77-B0FC-4BD88C1D0C0F}"/>
          </ac:spMkLst>
        </pc:spChg>
        <pc:spChg chg="mod">
          <ac:chgData name="Hilton Sarius" userId="e41e4170-a0b5-4ce6-bed1-533b1cecee6e" providerId="ADAL" clId="{0AB84215-D5DE-4B51-994D-7B1DCB931E97}" dt="2026-03-12T00:28:21.156" v="6540" actId="14100"/>
          <ac:spMkLst>
            <pc:docMk/>
            <pc:sldMk cId="3769935363" sldId="401"/>
            <ac:spMk id="8" creationId="{331063E6-DC2E-896C-C6E3-B2463236D4C5}"/>
          </ac:spMkLst>
        </pc:spChg>
        <pc:spChg chg="add">
          <ac:chgData name="Hilton Sarius" userId="e41e4170-a0b5-4ce6-bed1-533b1cecee6e" providerId="ADAL" clId="{0AB84215-D5DE-4B51-994D-7B1DCB931E97}" dt="2026-03-12T00:13:49.408" v="6383"/>
          <ac:spMkLst>
            <pc:docMk/>
            <pc:sldMk cId="3769935363" sldId="401"/>
            <ac:spMk id="9" creationId="{389947BA-EA67-94F3-DCB5-D5CC85A829D1}"/>
          </ac:spMkLst>
        </pc:spChg>
      </pc:sldChg>
      <pc:sldChg chg="addSp delSp modSp add mod">
        <pc:chgData name="Hilton Sarius" userId="e41e4170-a0b5-4ce6-bed1-533b1cecee6e" providerId="ADAL" clId="{0AB84215-D5DE-4B51-994D-7B1DCB931E97}" dt="2026-03-12T00:31:40.383" v="6558" actId="1076"/>
        <pc:sldMkLst>
          <pc:docMk/>
          <pc:sldMk cId="1134469736" sldId="402"/>
        </pc:sldMkLst>
        <pc:spChg chg="mod">
          <ac:chgData name="Hilton Sarius" userId="e41e4170-a0b5-4ce6-bed1-533b1cecee6e" providerId="ADAL" clId="{0AB84215-D5DE-4B51-994D-7B1DCB931E97}" dt="2026-03-12T00:27:29.461" v="6523" actId="14100"/>
          <ac:spMkLst>
            <pc:docMk/>
            <pc:sldMk cId="1134469736" sldId="402"/>
            <ac:spMk id="3" creationId="{846BFC98-31B8-073F-BA95-B4C3C03E4F51}"/>
          </ac:spMkLst>
        </pc:spChg>
        <pc:spChg chg="add del">
          <ac:chgData name="Hilton Sarius" userId="e41e4170-a0b5-4ce6-bed1-533b1cecee6e" providerId="ADAL" clId="{0AB84215-D5DE-4B51-994D-7B1DCB931E97}" dt="2026-03-12T00:26:56.019" v="6519" actId="478"/>
          <ac:spMkLst>
            <pc:docMk/>
            <pc:sldMk cId="1134469736" sldId="402"/>
            <ac:spMk id="5" creationId="{362686FD-432F-42B9-6718-DB3458AB9AC2}"/>
          </ac:spMkLst>
        </pc:spChg>
        <pc:spChg chg="mod">
          <ac:chgData name="Hilton Sarius" userId="e41e4170-a0b5-4ce6-bed1-533b1cecee6e" providerId="ADAL" clId="{0AB84215-D5DE-4B51-994D-7B1DCB931E97}" dt="2026-03-12T00:27:44.528" v="6533" actId="20577"/>
          <ac:spMkLst>
            <pc:docMk/>
            <pc:sldMk cId="1134469736" sldId="402"/>
            <ac:spMk id="7" creationId="{C0EBE19B-275F-A148-EFDD-1F4F16C99C62}"/>
          </ac:spMkLst>
        </pc:spChg>
        <pc:spChg chg="del mod">
          <ac:chgData name="Hilton Sarius" userId="e41e4170-a0b5-4ce6-bed1-533b1cecee6e" providerId="ADAL" clId="{0AB84215-D5DE-4B51-994D-7B1DCB931E97}" dt="2026-03-12T00:24:58.889" v="6416" actId="478"/>
          <ac:spMkLst>
            <pc:docMk/>
            <pc:sldMk cId="1134469736" sldId="402"/>
            <ac:spMk id="8" creationId="{32954DF0-94AB-700D-4A77-9A96FA358910}"/>
          </ac:spMkLst>
        </pc:spChg>
        <pc:spChg chg="add mod ord">
          <ac:chgData name="Hilton Sarius" userId="e41e4170-a0b5-4ce6-bed1-533b1cecee6e" providerId="ADAL" clId="{0AB84215-D5DE-4B51-994D-7B1DCB931E97}" dt="2026-03-12T00:31:12.292" v="6551" actId="166"/>
          <ac:spMkLst>
            <pc:docMk/>
            <pc:sldMk cId="1134469736" sldId="402"/>
            <ac:spMk id="9" creationId="{C6D992F2-E52F-D68B-FBCD-EBFBDAC59318}"/>
          </ac:spMkLst>
        </pc:spChg>
        <pc:spChg chg="add">
          <ac:chgData name="Hilton Sarius" userId="e41e4170-a0b5-4ce6-bed1-533b1cecee6e" providerId="ADAL" clId="{0AB84215-D5DE-4B51-994D-7B1DCB931E97}" dt="2026-03-12T00:26:42.686" v="6517"/>
          <ac:spMkLst>
            <pc:docMk/>
            <pc:sldMk cId="1134469736" sldId="402"/>
            <ac:spMk id="12" creationId="{6BC54AE1-E661-2426-38BF-718D2BB55D26}"/>
          </ac:spMkLst>
        </pc:spChg>
        <pc:picChg chg="add del mod">
          <ac:chgData name="Hilton Sarius" userId="e41e4170-a0b5-4ce6-bed1-533b1cecee6e" providerId="ADAL" clId="{0AB84215-D5DE-4B51-994D-7B1DCB931E97}" dt="2026-03-12T00:24:42.945" v="6413" actId="478"/>
          <ac:picMkLst>
            <pc:docMk/>
            <pc:sldMk cId="1134469736" sldId="402"/>
            <ac:picMk id="6" creationId="{A09577C9-1CFE-F2D1-2DB5-A89A36B41F2B}"/>
          </ac:picMkLst>
        </pc:picChg>
        <pc:picChg chg="add mod">
          <ac:chgData name="Hilton Sarius" userId="e41e4170-a0b5-4ce6-bed1-533b1cecee6e" providerId="ADAL" clId="{0AB84215-D5DE-4B51-994D-7B1DCB931E97}" dt="2026-03-12T00:31:26.033" v="6554" actId="1076"/>
          <ac:picMkLst>
            <pc:docMk/>
            <pc:sldMk cId="1134469736" sldId="402"/>
            <ac:picMk id="11" creationId="{CF29C5C7-EF41-50A8-62B0-9A4E0D51C0F9}"/>
          </ac:picMkLst>
        </pc:picChg>
        <pc:picChg chg="add mod">
          <ac:chgData name="Hilton Sarius" userId="e41e4170-a0b5-4ce6-bed1-533b1cecee6e" providerId="ADAL" clId="{0AB84215-D5DE-4B51-994D-7B1DCB931E97}" dt="2026-03-12T00:31:17.767" v="6552" actId="1076"/>
          <ac:picMkLst>
            <pc:docMk/>
            <pc:sldMk cId="1134469736" sldId="402"/>
            <ac:picMk id="13" creationId="{2C96A43E-FDF9-7DBA-86ED-108CD6D815DA}"/>
          </ac:picMkLst>
        </pc:picChg>
        <pc:picChg chg="add mod">
          <ac:chgData name="Hilton Sarius" userId="e41e4170-a0b5-4ce6-bed1-533b1cecee6e" providerId="ADAL" clId="{0AB84215-D5DE-4B51-994D-7B1DCB931E97}" dt="2026-03-12T00:31:40.383" v="6558" actId="1076"/>
          <ac:picMkLst>
            <pc:docMk/>
            <pc:sldMk cId="1134469736" sldId="402"/>
            <ac:picMk id="15" creationId="{E76E0293-8910-E926-F8EA-0375F086974B}"/>
          </ac:picMkLst>
        </pc:picChg>
      </pc:sldChg>
      <pc:sldChg chg="addSp delSp add mod ord">
        <pc:chgData name="Hilton Sarius" userId="e41e4170-a0b5-4ce6-bed1-533b1cecee6e" providerId="ADAL" clId="{0AB84215-D5DE-4B51-994D-7B1DCB931E97}" dt="2026-03-12T00:38:47.709" v="6718"/>
        <pc:sldMkLst>
          <pc:docMk/>
          <pc:sldMk cId="1124517856" sldId="403"/>
        </pc:sldMkLst>
        <pc:spChg chg="del">
          <ac:chgData name="Hilton Sarius" userId="e41e4170-a0b5-4ce6-bed1-533b1cecee6e" providerId="ADAL" clId="{0AB84215-D5DE-4B51-994D-7B1DCB931E97}" dt="2026-03-12T00:33:07.729" v="6560" actId="478"/>
          <ac:spMkLst>
            <pc:docMk/>
            <pc:sldMk cId="1124517856" sldId="403"/>
            <ac:spMk id="3" creationId="{F2347C1A-9A55-0776-9BE6-CA17B6002591}"/>
          </ac:spMkLst>
        </pc:spChg>
        <pc:spChg chg="del">
          <ac:chgData name="Hilton Sarius" userId="e41e4170-a0b5-4ce6-bed1-533b1cecee6e" providerId="ADAL" clId="{0AB84215-D5DE-4B51-994D-7B1DCB931E97}" dt="2026-03-12T00:33:10.019" v="6563" actId="478"/>
          <ac:spMkLst>
            <pc:docMk/>
            <pc:sldMk cId="1124517856" sldId="403"/>
            <ac:spMk id="9" creationId="{0772532C-AAD6-BBFE-9577-DE890CAF6EDB}"/>
          </ac:spMkLst>
        </pc:spChg>
        <pc:picChg chg="add">
          <ac:chgData name="Hilton Sarius" userId="e41e4170-a0b5-4ce6-bed1-533b1cecee6e" providerId="ADAL" clId="{0AB84215-D5DE-4B51-994D-7B1DCB931E97}" dt="2026-03-12T00:33:23.504" v="6565" actId="22"/>
          <ac:picMkLst>
            <pc:docMk/>
            <pc:sldMk cId="1124517856" sldId="403"/>
            <ac:picMk id="6" creationId="{C834A45D-5ECC-B9F6-2862-F24EDF303B84}"/>
          </ac:picMkLst>
        </pc:picChg>
        <pc:picChg chg="del">
          <ac:chgData name="Hilton Sarius" userId="e41e4170-a0b5-4ce6-bed1-533b1cecee6e" providerId="ADAL" clId="{0AB84215-D5DE-4B51-994D-7B1DCB931E97}" dt="2026-03-12T00:33:08.293" v="6561" actId="478"/>
          <ac:picMkLst>
            <pc:docMk/>
            <pc:sldMk cId="1124517856" sldId="403"/>
            <ac:picMk id="11" creationId="{253ED7CF-AD67-9A29-5323-649135704104}"/>
          </ac:picMkLst>
        </pc:picChg>
        <pc:picChg chg="del">
          <ac:chgData name="Hilton Sarius" userId="e41e4170-a0b5-4ce6-bed1-533b1cecee6e" providerId="ADAL" clId="{0AB84215-D5DE-4B51-994D-7B1DCB931E97}" dt="2026-03-12T00:33:08.933" v="6562" actId="478"/>
          <ac:picMkLst>
            <pc:docMk/>
            <pc:sldMk cId="1124517856" sldId="403"/>
            <ac:picMk id="13" creationId="{DE0B0B6D-5272-B90B-DE3A-5E660371862C}"/>
          </ac:picMkLst>
        </pc:picChg>
        <pc:picChg chg="del">
          <ac:chgData name="Hilton Sarius" userId="e41e4170-a0b5-4ce6-bed1-533b1cecee6e" providerId="ADAL" clId="{0AB84215-D5DE-4B51-994D-7B1DCB931E97}" dt="2026-03-12T00:33:10.633" v="6564" actId="478"/>
          <ac:picMkLst>
            <pc:docMk/>
            <pc:sldMk cId="1124517856" sldId="403"/>
            <ac:picMk id="15" creationId="{DC59261A-6861-042D-AE4E-BFC0D9B088CA}"/>
          </ac:picMkLst>
        </pc:picChg>
      </pc:sldChg>
      <pc:sldChg chg="addSp delSp modSp add mod">
        <pc:chgData name="Hilton Sarius" userId="e41e4170-a0b5-4ce6-bed1-533b1cecee6e" providerId="ADAL" clId="{0AB84215-D5DE-4B51-994D-7B1DCB931E97}" dt="2026-03-12T00:36:14.738" v="6612"/>
        <pc:sldMkLst>
          <pc:docMk/>
          <pc:sldMk cId="4219573123" sldId="404"/>
        </pc:sldMkLst>
        <pc:spChg chg="del">
          <ac:chgData name="Hilton Sarius" userId="e41e4170-a0b5-4ce6-bed1-533b1cecee6e" providerId="ADAL" clId="{0AB84215-D5DE-4B51-994D-7B1DCB931E97}" dt="2026-03-12T00:35:01.366" v="6568" actId="478"/>
          <ac:spMkLst>
            <pc:docMk/>
            <pc:sldMk cId="4219573123" sldId="404"/>
            <ac:spMk id="3" creationId="{BD9FD539-6779-3FE2-3C40-ADBF6B3A09C7}"/>
          </ac:spMkLst>
        </pc:spChg>
        <pc:spChg chg="del">
          <ac:chgData name="Hilton Sarius" userId="e41e4170-a0b5-4ce6-bed1-533b1cecee6e" providerId="ADAL" clId="{0AB84215-D5DE-4B51-994D-7B1DCB931E97}" dt="2026-03-12T00:35:02.129" v="6569" actId="478"/>
          <ac:spMkLst>
            <pc:docMk/>
            <pc:sldMk cId="4219573123" sldId="404"/>
            <ac:spMk id="4" creationId="{B162F1FC-E01D-76C3-B0ED-CE82C1B60B7E}"/>
          </ac:spMkLst>
        </pc:spChg>
        <pc:spChg chg="mod">
          <ac:chgData name="Hilton Sarius" userId="e41e4170-a0b5-4ce6-bed1-533b1cecee6e" providerId="ADAL" clId="{0AB84215-D5DE-4B51-994D-7B1DCB931E97}" dt="2026-03-12T00:36:14.738" v="6612"/>
          <ac:spMkLst>
            <pc:docMk/>
            <pc:sldMk cId="4219573123" sldId="404"/>
            <ac:spMk id="7" creationId="{F6C5C3C9-3B7B-DBA2-66DD-1DB1C27B0B58}"/>
          </ac:spMkLst>
        </pc:spChg>
        <pc:spChg chg="del">
          <ac:chgData name="Hilton Sarius" userId="e41e4170-a0b5-4ce6-bed1-533b1cecee6e" providerId="ADAL" clId="{0AB84215-D5DE-4B51-994D-7B1DCB931E97}" dt="2026-03-12T00:35:00.046" v="6567" actId="478"/>
          <ac:spMkLst>
            <pc:docMk/>
            <pc:sldMk cId="4219573123" sldId="404"/>
            <ac:spMk id="8" creationId="{F498CEA0-FF22-9AF4-F523-F467CAB31737}"/>
          </ac:spMkLst>
        </pc:spChg>
        <pc:spChg chg="add mod">
          <ac:chgData name="Hilton Sarius" userId="e41e4170-a0b5-4ce6-bed1-533b1cecee6e" providerId="ADAL" clId="{0AB84215-D5DE-4B51-994D-7B1DCB931E97}" dt="2026-03-12T00:36:02.200" v="6573" actId="14100"/>
          <ac:spMkLst>
            <pc:docMk/>
            <pc:sldMk cId="4219573123" sldId="404"/>
            <ac:spMk id="11" creationId="{E986E2B9-D5A7-8792-7EBA-7FD6260421C8}"/>
          </ac:spMkLst>
        </pc:spChg>
        <pc:picChg chg="add mod">
          <ac:chgData name="Hilton Sarius" userId="e41e4170-a0b5-4ce6-bed1-533b1cecee6e" providerId="ADAL" clId="{0AB84215-D5DE-4B51-994D-7B1DCB931E97}" dt="2026-03-12T00:36:06.887" v="6611" actId="1036"/>
          <ac:picMkLst>
            <pc:docMk/>
            <pc:sldMk cId="4219573123" sldId="404"/>
            <ac:picMk id="9" creationId="{6B4C8F62-0D3B-0373-E669-5997A9D38311}"/>
          </ac:picMkLst>
        </pc:picChg>
      </pc:sldChg>
      <pc:sldChg chg="addSp delSp modSp add mod">
        <pc:chgData name="Hilton Sarius" userId="e41e4170-a0b5-4ce6-bed1-533b1cecee6e" providerId="ADAL" clId="{0AB84215-D5DE-4B51-994D-7B1DCB931E97}" dt="2026-03-12T00:36:45.472" v="6617" actId="1076"/>
        <pc:sldMkLst>
          <pc:docMk/>
          <pc:sldMk cId="2676855922" sldId="405"/>
        </pc:sldMkLst>
        <pc:picChg chg="add mod">
          <ac:chgData name="Hilton Sarius" userId="e41e4170-a0b5-4ce6-bed1-533b1cecee6e" providerId="ADAL" clId="{0AB84215-D5DE-4B51-994D-7B1DCB931E97}" dt="2026-03-12T00:36:45.472" v="6617" actId="1076"/>
          <ac:picMkLst>
            <pc:docMk/>
            <pc:sldMk cId="2676855922" sldId="405"/>
            <ac:picMk id="4" creationId="{A951AC4A-528C-4389-041F-FAB2EFC9F3E7}"/>
          </ac:picMkLst>
        </pc:picChg>
        <pc:picChg chg="del">
          <ac:chgData name="Hilton Sarius" userId="e41e4170-a0b5-4ce6-bed1-533b1cecee6e" providerId="ADAL" clId="{0AB84215-D5DE-4B51-994D-7B1DCB931E97}" dt="2026-03-12T00:36:24.033" v="6615" actId="478"/>
          <ac:picMkLst>
            <pc:docMk/>
            <pc:sldMk cId="2676855922" sldId="405"/>
            <ac:picMk id="9" creationId="{9F210200-EFBB-3CE3-6A91-53F26F99548A}"/>
          </ac:picMkLst>
        </pc:picChg>
      </pc:sldChg>
      <pc:sldChg chg="addSp delSp modSp add mod">
        <pc:chgData name="Hilton Sarius" userId="e41e4170-a0b5-4ce6-bed1-533b1cecee6e" providerId="ADAL" clId="{0AB84215-D5DE-4B51-994D-7B1DCB931E97}" dt="2026-03-12T00:37:32.096" v="6716" actId="1035"/>
        <pc:sldMkLst>
          <pc:docMk/>
          <pc:sldMk cId="1310863972" sldId="406"/>
        </pc:sldMkLst>
        <pc:picChg chg="add del mod">
          <ac:chgData name="Hilton Sarius" userId="e41e4170-a0b5-4ce6-bed1-533b1cecee6e" providerId="ADAL" clId="{0AB84215-D5DE-4B51-994D-7B1DCB931E97}" dt="2026-03-12T00:37:18.710" v="6681" actId="478"/>
          <ac:picMkLst>
            <pc:docMk/>
            <pc:sldMk cId="1310863972" sldId="406"/>
            <ac:picMk id="4" creationId="{45717A9B-7125-37E2-1895-17648C6643A4}"/>
          </ac:picMkLst>
        </pc:picChg>
        <pc:picChg chg="add mod">
          <ac:chgData name="Hilton Sarius" userId="e41e4170-a0b5-4ce6-bed1-533b1cecee6e" providerId="ADAL" clId="{0AB84215-D5DE-4B51-994D-7B1DCB931E97}" dt="2026-03-12T00:37:32.096" v="6716" actId="1035"/>
          <ac:picMkLst>
            <pc:docMk/>
            <pc:sldMk cId="1310863972" sldId="406"/>
            <ac:picMk id="8" creationId="{14E8C36A-AC54-7464-2934-DB5E5157C55B}"/>
          </ac:picMkLst>
        </pc:picChg>
        <pc:picChg chg="del">
          <ac:chgData name="Hilton Sarius" userId="e41e4170-a0b5-4ce6-bed1-533b1cecee6e" providerId="ADAL" clId="{0AB84215-D5DE-4B51-994D-7B1DCB931E97}" dt="2026-03-12T00:36:49.038" v="6618" actId="478"/>
          <ac:picMkLst>
            <pc:docMk/>
            <pc:sldMk cId="1310863972" sldId="406"/>
            <ac:picMk id="9" creationId="{5C94BA43-4FAB-EFCB-7518-118DF7B402E6}"/>
          </ac:picMkLst>
        </pc:picChg>
      </pc:sldChg>
      <pc:sldChg chg="addSp delSp modSp add mod ord">
        <pc:chgData name="Hilton Sarius" userId="e41e4170-a0b5-4ce6-bed1-533b1cecee6e" providerId="ADAL" clId="{0AB84215-D5DE-4B51-994D-7B1DCB931E97}" dt="2026-03-12T00:41:46.490" v="6736" actId="113"/>
        <pc:sldMkLst>
          <pc:docMk/>
          <pc:sldMk cId="846060518" sldId="407"/>
        </pc:sldMkLst>
        <pc:spChg chg="del">
          <ac:chgData name="Hilton Sarius" userId="e41e4170-a0b5-4ce6-bed1-533b1cecee6e" providerId="ADAL" clId="{0AB84215-D5DE-4B51-994D-7B1DCB931E97}" dt="2026-03-12T00:40:22.872" v="6722" actId="478"/>
          <ac:spMkLst>
            <pc:docMk/>
            <pc:sldMk cId="846060518" sldId="407"/>
            <ac:spMk id="3" creationId="{09DBEA00-51FC-0CFE-0162-14403AB635CF}"/>
          </ac:spMkLst>
        </pc:spChg>
        <pc:spChg chg="add">
          <ac:chgData name="Hilton Sarius" userId="e41e4170-a0b5-4ce6-bed1-533b1cecee6e" providerId="ADAL" clId="{0AB84215-D5DE-4B51-994D-7B1DCB931E97}" dt="2026-03-12T00:41:36.666" v="6734"/>
          <ac:spMkLst>
            <pc:docMk/>
            <pc:sldMk cId="846060518" sldId="407"/>
            <ac:spMk id="4" creationId="{7BD49047-D152-DB43-9E16-555E4395EEF5}"/>
          </ac:spMkLst>
        </pc:spChg>
        <pc:spChg chg="mod">
          <ac:chgData name="Hilton Sarius" userId="e41e4170-a0b5-4ce6-bed1-533b1cecee6e" providerId="ADAL" clId="{0AB84215-D5DE-4B51-994D-7B1DCB931E97}" dt="2026-03-12T00:40:30.645" v="6733" actId="20577"/>
          <ac:spMkLst>
            <pc:docMk/>
            <pc:sldMk cId="846060518" sldId="407"/>
            <ac:spMk id="7" creationId="{C0334FA7-DF27-BD31-F0FC-3AEC94E6C59D}"/>
          </ac:spMkLst>
        </pc:spChg>
        <pc:spChg chg="mod">
          <ac:chgData name="Hilton Sarius" userId="e41e4170-a0b5-4ce6-bed1-533b1cecee6e" providerId="ADAL" clId="{0AB84215-D5DE-4B51-994D-7B1DCB931E97}" dt="2026-03-12T00:41:46.490" v="6736" actId="113"/>
          <ac:spMkLst>
            <pc:docMk/>
            <pc:sldMk cId="846060518" sldId="407"/>
            <ac:spMk id="8" creationId="{88F9B3CE-A737-4F24-734F-61BCCCF6E5CE}"/>
          </ac:spMkLst>
        </pc:spChg>
      </pc:sldChg>
      <pc:sldChg chg="addSp delSp modSp add mod">
        <pc:chgData name="Hilton Sarius" userId="e41e4170-a0b5-4ce6-bed1-533b1cecee6e" providerId="ADAL" clId="{0AB84215-D5DE-4B51-994D-7B1DCB931E97}" dt="2026-03-12T00:46:54.061" v="6796" actId="1038"/>
        <pc:sldMkLst>
          <pc:docMk/>
          <pc:sldMk cId="3858465134" sldId="408"/>
        </pc:sldMkLst>
        <pc:spChg chg="del">
          <ac:chgData name="Hilton Sarius" userId="e41e4170-a0b5-4ce6-bed1-533b1cecee6e" providerId="ADAL" clId="{0AB84215-D5DE-4B51-994D-7B1DCB931E97}" dt="2026-03-12T00:46:24.572" v="6751" actId="478"/>
          <ac:spMkLst>
            <pc:docMk/>
            <pc:sldMk cId="3858465134" sldId="408"/>
            <ac:spMk id="11" creationId="{1B6AF3A3-615D-6C22-4B29-653F8BEB5FC2}"/>
          </ac:spMkLst>
        </pc:spChg>
        <pc:picChg chg="add mod">
          <ac:chgData name="Hilton Sarius" userId="e41e4170-a0b5-4ce6-bed1-533b1cecee6e" providerId="ADAL" clId="{0AB84215-D5DE-4B51-994D-7B1DCB931E97}" dt="2026-03-12T00:46:54.061" v="6796" actId="1038"/>
          <ac:picMkLst>
            <pc:docMk/>
            <pc:sldMk cId="3858465134" sldId="408"/>
            <ac:picMk id="4" creationId="{E04D9101-D54C-EDB8-266D-E948CF0573AC}"/>
          </ac:picMkLst>
        </pc:picChg>
        <pc:picChg chg="del">
          <ac:chgData name="Hilton Sarius" userId="e41e4170-a0b5-4ce6-bed1-533b1cecee6e" providerId="ADAL" clId="{0AB84215-D5DE-4B51-994D-7B1DCB931E97}" dt="2026-03-12T00:46:23.156" v="6750" actId="478"/>
          <ac:picMkLst>
            <pc:docMk/>
            <pc:sldMk cId="3858465134" sldId="408"/>
            <ac:picMk id="8" creationId="{C612CDE4-F9BA-7D2D-4042-378F52EA7050}"/>
          </ac:picMkLst>
        </pc:picChg>
      </pc:sldChg>
      <pc:sldChg chg="addSp delSp modSp add mod">
        <pc:chgData name="Hilton Sarius" userId="e41e4170-a0b5-4ce6-bed1-533b1cecee6e" providerId="ADAL" clId="{0AB84215-D5DE-4B51-994D-7B1DCB931E97}" dt="2026-03-12T00:47:55.172" v="6846" actId="1038"/>
        <pc:sldMkLst>
          <pc:docMk/>
          <pc:sldMk cId="196339850" sldId="409"/>
        </pc:sldMkLst>
        <pc:picChg chg="del">
          <ac:chgData name="Hilton Sarius" userId="e41e4170-a0b5-4ce6-bed1-533b1cecee6e" providerId="ADAL" clId="{0AB84215-D5DE-4B51-994D-7B1DCB931E97}" dt="2026-03-12T00:47:20.843" v="6798" actId="478"/>
          <ac:picMkLst>
            <pc:docMk/>
            <pc:sldMk cId="196339850" sldId="409"/>
            <ac:picMk id="4" creationId="{5E2EFC10-F3F8-DF4B-16C1-A65AE8F4A869}"/>
          </ac:picMkLst>
        </pc:picChg>
        <pc:picChg chg="add mod">
          <ac:chgData name="Hilton Sarius" userId="e41e4170-a0b5-4ce6-bed1-533b1cecee6e" providerId="ADAL" clId="{0AB84215-D5DE-4B51-994D-7B1DCB931E97}" dt="2026-03-12T00:47:55.172" v="6846" actId="1038"/>
          <ac:picMkLst>
            <pc:docMk/>
            <pc:sldMk cId="196339850" sldId="409"/>
            <ac:picMk id="6" creationId="{47C23C9B-BAF8-02D0-5EAF-404EFD1E1990}"/>
          </ac:picMkLst>
        </pc:picChg>
      </pc:sldChg>
      <pc:sldChg chg="addSp delSp modSp add mod ord">
        <pc:chgData name="Hilton Sarius" userId="e41e4170-a0b5-4ce6-bed1-533b1cecee6e" providerId="ADAL" clId="{0AB84215-D5DE-4B51-994D-7B1DCB931E97}" dt="2026-03-12T01:56:29.463" v="6979"/>
        <pc:sldMkLst>
          <pc:docMk/>
          <pc:sldMk cId="4189825329" sldId="410"/>
        </pc:sldMkLst>
        <pc:spChg chg="del">
          <ac:chgData name="Hilton Sarius" userId="e41e4170-a0b5-4ce6-bed1-533b1cecee6e" providerId="ADAL" clId="{0AB84215-D5DE-4B51-994D-7B1DCB931E97}" dt="2026-03-12T00:54:12.848" v="6867" actId="478"/>
          <ac:spMkLst>
            <pc:docMk/>
            <pc:sldMk cId="4189825329" sldId="410"/>
            <ac:spMk id="4" creationId="{F83B36F0-3A13-AFA9-FEA6-462E362C2573}"/>
          </ac:spMkLst>
        </pc:spChg>
        <pc:spChg chg="del">
          <ac:chgData name="Hilton Sarius" userId="e41e4170-a0b5-4ce6-bed1-533b1cecee6e" providerId="ADAL" clId="{0AB84215-D5DE-4B51-994D-7B1DCB931E97}" dt="2026-03-12T00:54:14.965" v="6869" actId="478"/>
          <ac:spMkLst>
            <pc:docMk/>
            <pc:sldMk cId="4189825329" sldId="410"/>
            <ac:spMk id="6" creationId="{80463C70-4139-DAD0-5B74-035E1D679D26}"/>
          </ac:spMkLst>
        </pc:spChg>
        <pc:spChg chg="del">
          <ac:chgData name="Hilton Sarius" userId="e41e4170-a0b5-4ce6-bed1-533b1cecee6e" providerId="ADAL" clId="{0AB84215-D5DE-4B51-994D-7B1DCB931E97}" dt="2026-03-12T00:54:16.452" v="6870" actId="478"/>
          <ac:spMkLst>
            <pc:docMk/>
            <pc:sldMk cId="4189825329" sldId="410"/>
            <ac:spMk id="7" creationId="{295A132B-C857-533D-DC5A-FCEE9EA204B4}"/>
          </ac:spMkLst>
        </pc:spChg>
        <pc:picChg chg="del">
          <ac:chgData name="Hilton Sarius" userId="e41e4170-a0b5-4ce6-bed1-533b1cecee6e" providerId="ADAL" clId="{0AB84215-D5DE-4B51-994D-7B1DCB931E97}" dt="2026-03-12T00:54:13.405" v="6868" actId="478"/>
          <ac:picMkLst>
            <pc:docMk/>
            <pc:sldMk cId="4189825329" sldId="410"/>
            <ac:picMk id="8" creationId="{70E7B106-C4E5-857F-75A9-390C38403F54}"/>
          </ac:picMkLst>
        </pc:picChg>
        <pc:picChg chg="add del">
          <ac:chgData name="Hilton Sarius" userId="e41e4170-a0b5-4ce6-bed1-533b1cecee6e" providerId="ADAL" clId="{0AB84215-D5DE-4B51-994D-7B1DCB931E97}" dt="2026-03-12T00:54:34.075" v="6872" actId="478"/>
          <ac:picMkLst>
            <pc:docMk/>
            <pc:sldMk cId="4189825329" sldId="410"/>
            <ac:picMk id="9" creationId="{45CF2E95-1D97-1A1A-AC11-EF76E8791C1C}"/>
          </ac:picMkLst>
        </pc:picChg>
        <pc:picChg chg="add del">
          <ac:chgData name="Hilton Sarius" userId="e41e4170-a0b5-4ce6-bed1-533b1cecee6e" providerId="ADAL" clId="{0AB84215-D5DE-4B51-994D-7B1DCB931E97}" dt="2026-03-12T00:54:51.443" v="6874" actId="478"/>
          <ac:picMkLst>
            <pc:docMk/>
            <pc:sldMk cId="4189825329" sldId="410"/>
            <ac:picMk id="11" creationId="{2DE30388-5D41-66AE-AF9E-5F0332962DFA}"/>
          </ac:picMkLst>
        </pc:picChg>
        <pc:picChg chg="add mod ord">
          <ac:chgData name="Hilton Sarius" userId="e41e4170-a0b5-4ce6-bed1-533b1cecee6e" providerId="ADAL" clId="{0AB84215-D5DE-4B51-994D-7B1DCB931E97}" dt="2026-03-12T00:55:11.492" v="6877" actId="14100"/>
          <ac:picMkLst>
            <pc:docMk/>
            <pc:sldMk cId="4189825329" sldId="410"/>
            <ac:picMk id="13" creationId="{34EDE5A8-A0A8-7968-ADC8-055FC34E45D6}"/>
          </ac:picMkLst>
        </pc:picChg>
      </pc:sldChg>
      <pc:sldChg chg="addSp delSp modSp add mod">
        <pc:chgData name="Hilton Sarius" userId="e41e4170-a0b5-4ce6-bed1-533b1cecee6e" providerId="ADAL" clId="{0AB84215-D5DE-4B51-994D-7B1DCB931E97}" dt="2026-03-12T00:59:37.443" v="6899" actId="12"/>
        <pc:sldMkLst>
          <pc:docMk/>
          <pc:sldMk cId="24733925" sldId="411"/>
        </pc:sldMkLst>
        <pc:spChg chg="add mod">
          <ac:chgData name="Hilton Sarius" userId="e41e4170-a0b5-4ce6-bed1-533b1cecee6e" providerId="ADAL" clId="{0AB84215-D5DE-4B51-994D-7B1DCB931E97}" dt="2026-03-12T00:59:23.391" v="6895" actId="14100"/>
          <ac:spMkLst>
            <pc:docMk/>
            <pc:sldMk cId="24733925" sldId="411"/>
            <ac:spMk id="4" creationId="{259EFE0A-4A3A-096F-0585-6978B8800012}"/>
          </ac:spMkLst>
        </pc:spChg>
        <pc:spChg chg="add mod">
          <ac:chgData name="Hilton Sarius" userId="e41e4170-a0b5-4ce6-bed1-533b1cecee6e" providerId="ADAL" clId="{0AB84215-D5DE-4B51-994D-7B1DCB931E97}" dt="2026-03-12T00:59:32.725" v="6898" actId="12"/>
          <ac:spMkLst>
            <pc:docMk/>
            <pc:sldMk cId="24733925" sldId="411"/>
            <ac:spMk id="5" creationId="{4E1D751F-F799-B715-F2E4-86B1C89AD57E}"/>
          </ac:spMkLst>
        </pc:spChg>
        <pc:spChg chg="add mod">
          <ac:chgData name="Hilton Sarius" userId="e41e4170-a0b5-4ce6-bed1-533b1cecee6e" providerId="ADAL" clId="{0AB84215-D5DE-4B51-994D-7B1DCB931E97}" dt="2026-03-12T00:59:37.443" v="6899" actId="12"/>
          <ac:spMkLst>
            <pc:docMk/>
            <pc:sldMk cId="24733925" sldId="411"/>
            <ac:spMk id="6" creationId="{D999BBCC-BA60-A400-625D-ABBC43019BBF}"/>
          </ac:spMkLst>
        </pc:spChg>
        <pc:picChg chg="del">
          <ac:chgData name="Hilton Sarius" userId="e41e4170-a0b5-4ce6-bed1-533b1cecee6e" providerId="ADAL" clId="{0AB84215-D5DE-4B51-994D-7B1DCB931E97}" dt="2026-03-12T00:57:41.060" v="6879" actId="478"/>
          <ac:picMkLst>
            <pc:docMk/>
            <pc:sldMk cId="24733925" sldId="411"/>
            <ac:picMk id="13" creationId="{3EF8A206-1AD4-FD40-5B2D-B5AE090B422C}"/>
          </ac:picMkLst>
        </pc:picChg>
      </pc:sldChg>
      <pc:sldChg chg="addSp delSp add mod">
        <pc:chgData name="Hilton Sarius" userId="e41e4170-a0b5-4ce6-bed1-533b1cecee6e" providerId="ADAL" clId="{0AB84215-D5DE-4B51-994D-7B1DCB931E97}" dt="2026-03-12T01:04:32.771" v="6914" actId="478"/>
        <pc:sldMkLst>
          <pc:docMk/>
          <pc:sldMk cId="4222011734" sldId="412"/>
        </pc:sldMkLst>
        <pc:spChg chg="del">
          <ac:chgData name="Hilton Sarius" userId="e41e4170-a0b5-4ce6-bed1-533b1cecee6e" providerId="ADAL" clId="{0AB84215-D5DE-4B51-994D-7B1DCB931E97}" dt="2026-03-12T01:01:28.451" v="6903" actId="478"/>
          <ac:spMkLst>
            <pc:docMk/>
            <pc:sldMk cId="4222011734" sldId="412"/>
            <ac:spMk id="4" creationId="{E58DEC3B-6B5E-80EC-383C-72FFEE027794}"/>
          </ac:spMkLst>
        </pc:spChg>
        <pc:spChg chg="del">
          <ac:chgData name="Hilton Sarius" userId="e41e4170-a0b5-4ce6-bed1-533b1cecee6e" providerId="ADAL" clId="{0AB84215-D5DE-4B51-994D-7B1DCB931E97}" dt="2026-03-12T01:01:25.543" v="6901" actId="478"/>
          <ac:spMkLst>
            <pc:docMk/>
            <pc:sldMk cId="4222011734" sldId="412"/>
            <ac:spMk id="5" creationId="{96336AA1-AB29-AF59-A5EF-935A8ABBBB65}"/>
          </ac:spMkLst>
        </pc:spChg>
        <pc:spChg chg="del">
          <ac:chgData name="Hilton Sarius" userId="e41e4170-a0b5-4ce6-bed1-533b1cecee6e" providerId="ADAL" clId="{0AB84215-D5DE-4B51-994D-7B1DCB931E97}" dt="2026-03-12T01:01:27.027" v="6902" actId="478"/>
          <ac:spMkLst>
            <pc:docMk/>
            <pc:sldMk cId="4222011734" sldId="412"/>
            <ac:spMk id="6" creationId="{39F2DBB0-5B9C-4C12-3380-F5EC9E903DDB}"/>
          </ac:spMkLst>
        </pc:spChg>
        <pc:picChg chg="add">
          <ac:chgData name="Hilton Sarius" userId="e41e4170-a0b5-4ce6-bed1-533b1cecee6e" providerId="ADAL" clId="{0AB84215-D5DE-4B51-994D-7B1DCB931E97}" dt="2026-03-12T01:01:39.041" v="6904" actId="22"/>
          <ac:picMkLst>
            <pc:docMk/>
            <pc:sldMk cId="4222011734" sldId="412"/>
            <ac:picMk id="8" creationId="{6EC0608A-50D4-74D8-B714-E622F20C7490}"/>
          </ac:picMkLst>
        </pc:picChg>
        <pc:picChg chg="add del">
          <ac:chgData name="Hilton Sarius" userId="e41e4170-a0b5-4ce6-bed1-533b1cecee6e" providerId="ADAL" clId="{0AB84215-D5DE-4B51-994D-7B1DCB931E97}" dt="2026-03-12T01:04:32.771" v="6914" actId="478"/>
          <ac:picMkLst>
            <pc:docMk/>
            <pc:sldMk cId="4222011734" sldId="412"/>
            <ac:picMk id="10" creationId="{E8B24319-8547-2251-D6D9-B1CAE389AB05}"/>
          </ac:picMkLst>
        </pc:picChg>
      </pc:sldChg>
      <pc:sldChg chg="addSp delSp modSp add mod">
        <pc:chgData name="Hilton Sarius" userId="e41e4170-a0b5-4ce6-bed1-533b1cecee6e" providerId="ADAL" clId="{0AB84215-D5DE-4B51-994D-7B1DCB931E97}" dt="2026-03-12T01:08:33.291" v="6927" actId="6549"/>
        <pc:sldMkLst>
          <pc:docMk/>
          <pc:sldMk cId="793898494" sldId="413"/>
        </pc:sldMkLst>
        <pc:spChg chg="add mod">
          <ac:chgData name="Hilton Sarius" userId="e41e4170-a0b5-4ce6-bed1-533b1cecee6e" providerId="ADAL" clId="{0AB84215-D5DE-4B51-994D-7B1DCB931E97}" dt="2026-03-12T01:05:40.224" v="6924" actId="113"/>
          <ac:spMkLst>
            <pc:docMk/>
            <pc:sldMk cId="793898494" sldId="413"/>
            <ac:spMk id="4" creationId="{85B2EAC9-985F-AE4D-F373-53C194A7F83B}"/>
          </ac:spMkLst>
        </pc:spChg>
        <pc:spChg chg="add">
          <ac:chgData name="Hilton Sarius" userId="e41e4170-a0b5-4ce6-bed1-533b1cecee6e" providerId="ADAL" clId="{0AB84215-D5DE-4B51-994D-7B1DCB931E97}" dt="2026-03-12T01:04:56.030" v="6917"/>
          <ac:spMkLst>
            <pc:docMk/>
            <pc:sldMk cId="793898494" sldId="413"/>
            <ac:spMk id="5" creationId="{640EF20B-DAE8-380C-5F1B-3855EBC60C8C}"/>
          </ac:spMkLst>
        </pc:spChg>
        <pc:spChg chg="add mod">
          <ac:chgData name="Hilton Sarius" userId="e41e4170-a0b5-4ce6-bed1-533b1cecee6e" providerId="ADAL" clId="{0AB84215-D5DE-4B51-994D-7B1DCB931E97}" dt="2026-03-12T01:08:33.291" v="6927" actId="6549"/>
          <ac:spMkLst>
            <pc:docMk/>
            <pc:sldMk cId="793898494" sldId="413"/>
            <ac:spMk id="6" creationId="{CA12C48C-A9DF-BA8F-44BA-81A6AE305A37}"/>
          </ac:spMkLst>
        </pc:spChg>
        <pc:picChg chg="del">
          <ac:chgData name="Hilton Sarius" userId="e41e4170-a0b5-4ce6-bed1-533b1cecee6e" providerId="ADAL" clId="{0AB84215-D5DE-4B51-994D-7B1DCB931E97}" dt="2026-03-12T01:04:41.237" v="6915" actId="478"/>
          <ac:picMkLst>
            <pc:docMk/>
            <pc:sldMk cId="793898494" sldId="413"/>
            <ac:picMk id="8" creationId="{5A54E2B4-C830-7CD9-187D-219C4E03E711}"/>
          </ac:picMkLst>
        </pc:picChg>
        <pc:picChg chg="del">
          <ac:chgData name="Hilton Sarius" userId="e41e4170-a0b5-4ce6-bed1-533b1cecee6e" providerId="ADAL" clId="{0AB84215-D5DE-4B51-994D-7B1DCB931E97}" dt="2026-03-12T01:04:29.431" v="6913" actId="478"/>
          <ac:picMkLst>
            <pc:docMk/>
            <pc:sldMk cId="793898494" sldId="413"/>
            <ac:picMk id="10" creationId="{A448F9E3-A48E-FCA1-4016-FCA92FD0646D}"/>
          </ac:picMkLst>
        </pc:picChg>
      </pc:sldChg>
      <pc:sldChg chg="addSp delSp modSp add mod">
        <pc:chgData name="Hilton Sarius" userId="e41e4170-a0b5-4ce6-bed1-533b1cecee6e" providerId="ADAL" clId="{0AB84215-D5DE-4B51-994D-7B1DCB931E97}" dt="2026-03-12T01:12:12.191" v="6934"/>
        <pc:sldMkLst>
          <pc:docMk/>
          <pc:sldMk cId="380437744" sldId="414"/>
        </pc:sldMkLst>
        <pc:spChg chg="del">
          <ac:chgData name="Hilton Sarius" userId="e41e4170-a0b5-4ce6-bed1-533b1cecee6e" providerId="ADAL" clId="{0AB84215-D5DE-4B51-994D-7B1DCB931E97}" dt="2026-03-12T01:10:34.901" v="6929" actId="478"/>
          <ac:spMkLst>
            <pc:docMk/>
            <pc:sldMk cId="380437744" sldId="414"/>
            <ac:spMk id="4" creationId="{8C007C7B-5F7B-0889-A638-DD6E13F4C8E8}"/>
          </ac:spMkLst>
        </pc:spChg>
        <pc:spChg chg="mod">
          <ac:chgData name="Hilton Sarius" userId="e41e4170-a0b5-4ce6-bed1-533b1cecee6e" providerId="ADAL" clId="{0AB84215-D5DE-4B51-994D-7B1DCB931E97}" dt="2026-03-12T01:12:12.191" v="6934"/>
          <ac:spMkLst>
            <pc:docMk/>
            <pc:sldMk cId="380437744" sldId="414"/>
            <ac:spMk id="6" creationId="{59731DC9-65C7-6EF0-E840-C9B2B7DDFEFB}"/>
          </ac:spMkLst>
        </pc:spChg>
        <pc:picChg chg="add mod">
          <ac:chgData name="Hilton Sarius" userId="e41e4170-a0b5-4ce6-bed1-533b1cecee6e" providerId="ADAL" clId="{0AB84215-D5DE-4B51-994D-7B1DCB931E97}" dt="2026-03-12T01:11:00.202" v="6933" actId="1076"/>
          <ac:picMkLst>
            <pc:docMk/>
            <pc:sldMk cId="380437744" sldId="414"/>
            <ac:picMk id="7" creationId="{B05CF469-B5E0-5CF5-E89E-C0B96BAF20B9}"/>
          </ac:picMkLst>
        </pc:picChg>
      </pc:sldChg>
      <pc:sldChg chg="addSp delSp modSp add mod">
        <pc:chgData name="Hilton Sarius" userId="e41e4170-a0b5-4ce6-bed1-533b1cecee6e" providerId="ADAL" clId="{0AB84215-D5DE-4B51-994D-7B1DCB931E97}" dt="2026-03-12T01:13:27.913" v="6940" actId="1076"/>
        <pc:sldMkLst>
          <pc:docMk/>
          <pc:sldMk cId="3340844158" sldId="415"/>
        </pc:sldMkLst>
        <pc:spChg chg="mod">
          <ac:chgData name="Hilton Sarius" userId="e41e4170-a0b5-4ce6-bed1-533b1cecee6e" providerId="ADAL" clId="{0AB84215-D5DE-4B51-994D-7B1DCB931E97}" dt="2026-03-12T01:13:00.518" v="6937"/>
          <ac:spMkLst>
            <pc:docMk/>
            <pc:sldMk cId="3340844158" sldId="415"/>
            <ac:spMk id="6" creationId="{062B2E82-C6FB-853C-A21E-D2C93C56E1F9}"/>
          </ac:spMkLst>
        </pc:spChg>
        <pc:picChg chg="add mod">
          <ac:chgData name="Hilton Sarius" userId="e41e4170-a0b5-4ce6-bed1-533b1cecee6e" providerId="ADAL" clId="{0AB84215-D5DE-4B51-994D-7B1DCB931E97}" dt="2026-03-12T01:13:27.913" v="6940" actId="1076"/>
          <ac:picMkLst>
            <pc:docMk/>
            <pc:sldMk cId="3340844158" sldId="415"/>
            <ac:picMk id="5" creationId="{D1A7C0AB-1EEA-527F-B805-D28CCEF2350C}"/>
          </ac:picMkLst>
        </pc:picChg>
        <pc:picChg chg="del">
          <ac:chgData name="Hilton Sarius" userId="e41e4170-a0b5-4ce6-bed1-533b1cecee6e" providerId="ADAL" clId="{0AB84215-D5DE-4B51-994D-7B1DCB931E97}" dt="2026-03-12T01:12:52.377" v="6936" actId="478"/>
          <ac:picMkLst>
            <pc:docMk/>
            <pc:sldMk cId="3340844158" sldId="415"/>
            <ac:picMk id="7" creationId="{5B0CB38D-97DA-6FF9-09C9-047A7644E91C}"/>
          </ac:picMkLst>
        </pc:picChg>
      </pc:sldChg>
      <pc:sldChg chg="addSp delSp modSp add mod modNotesTx">
        <pc:chgData name="Hilton Sarius" userId="e41e4170-a0b5-4ce6-bed1-533b1cecee6e" providerId="ADAL" clId="{0AB84215-D5DE-4B51-994D-7B1DCB931E97}" dt="2026-03-12T01:20:10.841" v="6965" actId="20577"/>
        <pc:sldMkLst>
          <pc:docMk/>
          <pc:sldMk cId="231382474" sldId="416"/>
        </pc:sldMkLst>
        <pc:spChg chg="mod">
          <ac:chgData name="Hilton Sarius" userId="e41e4170-a0b5-4ce6-bed1-533b1cecee6e" providerId="ADAL" clId="{0AB84215-D5DE-4B51-994D-7B1DCB931E97}" dt="2026-03-12T01:17:32.336" v="6943"/>
          <ac:spMkLst>
            <pc:docMk/>
            <pc:sldMk cId="231382474" sldId="416"/>
            <ac:spMk id="6" creationId="{619BC813-EF49-1580-5B43-EFDCA3BC2D42}"/>
          </ac:spMkLst>
        </pc:spChg>
        <pc:picChg chg="del">
          <ac:chgData name="Hilton Sarius" userId="e41e4170-a0b5-4ce6-bed1-533b1cecee6e" providerId="ADAL" clId="{0AB84215-D5DE-4B51-994D-7B1DCB931E97}" dt="2026-03-12T01:17:25.278" v="6942" actId="478"/>
          <ac:picMkLst>
            <pc:docMk/>
            <pc:sldMk cId="231382474" sldId="416"/>
            <ac:picMk id="5" creationId="{584D5F6A-943E-DB77-8B33-804AFDB4B318}"/>
          </ac:picMkLst>
        </pc:picChg>
        <pc:picChg chg="add mod">
          <ac:chgData name="Hilton Sarius" userId="e41e4170-a0b5-4ce6-bed1-533b1cecee6e" providerId="ADAL" clId="{0AB84215-D5DE-4B51-994D-7B1DCB931E97}" dt="2026-03-12T01:17:44.301" v="6945" actId="1076"/>
          <ac:picMkLst>
            <pc:docMk/>
            <pc:sldMk cId="231382474" sldId="416"/>
            <ac:picMk id="7" creationId="{C2152F6D-CF6D-F9F4-551C-589B4531267C}"/>
          </ac:picMkLst>
        </pc:picChg>
        <pc:picChg chg="add mod">
          <ac:chgData name="Hilton Sarius" userId="e41e4170-a0b5-4ce6-bed1-533b1cecee6e" providerId="ADAL" clId="{0AB84215-D5DE-4B51-994D-7B1DCB931E97}" dt="2026-03-12T01:18:03.953" v="6951" actId="1076"/>
          <ac:picMkLst>
            <pc:docMk/>
            <pc:sldMk cId="231382474" sldId="416"/>
            <ac:picMk id="9" creationId="{C96136DB-060E-6715-2460-E55DB59453EC}"/>
          </ac:picMkLst>
        </pc:picChg>
      </pc:sldChg>
      <pc:sldChg chg="add ord">
        <pc:chgData name="Hilton Sarius" userId="e41e4170-a0b5-4ce6-bed1-533b1cecee6e" providerId="ADAL" clId="{0AB84215-D5DE-4B51-994D-7B1DCB931E97}" dt="2026-03-12T02:01:35.483" v="6982"/>
        <pc:sldMkLst>
          <pc:docMk/>
          <pc:sldMk cId="868546883" sldId="4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2A8EA-0068-4978-B921-E69E98BAEE59}"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3B0600-2A5F-422A-8015-714B8338F1A3}" type="slidenum">
              <a:rPr lang="en-US" smtClean="0"/>
              <a:t>‹#›</a:t>
            </a:fld>
            <a:endParaRPr lang="en-US"/>
          </a:p>
        </p:txBody>
      </p:sp>
    </p:spTree>
    <p:extLst>
      <p:ext uri="{BB962C8B-B14F-4D97-AF65-F5344CB8AC3E}">
        <p14:creationId xmlns:p14="http://schemas.microsoft.com/office/powerpoint/2010/main" val="1334627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CAC05-B13A-2E5E-69F7-C0B83F78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BF1B6-6A5A-0916-728A-A98FD4EA9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0C0D9-6B0D-1BD7-E785-39BD31202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13C5B8-2F30-74CB-8FB0-393F63A1B9DA}"/>
              </a:ext>
            </a:extLst>
          </p:cNvPr>
          <p:cNvSpPr>
            <a:spLocks noGrp="1"/>
          </p:cNvSpPr>
          <p:nvPr>
            <p:ph type="sldNum" sz="quarter" idx="5"/>
          </p:nvPr>
        </p:nvSpPr>
        <p:spPr/>
        <p:txBody>
          <a:bodyPr/>
          <a:lstStyle/>
          <a:p>
            <a:fld id="{D83B0600-2A5F-422A-8015-714B8338F1A3}" type="slidenum">
              <a:rPr lang="en-US" smtClean="0"/>
              <a:t>2</a:t>
            </a:fld>
            <a:endParaRPr lang="en-US"/>
          </a:p>
        </p:txBody>
      </p:sp>
    </p:spTree>
    <p:extLst>
      <p:ext uri="{BB962C8B-B14F-4D97-AF65-F5344CB8AC3E}">
        <p14:creationId xmlns:p14="http://schemas.microsoft.com/office/powerpoint/2010/main" val="1249089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997B-8689-CFD4-B89C-9227FC90A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22E7D-AB88-ED9D-F3A7-1AD47386A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CFB3-A233-55C6-AAB4-3F0389963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3D8FF-9CE8-3DF9-FD62-7F7C52E85B6A}"/>
              </a:ext>
            </a:extLst>
          </p:cNvPr>
          <p:cNvSpPr>
            <a:spLocks noGrp="1"/>
          </p:cNvSpPr>
          <p:nvPr>
            <p:ph type="sldNum" sz="quarter" idx="5"/>
          </p:nvPr>
        </p:nvSpPr>
        <p:spPr/>
        <p:txBody>
          <a:bodyPr/>
          <a:lstStyle/>
          <a:p>
            <a:fld id="{D83B0600-2A5F-422A-8015-714B8338F1A3}" type="slidenum">
              <a:rPr lang="en-US" smtClean="0"/>
              <a:t>3</a:t>
            </a:fld>
            <a:endParaRPr lang="en-US"/>
          </a:p>
        </p:txBody>
      </p:sp>
    </p:spTree>
    <p:extLst>
      <p:ext uri="{BB962C8B-B14F-4D97-AF65-F5344CB8AC3E}">
        <p14:creationId xmlns:p14="http://schemas.microsoft.com/office/powerpoint/2010/main" val="2026778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B28B-A774-C1BF-D9F6-9068D1621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E4279-4443-906B-E9A3-86E4C0EE6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24832-4942-043C-1B4E-67CE542D18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B798DB-5A5A-48B0-5676-9220C8D2C077}"/>
              </a:ext>
            </a:extLst>
          </p:cNvPr>
          <p:cNvSpPr>
            <a:spLocks noGrp="1"/>
          </p:cNvSpPr>
          <p:nvPr>
            <p:ph type="sldNum" sz="quarter" idx="5"/>
          </p:nvPr>
        </p:nvSpPr>
        <p:spPr/>
        <p:txBody>
          <a:bodyPr/>
          <a:lstStyle/>
          <a:p>
            <a:fld id="{D83B0600-2A5F-422A-8015-714B8338F1A3}" type="slidenum">
              <a:rPr lang="en-US" smtClean="0"/>
              <a:t>4</a:t>
            </a:fld>
            <a:endParaRPr lang="en-US"/>
          </a:p>
        </p:txBody>
      </p:sp>
    </p:spTree>
    <p:extLst>
      <p:ext uri="{BB962C8B-B14F-4D97-AF65-F5344CB8AC3E}">
        <p14:creationId xmlns:p14="http://schemas.microsoft.com/office/powerpoint/2010/main" val="3166738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FDD51-BB02-6361-6625-7628B9BF0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9B4D0-E72F-C462-3358-001B72296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00E81-CE3C-513F-8B09-5ABA0C0E03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105601-F977-25E6-7A6C-483C1980EA68}"/>
              </a:ext>
            </a:extLst>
          </p:cNvPr>
          <p:cNvSpPr>
            <a:spLocks noGrp="1"/>
          </p:cNvSpPr>
          <p:nvPr>
            <p:ph type="sldNum" sz="quarter" idx="5"/>
          </p:nvPr>
        </p:nvSpPr>
        <p:spPr/>
        <p:txBody>
          <a:bodyPr/>
          <a:lstStyle/>
          <a:p>
            <a:fld id="{D83B0600-2A5F-422A-8015-714B8338F1A3}" type="slidenum">
              <a:rPr lang="en-US" smtClean="0"/>
              <a:t>5</a:t>
            </a:fld>
            <a:endParaRPr lang="en-US"/>
          </a:p>
        </p:txBody>
      </p:sp>
    </p:spTree>
    <p:extLst>
      <p:ext uri="{BB962C8B-B14F-4D97-AF65-F5344CB8AC3E}">
        <p14:creationId xmlns:p14="http://schemas.microsoft.com/office/powerpoint/2010/main" val="443155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65ECE-186A-72E8-8854-CC1AC46AF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5EB1C-7F9E-DAC9-8689-51271DE41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BF32D-3772-F982-014C-AD2E7AAFF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288BA6-1BEB-1800-67C2-FAC33FAE0000}"/>
              </a:ext>
            </a:extLst>
          </p:cNvPr>
          <p:cNvSpPr>
            <a:spLocks noGrp="1"/>
          </p:cNvSpPr>
          <p:nvPr>
            <p:ph type="sldNum" sz="quarter" idx="5"/>
          </p:nvPr>
        </p:nvSpPr>
        <p:spPr/>
        <p:txBody>
          <a:bodyPr/>
          <a:lstStyle/>
          <a:p>
            <a:fld id="{D83B0600-2A5F-422A-8015-714B8338F1A3}" type="slidenum">
              <a:rPr lang="en-US" smtClean="0"/>
              <a:t>6</a:t>
            </a:fld>
            <a:endParaRPr lang="en-US"/>
          </a:p>
        </p:txBody>
      </p:sp>
    </p:spTree>
    <p:extLst>
      <p:ext uri="{BB962C8B-B14F-4D97-AF65-F5344CB8AC3E}">
        <p14:creationId xmlns:p14="http://schemas.microsoft.com/office/powerpoint/2010/main" val="1576114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27C09-A63D-4087-F6A1-C2E00BA28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625BC-5082-81E1-CABD-E2370C930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29512-A794-6D9D-2646-E8C9AE74A6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DE535B-5033-6F16-85DA-C24D64E4DEE2}"/>
              </a:ext>
            </a:extLst>
          </p:cNvPr>
          <p:cNvSpPr>
            <a:spLocks noGrp="1"/>
          </p:cNvSpPr>
          <p:nvPr>
            <p:ph type="sldNum" sz="quarter" idx="5"/>
          </p:nvPr>
        </p:nvSpPr>
        <p:spPr/>
        <p:txBody>
          <a:bodyPr/>
          <a:lstStyle/>
          <a:p>
            <a:fld id="{D83B0600-2A5F-422A-8015-714B8338F1A3}" type="slidenum">
              <a:rPr lang="en-US" smtClean="0"/>
              <a:t>7</a:t>
            </a:fld>
            <a:endParaRPr lang="en-US"/>
          </a:p>
        </p:txBody>
      </p:sp>
    </p:spTree>
    <p:extLst>
      <p:ext uri="{BB962C8B-B14F-4D97-AF65-F5344CB8AC3E}">
        <p14:creationId xmlns:p14="http://schemas.microsoft.com/office/powerpoint/2010/main" val="4053685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BDD2-48A3-70B0-4E50-4FC0282681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B8D08-435D-D175-DA89-E870EC11D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D4E9C-497F-3AE0-3EE7-33D7BAE7E8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D0CAA7-ECA3-6A40-2A62-908A407BA600}"/>
              </a:ext>
            </a:extLst>
          </p:cNvPr>
          <p:cNvSpPr>
            <a:spLocks noGrp="1"/>
          </p:cNvSpPr>
          <p:nvPr>
            <p:ph type="sldNum" sz="quarter" idx="5"/>
          </p:nvPr>
        </p:nvSpPr>
        <p:spPr/>
        <p:txBody>
          <a:bodyPr/>
          <a:lstStyle/>
          <a:p>
            <a:fld id="{D83B0600-2A5F-422A-8015-714B8338F1A3}" type="slidenum">
              <a:rPr lang="en-US" smtClean="0"/>
              <a:t>8</a:t>
            </a:fld>
            <a:endParaRPr lang="en-US"/>
          </a:p>
        </p:txBody>
      </p:sp>
    </p:spTree>
    <p:extLst>
      <p:ext uri="{BB962C8B-B14F-4D97-AF65-F5344CB8AC3E}">
        <p14:creationId xmlns:p14="http://schemas.microsoft.com/office/powerpoint/2010/main" val="4163999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D40D-4329-5097-F7CC-F18F04C9A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D7E6B-C9C9-25C5-B146-CF46926E9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0662C-EA54-9F94-3E0D-E31D0F840F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35A866-22AB-AC57-B12E-8CD111CCF54A}"/>
              </a:ext>
            </a:extLst>
          </p:cNvPr>
          <p:cNvSpPr>
            <a:spLocks noGrp="1"/>
          </p:cNvSpPr>
          <p:nvPr>
            <p:ph type="sldNum" sz="quarter" idx="5"/>
          </p:nvPr>
        </p:nvSpPr>
        <p:spPr/>
        <p:txBody>
          <a:bodyPr/>
          <a:lstStyle/>
          <a:p>
            <a:fld id="{D83B0600-2A5F-422A-8015-714B8338F1A3}" type="slidenum">
              <a:rPr lang="en-US" smtClean="0"/>
              <a:t>9</a:t>
            </a:fld>
            <a:endParaRPr lang="en-US"/>
          </a:p>
        </p:txBody>
      </p:sp>
    </p:spTree>
    <p:extLst>
      <p:ext uri="{BB962C8B-B14F-4D97-AF65-F5344CB8AC3E}">
        <p14:creationId xmlns:p14="http://schemas.microsoft.com/office/powerpoint/2010/main" val="2413739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523E-F5CD-C3D2-8DE4-9F5FC2E96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6EA99-0565-8DCF-F932-6A92CD706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534F7-6CA8-A187-7652-78673B38E2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A03F06-0D48-049B-2352-3398630A8812}"/>
              </a:ext>
            </a:extLst>
          </p:cNvPr>
          <p:cNvSpPr>
            <a:spLocks noGrp="1"/>
          </p:cNvSpPr>
          <p:nvPr>
            <p:ph type="sldNum" sz="quarter" idx="5"/>
          </p:nvPr>
        </p:nvSpPr>
        <p:spPr/>
        <p:txBody>
          <a:bodyPr/>
          <a:lstStyle/>
          <a:p>
            <a:fld id="{D83B0600-2A5F-422A-8015-714B8338F1A3}" type="slidenum">
              <a:rPr lang="en-US" smtClean="0"/>
              <a:t>10</a:t>
            </a:fld>
            <a:endParaRPr lang="en-US"/>
          </a:p>
        </p:txBody>
      </p:sp>
    </p:spTree>
    <p:extLst>
      <p:ext uri="{BB962C8B-B14F-4D97-AF65-F5344CB8AC3E}">
        <p14:creationId xmlns:p14="http://schemas.microsoft.com/office/powerpoint/2010/main" val="2527357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B7CCC-B99B-E6EC-9AA4-305E46FC8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DE1D4-BDD0-92B4-9082-A26120542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0CD5A-C421-634C-4C98-EC68303456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5E84D4-FA2A-B581-6264-31C191C1C7E5}"/>
              </a:ext>
            </a:extLst>
          </p:cNvPr>
          <p:cNvSpPr>
            <a:spLocks noGrp="1"/>
          </p:cNvSpPr>
          <p:nvPr>
            <p:ph type="sldNum" sz="quarter" idx="5"/>
          </p:nvPr>
        </p:nvSpPr>
        <p:spPr/>
        <p:txBody>
          <a:bodyPr/>
          <a:lstStyle/>
          <a:p>
            <a:fld id="{D83B0600-2A5F-422A-8015-714B8338F1A3}" type="slidenum">
              <a:rPr lang="en-US" smtClean="0"/>
              <a:t>11</a:t>
            </a:fld>
            <a:endParaRPr lang="en-US"/>
          </a:p>
        </p:txBody>
      </p:sp>
    </p:spTree>
    <p:extLst>
      <p:ext uri="{BB962C8B-B14F-4D97-AF65-F5344CB8AC3E}">
        <p14:creationId xmlns:p14="http://schemas.microsoft.com/office/powerpoint/2010/main" val="365285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84FB2-0265-06A8-A498-70371C4A1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C976C-B268-9FA7-A2AD-4DF58BCE6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C0215-52F8-2F25-7DF9-5A4334471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51B9A-730C-274C-6642-8090A943C47D}"/>
              </a:ext>
            </a:extLst>
          </p:cNvPr>
          <p:cNvSpPr>
            <a:spLocks noGrp="1"/>
          </p:cNvSpPr>
          <p:nvPr>
            <p:ph type="sldNum" sz="quarter" idx="5"/>
          </p:nvPr>
        </p:nvSpPr>
        <p:spPr/>
        <p:txBody>
          <a:bodyPr/>
          <a:lstStyle/>
          <a:p>
            <a:fld id="{D83B0600-2A5F-422A-8015-714B8338F1A3}" type="slidenum">
              <a:rPr lang="en-US" smtClean="0"/>
              <a:t>12</a:t>
            </a:fld>
            <a:endParaRPr lang="en-US"/>
          </a:p>
        </p:txBody>
      </p:sp>
    </p:spTree>
    <p:extLst>
      <p:ext uri="{BB962C8B-B14F-4D97-AF65-F5344CB8AC3E}">
        <p14:creationId xmlns:p14="http://schemas.microsoft.com/office/powerpoint/2010/main" val="2126691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B8E98-C241-F415-3735-2BA18211B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C0A51-4534-D976-44D5-ABC6B5696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C6B4C-8797-8A6E-089B-F31803467F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74C252-FE5A-029C-D488-CFBB6DFAA161}"/>
              </a:ext>
            </a:extLst>
          </p:cNvPr>
          <p:cNvSpPr>
            <a:spLocks noGrp="1"/>
          </p:cNvSpPr>
          <p:nvPr>
            <p:ph type="sldNum" sz="quarter" idx="5"/>
          </p:nvPr>
        </p:nvSpPr>
        <p:spPr/>
        <p:txBody>
          <a:bodyPr/>
          <a:lstStyle/>
          <a:p>
            <a:fld id="{D83B0600-2A5F-422A-8015-714B8338F1A3}" type="slidenum">
              <a:rPr lang="en-US" smtClean="0"/>
              <a:t>13</a:t>
            </a:fld>
            <a:endParaRPr lang="en-US"/>
          </a:p>
        </p:txBody>
      </p:sp>
    </p:spTree>
    <p:extLst>
      <p:ext uri="{BB962C8B-B14F-4D97-AF65-F5344CB8AC3E}">
        <p14:creationId xmlns:p14="http://schemas.microsoft.com/office/powerpoint/2010/main" val="2372958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5C461-F0AB-5841-443E-B2CE8B1C2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99AE2-0310-4939-6223-82DB1DF2B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5C1AA-60CA-CB6F-D593-523FD3F0CC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F58A21-7813-5F87-30C0-9E329872F273}"/>
              </a:ext>
            </a:extLst>
          </p:cNvPr>
          <p:cNvSpPr>
            <a:spLocks noGrp="1"/>
          </p:cNvSpPr>
          <p:nvPr>
            <p:ph type="sldNum" sz="quarter" idx="5"/>
          </p:nvPr>
        </p:nvSpPr>
        <p:spPr/>
        <p:txBody>
          <a:bodyPr/>
          <a:lstStyle/>
          <a:p>
            <a:fld id="{D83B0600-2A5F-422A-8015-714B8338F1A3}" type="slidenum">
              <a:rPr lang="en-US" smtClean="0"/>
              <a:t>14</a:t>
            </a:fld>
            <a:endParaRPr lang="en-US"/>
          </a:p>
        </p:txBody>
      </p:sp>
    </p:spTree>
    <p:extLst>
      <p:ext uri="{BB962C8B-B14F-4D97-AF65-F5344CB8AC3E}">
        <p14:creationId xmlns:p14="http://schemas.microsoft.com/office/powerpoint/2010/main" val="470770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BC4D8-7753-5989-7266-13B7A5115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92A2A-0E76-1A31-9D1F-84DED0774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9173B-CE49-D1E0-BEE5-A1681D5178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00FC55-2206-CC30-7AFD-4845A0921EF8}"/>
              </a:ext>
            </a:extLst>
          </p:cNvPr>
          <p:cNvSpPr>
            <a:spLocks noGrp="1"/>
          </p:cNvSpPr>
          <p:nvPr>
            <p:ph type="sldNum" sz="quarter" idx="5"/>
          </p:nvPr>
        </p:nvSpPr>
        <p:spPr/>
        <p:txBody>
          <a:bodyPr/>
          <a:lstStyle/>
          <a:p>
            <a:fld id="{D83B0600-2A5F-422A-8015-714B8338F1A3}" type="slidenum">
              <a:rPr lang="en-US" smtClean="0"/>
              <a:t>15</a:t>
            </a:fld>
            <a:endParaRPr lang="en-US"/>
          </a:p>
        </p:txBody>
      </p:sp>
    </p:spTree>
    <p:extLst>
      <p:ext uri="{BB962C8B-B14F-4D97-AF65-F5344CB8AC3E}">
        <p14:creationId xmlns:p14="http://schemas.microsoft.com/office/powerpoint/2010/main" val="819160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26474-FF26-CC69-7365-A4A722551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8EE6-52FB-022E-2A57-9BF38F95B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4096A-055B-9F99-EABE-A881E839A4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827E68-F27E-E664-36CB-57A029BC4017}"/>
              </a:ext>
            </a:extLst>
          </p:cNvPr>
          <p:cNvSpPr>
            <a:spLocks noGrp="1"/>
          </p:cNvSpPr>
          <p:nvPr>
            <p:ph type="sldNum" sz="quarter" idx="5"/>
          </p:nvPr>
        </p:nvSpPr>
        <p:spPr/>
        <p:txBody>
          <a:bodyPr/>
          <a:lstStyle/>
          <a:p>
            <a:fld id="{D83B0600-2A5F-422A-8015-714B8338F1A3}" type="slidenum">
              <a:rPr lang="en-US" smtClean="0"/>
              <a:t>16</a:t>
            </a:fld>
            <a:endParaRPr lang="en-US"/>
          </a:p>
        </p:txBody>
      </p:sp>
    </p:spTree>
    <p:extLst>
      <p:ext uri="{BB962C8B-B14F-4D97-AF65-F5344CB8AC3E}">
        <p14:creationId xmlns:p14="http://schemas.microsoft.com/office/powerpoint/2010/main" val="391649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2237-5C61-DDFC-0403-17775FABC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A7DBC-254D-81CF-B812-232BC171DC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266AE-7393-F150-A513-AF73DBD2A1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9678EA-E86B-8D81-C545-A8E37ED716CB}"/>
              </a:ext>
            </a:extLst>
          </p:cNvPr>
          <p:cNvSpPr>
            <a:spLocks noGrp="1"/>
          </p:cNvSpPr>
          <p:nvPr>
            <p:ph type="sldNum" sz="quarter" idx="5"/>
          </p:nvPr>
        </p:nvSpPr>
        <p:spPr/>
        <p:txBody>
          <a:bodyPr/>
          <a:lstStyle/>
          <a:p>
            <a:fld id="{D83B0600-2A5F-422A-8015-714B8338F1A3}" type="slidenum">
              <a:rPr lang="en-US" smtClean="0"/>
              <a:t>17</a:t>
            </a:fld>
            <a:endParaRPr lang="en-US"/>
          </a:p>
        </p:txBody>
      </p:sp>
    </p:spTree>
    <p:extLst>
      <p:ext uri="{BB962C8B-B14F-4D97-AF65-F5344CB8AC3E}">
        <p14:creationId xmlns:p14="http://schemas.microsoft.com/office/powerpoint/2010/main" val="3863445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CEBC7-452C-E0AF-6BDA-81BC1C83A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50A1B-B057-598B-1235-84CCBB700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CD878-2C31-6564-FD77-DA71495892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336FF-4E87-C842-1A06-1230D3C1F812}"/>
              </a:ext>
            </a:extLst>
          </p:cNvPr>
          <p:cNvSpPr>
            <a:spLocks noGrp="1"/>
          </p:cNvSpPr>
          <p:nvPr>
            <p:ph type="sldNum" sz="quarter" idx="5"/>
          </p:nvPr>
        </p:nvSpPr>
        <p:spPr/>
        <p:txBody>
          <a:bodyPr/>
          <a:lstStyle/>
          <a:p>
            <a:fld id="{D83B0600-2A5F-422A-8015-714B8338F1A3}" type="slidenum">
              <a:rPr lang="en-US" smtClean="0"/>
              <a:t>18</a:t>
            </a:fld>
            <a:endParaRPr lang="en-US"/>
          </a:p>
        </p:txBody>
      </p:sp>
    </p:spTree>
    <p:extLst>
      <p:ext uri="{BB962C8B-B14F-4D97-AF65-F5344CB8AC3E}">
        <p14:creationId xmlns:p14="http://schemas.microsoft.com/office/powerpoint/2010/main" val="1536813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8D961-D7A1-4159-F99E-999555E4A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508BE-1D0F-C690-29CB-774AB5CD2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467CA-92A2-3265-C534-52F9AB3B01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195A47-A3F6-C95F-F2AF-980D8B77EABB}"/>
              </a:ext>
            </a:extLst>
          </p:cNvPr>
          <p:cNvSpPr>
            <a:spLocks noGrp="1"/>
          </p:cNvSpPr>
          <p:nvPr>
            <p:ph type="sldNum" sz="quarter" idx="5"/>
          </p:nvPr>
        </p:nvSpPr>
        <p:spPr/>
        <p:txBody>
          <a:bodyPr/>
          <a:lstStyle/>
          <a:p>
            <a:fld id="{D83B0600-2A5F-422A-8015-714B8338F1A3}" type="slidenum">
              <a:rPr lang="en-US" smtClean="0"/>
              <a:t>19</a:t>
            </a:fld>
            <a:endParaRPr lang="en-US"/>
          </a:p>
        </p:txBody>
      </p:sp>
    </p:spTree>
    <p:extLst>
      <p:ext uri="{BB962C8B-B14F-4D97-AF65-F5344CB8AC3E}">
        <p14:creationId xmlns:p14="http://schemas.microsoft.com/office/powerpoint/2010/main" val="1257726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3B0600-2A5F-422A-8015-714B8338F1A3}" type="slidenum">
              <a:rPr lang="en-US" smtClean="0"/>
              <a:t>21</a:t>
            </a:fld>
            <a:endParaRPr lang="en-US"/>
          </a:p>
        </p:txBody>
      </p:sp>
    </p:spTree>
    <p:extLst>
      <p:ext uri="{BB962C8B-B14F-4D97-AF65-F5344CB8AC3E}">
        <p14:creationId xmlns:p14="http://schemas.microsoft.com/office/powerpoint/2010/main" val="2252622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3874-411F-1760-516E-571B42655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65142-32B2-E9CE-28A6-6EC4062DE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4B399-A3AF-CB42-066C-E5CB44EFEE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0FF22A-5AF8-5AFC-2FFF-5A96204C776F}"/>
              </a:ext>
            </a:extLst>
          </p:cNvPr>
          <p:cNvSpPr>
            <a:spLocks noGrp="1"/>
          </p:cNvSpPr>
          <p:nvPr>
            <p:ph type="sldNum" sz="quarter" idx="5"/>
          </p:nvPr>
        </p:nvSpPr>
        <p:spPr/>
        <p:txBody>
          <a:bodyPr/>
          <a:lstStyle/>
          <a:p>
            <a:fld id="{D83B0600-2A5F-422A-8015-714B8338F1A3}" type="slidenum">
              <a:rPr lang="en-US" smtClean="0"/>
              <a:t>22</a:t>
            </a:fld>
            <a:endParaRPr lang="en-US"/>
          </a:p>
        </p:txBody>
      </p:sp>
    </p:spTree>
    <p:extLst>
      <p:ext uri="{BB962C8B-B14F-4D97-AF65-F5344CB8AC3E}">
        <p14:creationId xmlns:p14="http://schemas.microsoft.com/office/powerpoint/2010/main" val="2843615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7FA2-C7EF-F665-F8E6-A30D818DC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A97C2-8D8C-DE2B-6D4C-5312C3C78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8FFD4-A4B9-8A8B-A64D-43AEE29A5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44271D-F533-9560-A1D6-255FD4BF0DE4}"/>
              </a:ext>
            </a:extLst>
          </p:cNvPr>
          <p:cNvSpPr>
            <a:spLocks noGrp="1"/>
          </p:cNvSpPr>
          <p:nvPr>
            <p:ph type="sldNum" sz="quarter" idx="5"/>
          </p:nvPr>
        </p:nvSpPr>
        <p:spPr/>
        <p:txBody>
          <a:bodyPr/>
          <a:lstStyle/>
          <a:p>
            <a:fld id="{D83B0600-2A5F-422A-8015-714B8338F1A3}" type="slidenum">
              <a:rPr lang="en-US" smtClean="0"/>
              <a:t>23</a:t>
            </a:fld>
            <a:endParaRPr lang="en-US"/>
          </a:p>
        </p:txBody>
      </p:sp>
    </p:spTree>
    <p:extLst>
      <p:ext uri="{BB962C8B-B14F-4D97-AF65-F5344CB8AC3E}">
        <p14:creationId xmlns:p14="http://schemas.microsoft.com/office/powerpoint/2010/main" val="4148809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5F2E1-A0DA-912D-B3DB-395291DE4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6C6C2-CC7B-A2F3-2979-A1D296C27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766B8-9E3D-99CA-3B89-6471CD444B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49223-0F71-AE02-5716-2A640327F83C}"/>
              </a:ext>
            </a:extLst>
          </p:cNvPr>
          <p:cNvSpPr>
            <a:spLocks noGrp="1"/>
          </p:cNvSpPr>
          <p:nvPr>
            <p:ph type="sldNum" sz="quarter" idx="5"/>
          </p:nvPr>
        </p:nvSpPr>
        <p:spPr/>
        <p:txBody>
          <a:bodyPr/>
          <a:lstStyle/>
          <a:p>
            <a:fld id="{D83B0600-2A5F-422A-8015-714B8338F1A3}" type="slidenum">
              <a:rPr lang="en-US" smtClean="0"/>
              <a:t>24</a:t>
            </a:fld>
            <a:endParaRPr lang="en-US"/>
          </a:p>
        </p:txBody>
      </p:sp>
    </p:spTree>
    <p:extLst>
      <p:ext uri="{BB962C8B-B14F-4D97-AF65-F5344CB8AC3E}">
        <p14:creationId xmlns:p14="http://schemas.microsoft.com/office/powerpoint/2010/main" val="3401727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7B035-729A-6458-BCBD-0F600BF25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B805F-83A1-7AD8-831B-34BB96B5A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BF6E5-A9E9-162A-F4A7-4D4303338E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9D946F-79C6-469F-01FD-370A270A274F}"/>
              </a:ext>
            </a:extLst>
          </p:cNvPr>
          <p:cNvSpPr>
            <a:spLocks noGrp="1"/>
          </p:cNvSpPr>
          <p:nvPr>
            <p:ph type="sldNum" sz="quarter" idx="5"/>
          </p:nvPr>
        </p:nvSpPr>
        <p:spPr/>
        <p:txBody>
          <a:bodyPr/>
          <a:lstStyle/>
          <a:p>
            <a:fld id="{D83B0600-2A5F-422A-8015-714B8338F1A3}" type="slidenum">
              <a:rPr lang="en-US" smtClean="0"/>
              <a:t>25</a:t>
            </a:fld>
            <a:endParaRPr lang="en-US"/>
          </a:p>
        </p:txBody>
      </p:sp>
    </p:spTree>
    <p:extLst>
      <p:ext uri="{BB962C8B-B14F-4D97-AF65-F5344CB8AC3E}">
        <p14:creationId xmlns:p14="http://schemas.microsoft.com/office/powerpoint/2010/main" val="1245220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CA484-18D0-4D09-1892-A09A8570C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CDCCE-3274-B222-9FAE-47B9C8513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CE89B5-899D-5A00-741D-1C5AEBB8CF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5A4FBC-ED73-AFB0-0421-328FE1983B76}"/>
              </a:ext>
            </a:extLst>
          </p:cNvPr>
          <p:cNvSpPr>
            <a:spLocks noGrp="1"/>
          </p:cNvSpPr>
          <p:nvPr>
            <p:ph type="sldNum" sz="quarter" idx="5"/>
          </p:nvPr>
        </p:nvSpPr>
        <p:spPr/>
        <p:txBody>
          <a:bodyPr/>
          <a:lstStyle/>
          <a:p>
            <a:fld id="{D83B0600-2A5F-422A-8015-714B8338F1A3}" type="slidenum">
              <a:rPr lang="en-US" smtClean="0"/>
              <a:t>26</a:t>
            </a:fld>
            <a:endParaRPr lang="en-US"/>
          </a:p>
        </p:txBody>
      </p:sp>
    </p:spTree>
    <p:extLst>
      <p:ext uri="{BB962C8B-B14F-4D97-AF65-F5344CB8AC3E}">
        <p14:creationId xmlns:p14="http://schemas.microsoft.com/office/powerpoint/2010/main" val="3975288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20838-BE71-B75C-5D85-0FB6951D7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75B25-9B32-DBBF-105B-54440CDFB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9E8A1-4C82-6278-D650-AA87C0098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AD4B43-B011-4365-EEF3-931908DA94EE}"/>
              </a:ext>
            </a:extLst>
          </p:cNvPr>
          <p:cNvSpPr>
            <a:spLocks noGrp="1"/>
          </p:cNvSpPr>
          <p:nvPr>
            <p:ph type="sldNum" sz="quarter" idx="5"/>
          </p:nvPr>
        </p:nvSpPr>
        <p:spPr/>
        <p:txBody>
          <a:bodyPr/>
          <a:lstStyle/>
          <a:p>
            <a:fld id="{D83B0600-2A5F-422A-8015-714B8338F1A3}" type="slidenum">
              <a:rPr lang="en-US" smtClean="0"/>
              <a:t>27</a:t>
            </a:fld>
            <a:endParaRPr lang="en-US"/>
          </a:p>
        </p:txBody>
      </p:sp>
    </p:spTree>
    <p:extLst>
      <p:ext uri="{BB962C8B-B14F-4D97-AF65-F5344CB8AC3E}">
        <p14:creationId xmlns:p14="http://schemas.microsoft.com/office/powerpoint/2010/main" val="441574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0C874-AA8F-CE0F-88A8-D4A704420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471C1-E5E0-858B-46C9-A5601A6EF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1D32B-5EA6-2838-A40C-9130A05517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6B6F77-172D-D900-26A2-3B1CAC7476C6}"/>
              </a:ext>
            </a:extLst>
          </p:cNvPr>
          <p:cNvSpPr>
            <a:spLocks noGrp="1"/>
          </p:cNvSpPr>
          <p:nvPr>
            <p:ph type="sldNum" sz="quarter" idx="5"/>
          </p:nvPr>
        </p:nvSpPr>
        <p:spPr/>
        <p:txBody>
          <a:bodyPr/>
          <a:lstStyle/>
          <a:p>
            <a:fld id="{D83B0600-2A5F-422A-8015-714B8338F1A3}" type="slidenum">
              <a:rPr lang="en-US" smtClean="0"/>
              <a:t>28</a:t>
            </a:fld>
            <a:endParaRPr lang="en-US"/>
          </a:p>
        </p:txBody>
      </p:sp>
    </p:spTree>
    <p:extLst>
      <p:ext uri="{BB962C8B-B14F-4D97-AF65-F5344CB8AC3E}">
        <p14:creationId xmlns:p14="http://schemas.microsoft.com/office/powerpoint/2010/main" val="4041411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B2BDC-F9BB-02AB-0AD0-B4A3D813B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DC5DA-1F8F-787B-E3D3-D7A9C8366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24FBC-5576-E307-3450-692C0DE5C89A}"/>
              </a:ext>
            </a:extLst>
          </p:cNvPr>
          <p:cNvSpPr>
            <a:spLocks noGrp="1"/>
          </p:cNvSpPr>
          <p:nvPr>
            <p:ph type="body" idx="1"/>
          </p:nvPr>
        </p:nvSpPr>
        <p:spPr/>
        <p:txBody>
          <a:bodyPr/>
          <a:lstStyle/>
          <a:p>
            <a:r>
              <a:rPr lang="en-US" dirty="0"/>
              <a:t>these categories include OS,</a:t>
            </a:r>
          </a:p>
          <a:p>
            <a:r>
              <a:rPr lang="en-US" dirty="0"/>
              <a:t>Office (LibreOffice Calc, Impress, Writer),</a:t>
            </a:r>
          </a:p>
          <a:p>
            <a:r>
              <a:rPr lang="en-US" dirty="0"/>
              <a:t>Daily (Chrome, VLC Player, Thunderbird),</a:t>
            </a:r>
          </a:p>
          <a:p>
            <a:r>
              <a:rPr lang="en-US" dirty="0"/>
              <a:t>Professional (VS Code and GIMP),</a:t>
            </a:r>
          </a:p>
          <a:p>
            <a:r>
              <a:rPr lang="en-US" dirty="0"/>
              <a:t>and Workflow (tasks involving multiple apps).</a:t>
            </a:r>
          </a:p>
          <a:p>
            <a:endParaRPr lang="en-US" dirty="0"/>
          </a:p>
          <a:p>
            <a:r>
              <a:rPr lang="en-US" dirty="0"/>
              <a:t>OSWORLD contains a total of 369 tasks (and an additional 43 tasks on Windows for analysis), with the majority (268 tasks or 72.6%) aiming at single application functionalities and a remarkable section of workflow-related tasks (101 tasks or 27.4%). The dataset’s diversity is further affirmed by the inclusion of tasks considered infeasible, totaling 30 tasks or 8.1% of the dataset. Additionally, a total of 84 tasks (22.8%) are integrated from related datasets, highlighting the dataset’s applicability in universal modeling. Remarkably, the dataset incorporates 302 distinct initial states and 134 different evaluation scripts, underscoring the comprehensive approach towards evaluating the tasks’ complexity and requirements</a:t>
            </a:r>
          </a:p>
        </p:txBody>
      </p:sp>
      <p:sp>
        <p:nvSpPr>
          <p:cNvPr id="4" name="Slide Number Placeholder 3">
            <a:extLst>
              <a:ext uri="{FF2B5EF4-FFF2-40B4-BE49-F238E27FC236}">
                <a16:creationId xmlns:a16="http://schemas.microsoft.com/office/drawing/2014/main" id="{2E47685D-5263-7C1D-49C3-321CC3D9311D}"/>
              </a:ext>
            </a:extLst>
          </p:cNvPr>
          <p:cNvSpPr>
            <a:spLocks noGrp="1"/>
          </p:cNvSpPr>
          <p:nvPr>
            <p:ph type="sldNum" sz="quarter" idx="5"/>
          </p:nvPr>
        </p:nvSpPr>
        <p:spPr/>
        <p:txBody>
          <a:bodyPr/>
          <a:lstStyle/>
          <a:p>
            <a:fld id="{D83B0600-2A5F-422A-8015-714B8338F1A3}" type="slidenum">
              <a:rPr lang="en-US" smtClean="0"/>
              <a:t>29</a:t>
            </a:fld>
            <a:endParaRPr lang="en-US"/>
          </a:p>
        </p:txBody>
      </p:sp>
    </p:spTree>
    <p:extLst>
      <p:ext uri="{BB962C8B-B14F-4D97-AF65-F5344CB8AC3E}">
        <p14:creationId xmlns:p14="http://schemas.microsoft.com/office/powerpoint/2010/main" val="980456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8A89-F56A-7971-0660-113CC97B1D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805AB-05AC-59E6-6972-A8C3B47F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9CCC5-B779-C095-36DE-BB7919924C8E}"/>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0F2626A1-3E5A-A5F3-FABB-FEF8EECB1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EAE7A-1F7D-09FE-6A6F-4AACAC7B54EB}"/>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74871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F3F-ABD7-7CDD-C9A9-12B20F8BE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05E5B-B943-F734-2B94-6AF7709715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C69A5-BE76-E23B-6F62-A6E4996A0EDB}"/>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D1F923DB-49B8-3808-6DBC-61FC9559C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624BB-6F74-B6B8-A90C-B4E79C4EB32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6457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AC0E-2EDF-8EF0-A4D9-62803E803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D5D80-5DB6-B5E7-4727-0004D36672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FCA4B-1091-0B75-D9BF-468BF5CEA31C}"/>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916A9D7B-DF9A-E3D5-BA0A-EFF0D1D8F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2A593-F0D5-1CF4-5191-0BB9A4C6B601}"/>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70929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9EC-4956-923B-23AB-4DBCD01D84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42186-2F37-DA15-7A83-07B34D0244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C598ED-1174-D45B-D1CD-A0DD73EB4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68D178-BA47-7498-0F40-5D2F49294CDE}"/>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6" name="Footer Placeholder 5">
            <a:extLst>
              <a:ext uri="{FF2B5EF4-FFF2-40B4-BE49-F238E27FC236}">
                <a16:creationId xmlns:a16="http://schemas.microsoft.com/office/drawing/2014/main" id="{3BF72C78-6107-F0CB-D881-56C02BB85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37A07-2B21-37CF-EB21-7A834D583F1D}"/>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13691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B70C-7E86-6CB2-C19A-BE3E89D95C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75EE4-1D56-628B-D3DC-E1BD177DE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F9740E-1D2F-9CE1-CC4F-6038CCF3A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9676AD-60A5-6F3E-BEB2-8A580BAE06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E450D5-AF75-9844-B494-3402B1B6C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D1AEF4-82BC-0A1E-6088-0BC5D4E7FBBC}"/>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8" name="Footer Placeholder 7">
            <a:extLst>
              <a:ext uri="{FF2B5EF4-FFF2-40B4-BE49-F238E27FC236}">
                <a16:creationId xmlns:a16="http://schemas.microsoft.com/office/drawing/2014/main" id="{46BE2E03-ECD9-4968-5804-EB5964698F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EEC556-44DC-8B5D-B0D8-C817B0C696A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91115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3F0E-E43A-ACE4-B897-B2993BDD61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98A6D-66B5-C2DF-EC0A-96F746B2F40A}"/>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4" name="Footer Placeholder 3">
            <a:extLst>
              <a:ext uri="{FF2B5EF4-FFF2-40B4-BE49-F238E27FC236}">
                <a16:creationId xmlns:a16="http://schemas.microsoft.com/office/drawing/2014/main" id="{9AA92876-FF89-0B3B-80B0-217EB35D0B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3C615B-0301-332D-7A0A-7FCF50A6F28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77501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FEF84F-76C0-74C3-FE60-63DA76768D78}"/>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3" name="Footer Placeholder 2">
            <a:extLst>
              <a:ext uri="{FF2B5EF4-FFF2-40B4-BE49-F238E27FC236}">
                <a16:creationId xmlns:a16="http://schemas.microsoft.com/office/drawing/2014/main" id="{D1F66573-A680-0CAB-2DC7-F8D0EF4EC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0383AF-7CD8-D80E-E271-810CA4F44C7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57883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4212-20E5-BFDC-58F9-F81D81013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8E56C-6574-7D31-E674-5579CA142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867CA9-24A0-92F6-1057-C3458B52E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9FE20-70BE-FF15-F9D6-A0ABA1BC20D8}"/>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6" name="Footer Placeholder 5">
            <a:extLst>
              <a:ext uri="{FF2B5EF4-FFF2-40B4-BE49-F238E27FC236}">
                <a16:creationId xmlns:a16="http://schemas.microsoft.com/office/drawing/2014/main" id="{EEC32CEB-8F32-1C77-7D73-6E938E7A9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AA1E3-F254-6DB7-6FCD-1CFBEAF77CE5}"/>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8635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1F2C-F9E8-37AA-2EBD-743341C79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5DDD0A-CC50-6460-5658-F54654871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C326C-8BB7-063E-7EC6-90A85916F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8EBD3-5107-03BC-DAE9-A81D3899E0D3}"/>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6" name="Footer Placeholder 5">
            <a:extLst>
              <a:ext uri="{FF2B5EF4-FFF2-40B4-BE49-F238E27FC236}">
                <a16:creationId xmlns:a16="http://schemas.microsoft.com/office/drawing/2014/main" id="{481F01E9-425E-5F40-B4C6-DB77EC05B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924001-4D8C-3B19-04EB-1A6AE2CEFA5F}"/>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3979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2531-9592-B1D9-F504-957048ACEF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24BAFC-7C12-8AA1-E097-A44C507BD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97DC3-8CE9-E3F6-4B44-4FC65E90B24D}"/>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A6AA46C8-6AC6-DA6C-631A-659F65E11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A3F39-C28E-C184-76F9-B73C11989CA0}"/>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7009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BD30E-934F-4EE8-0490-B15820862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945734-EE16-FBF5-A32E-D22BEC4616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501D9-07C2-0489-21CE-956EAEF54DDC}"/>
              </a:ext>
            </a:extLst>
          </p:cNvPr>
          <p:cNvSpPr>
            <a:spLocks noGrp="1"/>
          </p:cNvSpPr>
          <p:nvPr>
            <p:ph type="dt" sz="half" idx="10"/>
          </p:nvPr>
        </p:nvSpPr>
        <p:spPr/>
        <p:txBody>
          <a:body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AF5C13F9-DA47-0838-3C61-8C2CC1A47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9F0E2-57C2-CEFA-34A7-6808D53F536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404446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935F0-7FBF-822C-5BB9-349551E038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F00A64-8560-FC97-6D42-AA94CA43C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222F1-053B-9B42-DD4E-DF3DC62B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5D07C-AD67-425A-A963-569751B90433}" type="datetimeFigureOut">
              <a:rPr lang="en-US" smtClean="0"/>
              <a:t>3/11/2026</a:t>
            </a:fld>
            <a:endParaRPr lang="en-US"/>
          </a:p>
        </p:txBody>
      </p:sp>
      <p:sp>
        <p:nvSpPr>
          <p:cNvPr id="5" name="Footer Placeholder 4">
            <a:extLst>
              <a:ext uri="{FF2B5EF4-FFF2-40B4-BE49-F238E27FC236}">
                <a16:creationId xmlns:a16="http://schemas.microsoft.com/office/drawing/2014/main" id="{B8E0D49C-46C8-A899-1015-F518143226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54DCE6-13D0-7DFB-F5C4-8EACE78C08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62B21-1FF8-47C4-8CF7-710F5DA64AD5}" type="slidenum">
              <a:rPr lang="en-US" smtClean="0"/>
              <a:t>‹#›</a:t>
            </a:fld>
            <a:endParaRPr lang="en-US"/>
          </a:p>
        </p:txBody>
      </p:sp>
    </p:spTree>
    <p:extLst>
      <p:ext uri="{BB962C8B-B14F-4D97-AF65-F5344CB8AC3E}">
        <p14:creationId xmlns:p14="http://schemas.microsoft.com/office/powerpoint/2010/main" val="1993709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AD479B-97C7-ACBE-792A-874EA2018EC5}"/>
              </a:ext>
            </a:extLst>
          </p:cNvPr>
          <p:cNvSpPr>
            <a:spLocks noGrp="1"/>
          </p:cNvSpPr>
          <p:nvPr>
            <p:ph type="ctrTitle"/>
          </p:nvPr>
        </p:nvSpPr>
        <p:spPr>
          <a:xfrm>
            <a:off x="1127208" y="857251"/>
            <a:ext cx="4747280" cy="3098061"/>
          </a:xfrm>
        </p:spPr>
        <p:txBody>
          <a:bodyPr anchor="b">
            <a:normAutofit/>
          </a:bodyPr>
          <a:lstStyle/>
          <a:p>
            <a:pPr algn="r"/>
            <a:r>
              <a:rPr lang="en-US" sz="4800" dirty="0" err="1">
                <a:solidFill>
                  <a:srgbClr val="FFFFFF"/>
                </a:solidFill>
              </a:rPr>
              <a:t>AppAgent</a:t>
            </a:r>
            <a:br>
              <a:rPr lang="en-US" sz="4800" dirty="0">
                <a:solidFill>
                  <a:srgbClr val="FFFFFF"/>
                </a:solidFill>
              </a:rPr>
            </a:br>
            <a:r>
              <a:rPr lang="en-US" sz="4800" dirty="0">
                <a:solidFill>
                  <a:srgbClr val="FFFFFF"/>
                </a:solidFill>
              </a:rPr>
              <a:t>&amp;</a:t>
            </a:r>
            <a:br>
              <a:rPr lang="en-US" sz="4800" dirty="0">
                <a:solidFill>
                  <a:srgbClr val="FFFFFF"/>
                </a:solidFill>
              </a:rPr>
            </a:br>
            <a:r>
              <a:rPr lang="en-US" sz="4800" dirty="0" err="1">
                <a:solidFill>
                  <a:srgbClr val="FFFFFF"/>
                </a:solidFill>
              </a:rPr>
              <a:t>OSWorld</a:t>
            </a:r>
            <a:br>
              <a:rPr lang="en-US" sz="4800" dirty="0">
                <a:solidFill>
                  <a:srgbClr val="FFFFFF"/>
                </a:solidFill>
              </a:rPr>
            </a:br>
            <a:endParaRPr lang="en-US" sz="4800" dirty="0">
              <a:solidFill>
                <a:srgbClr val="FFFFFF"/>
              </a:solidFill>
            </a:endParaRPr>
          </a:p>
        </p:txBody>
      </p:sp>
      <p:sp>
        <p:nvSpPr>
          <p:cNvPr id="49" name="Rectangle 48">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AE763AF-0B70-9C74-CACA-1E0A80D0EDC8}"/>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3.12.2026</a:t>
            </a:r>
          </a:p>
        </p:txBody>
      </p:sp>
      <p:sp>
        <p:nvSpPr>
          <p:cNvPr id="51" name="Oval 50">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2A3B640-7088-0AC7-2ADF-0E8162CDD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229209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2945A-C6CE-0A6D-093F-39E03D9BD2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528A9B8-9B27-9783-464B-32A23D21E719}"/>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644025AA-5237-A2DE-F9D3-409F0246D51B}"/>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6" name="TextBox 5">
            <a:extLst>
              <a:ext uri="{FF2B5EF4-FFF2-40B4-BE49-F238E27FC236}">
                <a16:creationId xmlns:a16="http://schemas.microsoft.com/office/drawing/2014/main" id="{29A68347-6593-C6D7-3BA8-2307EB794437}"/>
              </a:ext>
            </a:extLst>
          </p:cNvPr>
          <p:cNvSpPr txBox="1"/>
          <p:nvPr/>
        </p:nvSpPr>
        <p:spPr>
          <a:xfrm>
            <a:off x="176784" y="1216808"/>
            <a:ext cx="3634033" cy="1987916"/>
          </a:xfrm>
          <a:prstGeom prst="rect">
            <a:avLst/>
          </a:prstGeom>
          <a:solidFill>
            <a:srgbClr val="F2F2F2">
              <a:alpha val="80000"/>
            </a:srgbClr>
          </a:solidFill>
        </p:spPr>
        <p:txBody>
          <a:bodyPr wrap="square">
            <a:spAutoFit/>
          </a:bodyPr>
          <a:lstStyle/>
          <a:p>
            <a:pPr>
              <a:lnSpc>
                <a:spcPct val="115000"/>
              </a:lnSpc>
              <a:spcAft>
                <a:spcPts val="800"/>
              </a:spcAft>
              <a:buNone/>
            </a:pPr>
            <a:r>
              <a:rPr lang="en-US" b="1" dirty="0"/>
              <a:t>LLM-based multimodal agent for smartphones:</a:t>
            </a:r>
            <a:r>
              <a:rPr lang="en-US" dirty="0"/>
              <a:t> A new framework that allows an AI agent to operate smartphone apps using simple human-like actions such as tapping and swiping.</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AF309B5-5D4D-01F7-44A6-ECDD885C2A29}"/>
              </a:ext>
            </a:extLst>
          </p:cNvPr>
          <p:cNvSpPr txBox="1"/>
          <p:nvPr/>
        </p:nvSpPr>
        <p:spPr>
          <a:xfrm>
            <a:off x="104828" y="3356692"/>
            <a:ext cx="3705990" cy="1987916"/>
          </a:xfrm>
          <a:prstGeom prst="rect">
            <a:avLst/>
          </a:prstGeom>
          <a:solidFill>
            <a:srgbClr val="F2F2F2">
              <a:alpha val="80000"/>
            </a:srgbClr>
          </a:solidFill>
        </p:spPr>
        <p:txBody>
          <a:bodyPr wrap="square">
            <a:spAutoFit/>
          </a:bodyPr>
          <a:lstStyle/>
          <a:p>
            <a:pPr>
              <a:lnSpc>
                <a:spcPct val="115000"/>
              </a:lnSpc>
              <a:spcAft>
                <a:spcPts val="800"/>
              </a:spcAft>
              <a:buNone/>
            </a:pPr>
            <a:r>
              <a:rPr lang="en-US" b="1" dirty="0"/>
              <a:t>Learning through exploration and demonstrations:</a:t>
            </a:r>
            <a:r>
              <a:rPr lang="en-US" dirty="0"/>
              <a:t> The agent learns how to use new apps by exploring them autonomously or by observing human demonstrations, building a reusable knowledge base.</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0B96FAA-17DE-6313-5D1E-C91E4B257686}"/>
              </a:ext>
            </a:extLst>
          </p:cNvPr>
          <p:cNvSpPr txBox="1"/>
          <p:nvPr/>
        </p:nvSpPr>
        <p:spPr>
          <a:xfrm>
            <a:off x="9464511" y="1216808"/>
            <a:ext cx="2550705" cy="3580660"/>
          </a:xfrm>
          <a:prstGeom prst="rect">
            <a:avLst/>
          </a:prstGeom>
          <a:solidFill>
            <a:srgbClr val="F2F2F2">
              <a:alpha val="80000"/>
            </a:srgbClr>
          </a:solidFill>
        </p:spPr>
        <p:txBody>
          <a:bodyPr wrap="square">
            <a:spAutoFit/>
          </a:bodyPr>
          <a:lstStyle/>
          <a:p>
            <a:pPr>
              <a:lnSpc>
                <a:spcPct val="115000"/>
              </a:lnSpc>
              <a:spcAft>
                <a:spcPts val="800"/>
              </a:spcAft>
              <a:buNone/>
            </a:pPr>
            <a:r>
              <a:rPr lang="en-US" b="1" dirty="0"/>
              <a:t>Proven performance across multiple apps:</a:t>
            </a:r>
            <a:r>
              <a:rPr lang="en-US" dirty="0"/>
              <a:t> Testing on 50 tasks across 10 applications (e.g., social media, email, maps, shopping, image editing) shows the agent can successfully perform complex tasks across different apps.</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B1A7154-366C-0687-B52F-518FD43336ED}"/>
              </a:ext>
            </a:extLst>
          </p:cNvPr>
          <p:cNvPicPr>
            <a:picLocks noChangeAspect="1"/>
          </p:cNvPicPr>
          <p:nvPr/>
        </p:nvPicPr>
        <p:blipFill>
          <a:blip r:embed="rId3"/>
          <a:stretch>
            <a:fillRect/>
          </a:stretch>
        </p:blipFill>
        <p:spPr>
          <a:xfrm>
            <a:off x="4232635" y="1490216"/>
            <a:ext cx="4783782" cy="3429015"/>
          </a:xfrm>
          <a:prstGeom prst="rect">
            <a:avLst/>
          </a:prstGeom>
        </p:spPr>
      </p:pic>
    </p:spTree>
    <p:extLst>
      <p:ext uri="{BB962C8B-B14F-4D97-AF65-F5344CB8AC3E}">
        <p14:creationId xmlns:p14="http://schemas.microsoft.com/office/powerpoint/2010/main" val="210072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FD1F3-B161-6E20-B424-78CC8B53B2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7F348D4-D49A-23C7-1C47-E66209D4391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E09E2DD1-27E4-A56F-A8F7-88FA305096DA}"/>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6" name="TextBox 5">
            <a:extLst>
              <a:ext uri="{FF2B5EF4-FFF2-40B4-BE49-F238E27FC236}">
                <a16:creationId xmlns:a16="http://schemas.microsoft.com/office/drawing/2014/main" id="{9D855900-A22D-CEE0-1CCB-AFDB40482637}"/>
              </a:ext>
            </a:extLst>
          </p:cNvPr>
          <p:cNvSpPr txBox="1"/>
          <p:nvPr/>
        </p:nvSpPr>
        <p:spPr>
          <a:xfrm>
            <a:off x="176784" y="1216808"/>
            <a:ext cx="3634033" cy="4801314"/>
          </a:xfrm>
          <a:prstGeom prst="rect">
            <a:avLst/>
          </a:prstGeom>
          <a:solidFill>
            <a:srgbClr val="F2F2F2">
              <a:alpha val="80000"/>
            </a:srgbClr>
          </a:solidFill>
        </p:spPr>
        <p:txBody>
          <a:bodyPr wrap="square">
            <a:spAutoFit/>
          </a:bodyPr>
          <a:lstStyle/>
          <a:p>
            <a:r>
              <a:rPr lang="en-US" b="1" dirty="0"/>
              <a:t>Background and Motivation</a:t>
            </a:r>
            <a:endParaRPr lang="en-US" dirty="0"/>
          </a:p>
          <a:p>
            <a:pPr marL="285750" indent="-285750">
              <a:buFont typeface="Arial" panose="020B0604020202020204" pitchFamily="34" charset="0"/>
              <a:buChar char="•"/>
            </a:pPr>
            <a:r>
              <a:rPr lang="en-US" dirty="0"/>
              <a:t>Large Language Models (LLMs) such as ChatGPT and GPT-4 have significantly improved how machines understand and generate human language.</a:t>
            </a:r>
          </a:p>
          <a:p>
            <a:pPr marL="285750" indent="-285750">
              <a:buFont typeface="Arial" panose="020B0604020202020204" pitchFamily="34" charset="0"/>
              <a:buChar char="•"/>
            </a:pPr>
            <a:r>
              <a:rPr lang="en-US" dirty="0"/>
              <a:t>LLMs are now evolving into intelligent agents capable of performing complex tasks involving reasoning, planning, and collaboration (e.g., </a:t>
            </a:r>
            <a:r>
              <a:rPr lang="en-US" dirty="0" err="1"/>
              <a:t>AutoGPT</a:t>
            </a:r>
            <a:r>
              <a:rPr lang="en-US" dirty="0"/>
              <a:t>, </a:t>
            </a:r>
            <a:r>
              <a:rPr lang="en-US" dirty="0" err="1"/>
              <a:t>MetaGPT</a:t>
            </a:r>
            <a:r>
              <a:rPr lang="en-US" dirty="0"/>
              <a:t>).</a:t>
            </a:r>
          </a:p>
          <a:p>
            <a:pPr marL="285750" indent="-285750">
              <a:buFont typeface="Arial" panose="020B0604020202020204" pitchFamily="34" charset="0"/>
              <a:buChar char="•"/>
            </a:pPr>
            <a:r>
              <a:rPr lang="en-US" dirty="0"/>
              <a:t>However, traditional LLM agents rely mainly on text-based input, limiting their ability to perceive and interact with real-world environments.</a:t>
            </a:r>
          </a:p>
        </p:txBody>
      </p:sp>
      <p:pic>
        <p:nvPicPr>
          <p:cNvPr id="11" name="Picture 10">
            <a:extLst>
              <a:ext uri="{FF2B5EF4-FFF2-40B4-BE49-F238E27FC236}">
                <a16:creationId xmlns:a16="http://schemas.microsoft.com/office/drawing/2014/main" id="{4B507904-870E-FF87-DBF3-8EA8951BB2B5}"/>
              </a:ext>
            </a:extLst>
          </p:cNvPr>
          <p:cNvPicPr>
            <a:picLocks noChangeAspect="1"/>
          </p:cNvPicPr>
          <p:nvPr/>
        </p:nvPicPr>
        <p:blipFill>
          <a:blip r:embed="rId3"/>
          <a:stretch>
            <a:fillRect/>
          </a:stretch>
        </p:blipFill>
        <p:spPr>
          <a:xfrm>
            <a:off x="4535726" y="1338605"/>
            <a:ext cx="6618786" cy="4341043"/>
          </a:xfrm>
          <a:prstGeom prst="rect">
            <a:avLst/>
          </a:prstGeom>
        </p:spPr>
      </p:pic>
    </p:spTree>
    <p:extLst>
      <p:ext uri="{BB962C8B-B14F-4D97-AF65-F5344CB8AC3E}">
        <p14:creationId xmlns:p14="http://schemas.microsoft.com/office/powerpoint/2010/main" val="1820935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4DF1C-4DB1-72E0-14D2-21F1084F493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4C5670E-FB99-AB42-7223-AE3CA3293E60}"/>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91489826-D471-4F3D-B4EE-6848D2E96CCC}"/>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36F859B4-B930-363B-47BD-192131217834}"/>
              </a:ext>
            </a:extLst>
          </p:cNvPr>
          <p:cNvSpPr txBox="1"/>
          <p:nvPr/>
        </p:nvSpPr>
        <p:spPr>
          <a:xfrm>
            <a:off x="397058" y="1216808"/>
            <a:ext cx="3705990" cy="5078313"/>
          </a:xfrm>
          <a:prstGeom prst="rect">
            <a:avLst/>
          </a:prstGeom>
          <a:solidFill>
            <a:srgbClr val="F2F2F2">
              <a:alpha val="80000"/>
            </a:srgbClr>
          </a:solidFill>
        </p:spPr>
        <p:txBody>
          <a:bodyPr wrap="square">
            <a:spAutoFit/>
          </a:bodyPr>
          <a:lstStyle/>
          <a:p>
            <a:r>
              <a:rPr lang="en-US" b="1" dirty="0"/>
              <a:t>Proposed Multimodal Smartphone Agent</a:t>
            </a:r>
            <a:endParaRPr lang="en-US" dirty="0"/>
          </a:p>
          <a:p>
            <a:pPr marL="285750" indent="-285750">
              <a:buFont typeface="Arial" panose="020B0604020202020204" pitchFamily="34" charset="0"/>
              <a:buChar char="•"/>
            </a:pPr>
            <a:r>
              <a:rPr lang="en-US" dirty="0"/>
              <a:t>The study introduces a multimodal LLM-based agent that can operate smartphone applications using vision capabilities.</a:t>
            </a:r>
          </a:p>
          <a:p>
            <a:pPr marL="285750" indent="-285750">
              <a:buFont typeface="Arial" panose="020B0604020202020204" pitchFamily="34" charset="0"/>
              <a:buChar char="•"/>
            </a:pPr>
            <a:r>
              <a:rPr lang="en-US" dirty="0"/>
              <a:t>The agent interacts with apps through human-like GUI actions such as tapping and swiping instead of using system back-end access.</a:t>
            </a:r>
          </a:p>
          <a:p>
            <a:pPr marL="285750" indent="-285750">
              <a:buFont typeface="Arial" panose="020B0604020202020204" pitchFamily="34" charset="0"/>
              <a:buChar char="•"/>
            </a:pPr>
            <a:r>
              <a:rPr lang="en-US" dirty="0"/>
              <a:t>This design improves app compatibility, privacy, and adaptability, allowing the agent to work across many applications without deep system integration.</a:t>
            </a:r>
          </a:p>
        </p:txBody>
      </p:sp>
      <p:pic>
        <p:nvPicPr>
          <p:cNvPr id="4" name="Picture 3">
            <a:extLst>
              <a:ext uri="{FF2B5EF4-FFF2-40B4-BE49-F238E27FC236}">
                <a16:creationId xmlns:a16="http://schemas.microsoft.com/office/drawing/2014/main" id="{2EEC027C-BDF7-4880-871A-706ABAD6BEF5}"/>
              </a:ext>
            </a:extLst>
          </p:cNvPr>
          <p:cNvPicPr>
            <a:picLocks noChangeAspect="1"/>
          </p:cNvPicPr>
          <p:nvPr/>
        </p:nvPicPr>
        <p:blipFill>
          <a:blip r:embed="rId3"/>
          <a:stretch>
            <a:fillRect/>
          </a:stretch>
        </p:blipFill>
        <p:spPr>
          <a:xfrm>
            <a:off x="5773542" y="1913219"/>
            <a:ext cx="3982006" cy="3238952"/>
          </a:xfrm>
          <a:prstGeom prst="rect">
            <a:avLst/>
          </a:prstGeom>
        </p:spPr>
      </p:pic>
    </p:spTree>
    <p:extLst>
      <p:ext uri="{BB962C8B-B14F-4D97-AF65-F5344CB8AC3E}">
        <p14:creationId xmlns:p14="http://schemas.microsoft.com/office/powerpoint/2010/main" val="700601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EB6ED-8D6A-8295-1A6A-6240678B776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3FFFBF4-1FA3-530D-D177-D5AEEF87150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226C6144-9B32-4C57-424B-6A364E1E54B7}"/>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9D61206A-20A3-BA50-3825-DC77073FFA61}"/>
              </a:ext>
            </a:extLst>
          </p:cNvPr>
          <p:cNvSpPr txBox="1"/>
          <p:nvPr/>
        </p:nvSpPr>
        <p:spPr>
          <a:xfrm>
            <a:off x="199100" y="1216808"/>
            <a:ext cx="4123847" cy="4524315"/>
          </a:xfrm>
          <a:prstGeom prst="rect">
            <a:avLst/>
          </a:prstGeom>
          <a:solidFill>
            <a:srgbClr val="F2F2F2">
              <a:alpha val="80000"/>
            </a:srgbClr>
          </a:solidFill>
        </p:spPr>
        <p:txBody>
          <a:bodyPr wrap="square">
            <a:spAutoFit/>
          </a:bodyPr>
          <a:lstStyle/>
          <a:p>
            <a:r>
              <a:rPr lang="en-US" b="1" dirty="0"/>
              <a:t>Learning Approach and Key Contributions</a:t>
            </a:r>
            <a:endParaRPr lang="en-US" dirty="0"/>
          </a:p>
          <a:p>
            <a:pPr marL="285750" indent="-285750">
              <a:buFont typeface="Arial" panose="020B0604020202020204" pitchFamily="34" charset="0"/>
              <a:buChar char="•"/>
            </a:pPr>
            <a:r>
              <a:rPr lang="en-US" dirty="0"/>
              <a:t>The agent learns to use new apps through autonomous exploration and optional human demonstrations, building a knowledge base for future tasks.</a:t>
            </a:r>
          </a:p>
          <a:p>
            <a:pPr marL="285750" indent="-285750">
              <a:buFont typeface="Arial" panose="020B0604020202020204" pitchFamily="34" charset="0"/>
              <a:buChar char="•"/>
            </a:pPr>
            <a:r>
              <a:rPr lang="en-US" dirty="0"/>
              <a:t>Tested on 50 tasks across 10 different apps including social media, messaging, maps, shopping, and image editing.</a:t>
            </a:r>
          </a:p>
          <a:p>
            <a:pPr marL="285750" indent="-285750">
              <a:buFont typeface="Arial" panose="020B0604020202020204" pitchFamily="34" charset="0"/>
              <a:buChar char="•"/>
            </a:pPr>
            <a:r>
              <a:rPr lang="en-US" dirty="0"/>
              <a:t>Results show strong adaptability, efficient learning, and effective task execution, demonstrating the potential of AI-assisted smartphone app operation.</a:t>
            </a:r>
          </a:p>
        </p:txBody>
      </p:sp>
      <p:pic>
        <p:nvPicPr>
          <p:cNvPr id="4" name="Picture 3">
            <a:extLst>
              <a:ext uri="{FF2B5EF4-FFF2-40B4-BE49-F238E27FC236}">
                <a16:creationId xmlns:a16="http://schemas.microsoft.com/office/drawing/2014/main" id="{4543636A-5DB7-F8AC-42E1-FF09E4C4E021}"/>
              </a:ext>
            </a:extLst>
          </p:cNvPr>
          <p:cNvPicPr>
            <a:picLocks noChangeAspect="1"/>
          </p:cNvPicPr>
          <p:nvPr/>
        </p:nvPicPr>
        <p:blipFill>
          <a:blip r:embed="rId3"/>
          <a:stretch>
            <a:fillRect/>
          </a:stretch>
        </p:blipFill>
        <p:spPr>
          <a:xfrm>
            <a:off x="4718593" y="961680"/>
            <a:ext cx="6525536" cy="4934639"/>
          </a:xfrm>
          <a:prstGeom prst="rect">
            <a:avLst/>
          </a:prstGeom>
        </p:spPr>
      </p:pic>
    </p:spTree>
    <p:extLst>
      <p:ext uri="{BB962C8B-B14F-4D97-AF65-F5344CB8AC3E}">
        <p14:creationId xmlns:p14="http://schemas.microsoft.com/office/powerpoint/2010/main" val="3214995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0711-7084-83D5-79B3-9BDADB33667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A1380F-3842-E9BC-F14F-207CDA183FA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97126820-6105-7539-18DD-799DFB346E5F}"/>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4C35ACCF-65E6-2D76-D76D-FC1111BB6BA9}"/>
              </a:ext>
            </a:extLst>
          </p:cNvPr>
          <p:cNvSpPr txBox="1"/>
          <p:nvPr/>
        </p:nvSpPr>
        <p:spPr>
          <a:xfrm>
            <a:off x="199100" y="1216808"/>
            <a:ext cx="5240166" cy="1477328"/>
          </a:xfrm>
          <a:prstGeom prst="rect">
            <a:avLst/>
          </a:prstGeom>
          <a:solidFill>
            <a:srgbClr val="F2F2F2">
              <a:alpha val="80000"/>
            </a:srgbClr>
          </a:solidFill>
        </p:spPr>
        <p:txBody>
          <a:bodyPr wrap="square">
            <a:spAutoFit/>
          </a:bodyPr>
          <a:lstStyle/>
          <a:p>
            <a:r>
              <a:rPr lang="en-US" b="1" dirty="0"/>
              <a:t>Advancement of Large Language Models:</a:t>
            </a:r>
            <a:r>
              <a:rPr lang="en-US" dirty="0"/>
              <a:t> Modern LLMs such as ChatGPT and GPT-4 enable multi-turn conversations and can follow complex instructions, significantly improving natural language processing capabilities.</a:t>
            </a:r>
          </a:p>
        </p:txBody>
      </p:sp>
      <p:sp>
        <p:nvSpPr>
          <p:cNvPr id="3" name="TextBox 2">
            <a:extLst>
              <a:ext uri="{FF2B5EF4-FFF2-40B4-BE49-F238E27FC236}">
                <a16:creationId xmlns:a16="http://schemas.microsoft.com/office/drawing/2014/main" id="{2FA1DF27-D58F-9C2C-575C-DFBBD11C9999}"/>
              </a:ext>
            </a:extLst>
          </p:cNvPr>
          <p:cNvSpPr txBox="1"/>
          <p:nvPr/>
        </p:nvSpPr>
        <p:spPr>
          <a:xfrm>
            <a:off x="199101" y="2802825"/>
            <a:ext cx="5240165" cy="1477328"/>
          </a:xfrm>
          <a:prstGeom prst="rect">
            <a:avLst/>
          </a:prstGeom>
          <a:solidFill>
            <a:srgbClr val="F2F2F2">
              <a:alpha val="80000"/>
            </a:srgbClr>
          </a:solidFill>
        </p:spPr>
        <p:txBody>
          <a:bodyPr wrap="square">
            <a:spAutoFit/>
          </a:bodyPr>
          <a:lstStyle/>
          <a:p>
            <a:r>
              <a:rPr lang="en-US" b="1" dirty="0"/>
              <a:t>Integration of Vision Capabilities:</a:t>
            </a:r>
            <a:r>
              <a:rPr lang="en-US" dirty="0"/>
              <a:t> Models like GPT-4V combine language and visual understanding, allowing AI to interpret images, user interfaces, and perform tasks such as reasoning, coding, and tool usage.</a:t>
            </a:r>
          </a:p>
        </p:txBody>
      </p:sp>
      <p:sp>
        <p:nvSpPr>
          <p:cNvPr id="4" name="TextBox 3">
            <a:extLst>
              <a:ext uri="{FF2B5EF4-FFF2-40B4-BE49-F238E27FC236}">
                <a16:creationId xmlns:a16="http://schemas.microsoft.com/office/drawing/2014/main" id="{7A490F62-9BB7-1076-0404-8D9183A3BF03}"/>
              </a:ext>
            </a:extLst>
          </p:cNvPr>
          <p:cNvSpPr txBox="1"/>
          <p:nvPr/>
        </p:nvSpPr>
        <p:spPr>
          <a:xfrm>
            <a:off x="199099" y="4388842"/>
            <a:ext cx="5240165" cy="1754326"/>
          </a:xfrm>
          <a:prstGeom prst="rect">
            <a:avLst/>
          </a:prstGeom>
          <a:solidFill>
            <a:srgbClr val="F2F2F2">
              <a:alpha val="80000"/>
            </a:srgbClr>
          </a:solidFill>
        </p:spPr>
        <p:txBody>
          <a:bodyPr wrap="square">
            <a:spAutoFit/>
          </a:bodyPr>
          <a:lstStyle/>
          <a:p>
            <a:r>
              <a:rPr lang="en-US" b="1" dirty="0"/>
              <a:t>Open-Source Multimodal Models and Challenges:</a:t>
            </a:r>
            <a:r>
              <a:rPr lang="en-US" dirty="0"/>
              <a:t> Models based on </a:t>
            </a:r>
            <a:r>
              <a:rPr lang="en-US" dirty="0" err="1"/>
              <a:t>LLaMA</a:t>
            </a:r>
            <a:r>
              <a:rPr lang="en-US" dirty="0"/>
              <a:t> (e.g., </a:t>
            </a:r>
            <a:r>
              <a:rPr lang="en-US" dirty="0" err="1"/>
              <a:t>LLaVA</a:t>
            </a:r>
            <a:r>
              <a:rPr lang="en-US" dirty="0"/>
              <a:t>, </a:t>
            </a:r>
            <a:r>
              <a:rPr lang="en-US" dirty="0" err="1"/>
              <a:t>ChartLlama</a:t>
            </a:r>
            <a:r>
              <a:rPr lang="en-US" dirty="0"/>
              <a:t>, </a:t>
            </a:r>
            <a:r>
              <a:rPr lang="en-US" dirty="0" err="1"/>
              <a:t>StableLLaVA</a:t>
            </a:r>
            <a:r>
              <a:rPr lang="en-US" dirty="0"/>
              <a:t>) also support vision understanding, but they still show a performance gap compared to GPT-4V, especially when dealing with unfamiliar app interfaces.</a:t>
            </a:r>
          </a:p>
        </p:txBody>
      </p:sp>
      <p:pic>
        <p:nvPicPr>
          <p:cNvPr id="7" name="Picture 6">
            <a:extLst>
              <a:ext uri="{FF2B5EF4-FFF2-40B4-BE49-F238E27FC236}">
                <a16:creationId xmlns:a16="http://schemas.microsoft.com/office/drawing/2014/main" id="{D613E984-FE0A-D205-0F28-71B39D660660}"/>
              </a:ext>
            </a:extLst>
          </p:cNvPr>
          <p:cNvPicPr>
            <a:picLocks noChangeAspect="1"/>
          </p:cNvPicPr>
          <p:nvPr/>
        </p:nvPicPr>
        <p:blipFill>
          <a:blip r:embed="rId3"/>
          <a:stretch>
            <a:fillRect/>
          </a:stretch>
        </p:blipFill>
        <p:spPr>
          <a:xfrm>
            <a:off x="5676900" y="1780945"/>
            <a:ext cx="6058746" cy="3296110"/>
          </a:xfrm>
          <a:prstGeom prst="rect">
            <a:avLst/>
          </a:prstGeom>
        </p:spPr>
      </p:pic>
    </p:spTree>
    <p:extLst>
      <p:ext uri="{BB962C8B-B14F-4D97-AF65-F5344CB8AC3E}">
        <p14:creationId xmlns:p14="http://schemas.microsoft.com/office/powerpoint/2010/main" val="1253346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F6F1-03FB-969D-B9FA-7422F7A529B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3D888E1-7E0C-6B88-E84D-E76FE89677E1}"/>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5EB78247-53F4-E4BC-560D-82477939377A}"/>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1F87DE04-45A9-4B15-DF9F-3391A8EF895D}"/>
              </a:ext>
            </a:extLst>
          </p:cNvPr>
          <p:cNvSpPr txBox="1"/>
          <p:nvPr/>
        </p:nvSpPr>
        <p:spPr>
          <a:xfrm>
            <a:off x="199100" y="1216808"/>
            <a:ext cx="5240166" cy="1477328"/>
          </a:xfrm>
          <a:prstGeom prst="rect">
            <a:avLst/>
          </a:prstGeom>
          <a:solidFill>
            <a:srgbClr val="F2F2F2">
              <a:alpha val="80000"/>
            </a:srgbClr>
          </a:solidFill>
        </p:spPr>
        <p:txBody>
          <a:bodyPr wrap="square">
            <a:spAutoFit/>
          </a:bodyPr>
          <a:lstStyle/>
          <a:p>
            <a:r>
              <a:rPr lang="en-US" b="1" dirty="0"/>
              <a:t>LLMs as intelligent agents:</a:t>
            </a:r>
            <a:r>
              <a:rPr lang="en-US" dirty="0"/>
              <a:t> Models like </a:t>
            </a:r>
            <a:r>
              <a:rPr lang="en-US" dirty="0" err="1"/>
              <a:t>AutoGPT</a:t>
            </a:r>
            <a:r>
              <a:rPr lang="en-US" dirty="0"/>
              <a:t>, </a:t>
            </a:r>
            <a:r>
              <a:rPr lang="en-US" dirty="0" err="1"/>
              <a:t>HuggingGPT</a:t>
            </a:r>
            <a:r>
              <a:rPr lang="en-US" dirty="0"/>
              <a:t>, and </a:t>
            </a:r>
            <a:r>
              <a:rPr lang="en-US" dirty="0" err="1"/>
              <a:t>MetaGPT</a:t>
            </a:r>
            <a:r>
              <a:rPr lang="en-US" dirty="0"/>
              <a:t> demonstrate how LLMs can act as agents to perform complex tasks requiring reasoning, planning, and decision-making.</a:t>
            </a:r>
          </a:p>
        </p:txBody>
      </p:sp>
      <p:sp>
        <p:nvSpPr>
          <p:cNvPr id="3" name="TextBox 2">
            <a:extLst>
              <a:ext uri="{FF2B5EF4-FFF2-40B4-BE49-F238E27FC236}">
                <a16:creationId xmlns:a16="http://schemas.microsoft.com/office/drawing/2014/main" id="{1B342582-A012-7DBB-2677-DFFD9329D697}"/>
              </a:ext>
            </a:extLst>
          </p:cNvPr>
          <p:cNvSpPr txBox="1"/>
          <p:nvPr/>
        </p:nvSpPr>
        <p:spPr>
          <a:xfrm>
            <a:off x="199101" y="2802825"/>
            <a:ext cx="5240165" cy="1477328"/>
          </a:xfrm>
          <a:prstGeom prst="rect">
            <a:avLst/>
          </a:prstGeom>
          <a:solidFill>
            <a:srgbClr val="F2F2F2">
              <a:alpha val="80000"/>
            </a:srgbClr>
          </a:solidFill>
        </p:spPr>
        <p:txBody>
          <a:bodyPr wrap="square">
            <a:spAutoFit/>
          </a:bodyPr>
          <a:lstStyle/>
          <a:p>
            <a:r>
              <a:rPr lang="en-US" b="1" dirty="0"/>
              <a:t>Applications across domains:</a:t>
            </a:r>
            <a:r>
              <a:rPr lang="en-US" dirty="0"/>
              <a:t> LLM agents are used in areas such as software development, gaming, and interactive environments, where they can understand context, learn from interactions, and manipulate their environment.</a:t>
            </a:r>
          </a:p>
        </p:txBody>
      </p:sp>
      <p:sp>
        <p:nvSpPr>
          <p:cNvPr id="4" name="TextBox 3">
            <a:extLst>
              <a:ext uri="{FF2B5EF4-FFF2-40B4-BE49-F238E27FC236}">
                <a16:creationId xmlns:a16="http://schemas.microsoft.com/office/drawing/2014/main" id="{403E5B1D-E7B9-7AE3-724B-1B631F669C90}"/>
              </a:ext>
            </a:extLst>
          </p:cNvPr>
          <p:cNvSpPr txBox="1"/>
          <p:nvPr/>
        </p:nvSpPr>
        <p:spPr>
          <a:xfrm>
            <a:off x="199099" y="4388842"/>
            <a:ext cx="5240165" cy="1754326"/>
          </a:xfrm>
          <a:prstGeom prst="rect">
            <a:avLst/>
          </a:prstGeom>
          <a:solidFill>
            <a:srgbClr val="F2F2F2">
              <a:alpha val="80000"/>
            </a:srgbClr>
          </a:solidFill>
        </p:spPr>
        <p:txBody>
          <a:bodyPr wrap="square">
            <a:spAutoFit/>
          </a:bodyPr>
          <a:lstStyle/>
          <a:p>
            <a:r>
              <a:rPr lang="en-US" b="1" dirty="0"/>
              <a:t>Rise of multimodal agents:</a:t>
            </a:r>
            <a:r>
              <a:rPr lang="en-US" dirty="0"/>
              <a:t> Multimodal LLM agents that process text, images, audio, and video enable more advanced tasks, including robotics, 3D asset generation, and multi-domain task completion, with this research focusing specifically on agents that operate smartphone applications.</a:t>
            </a:r>
          </a:p>
        </p:txBody>
      </p:sp>
      <p:pic>
        <p:nvPicPr>
          <p:cNvPr id="9" name="Picture 8">
            <a:extLst>
              <a:ext uri="{FF2B5EF4-FFF2-40B4-BE49-F238E27FC236}">
                <a16:creationId xmlns:a16="http://schemas.microsoft.com/office/drawing/2014/main" id="{B13E2370-D8BB-6F39-AD47-97D0AEB0CEC8}"/>
              </a:ext>
            </a:extLst>
          </p:cNvPr>
          <p:cNvPicPr>
            <a:picLocks noChangeAspect="1"/>
          </p:cNvPicPr>
          <p:nvPr/>
        </p:nvPicPr>
        <p:blipFill>
          <a:blip r:embed="rId3"/>
          <a:stretch>
            <a:fillRect/>
          </a:stretch>
        </p:blipFill>
        <p:spPr>
          <a:xfrm>
            <a:off x="5976479" y="1733313"/>
            <a:ext cx="4648849" cy="3391373"/>
          </a:xfrm>
          <a:prstGeom prst="rect">
            <a:avLst/>
          </a:prstGeom>
        </p:spPr>
      </p:pic>
    </p:spTree>
    <p:extLst>
      <p:ext uri="{BB962C8B-B14F-4D97-AF65-F5344CB8AC3E}">
        <p14:creationId xmlns:p14="http://schemas.microsoft.com/office/powerpoint/2010/main" val="3560632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7A451-8793-324E-D2ED-2B81E188AC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048A278-D6DA-F09D-2252-AF163B6A1E27}"/>
              </a:ext>
            </a:extLst>
          </p:cNvPr>
          <p:cNvPicPr>
            <a:picLocks noChangeAspect="1"/>
          </p:cNvPicPr>
          <p:nvPr/>
        </p:nvPicPr>
        <p:blipFill>
          <a:blip r:embed="rId3"/>
          <a:stretch>
            <a:fillRect/>
          </a:stretch>
        </p:blipFill>
        <p:spPr>
          <a:xfrm>
            <a:off x="394492" y="228153"/>
            <a:ext cx="11403016" cy="6401693"/>
          </a:xfrm>
          <a:prstGeom prst="rect">
            <a:avLst/>
          </a:prstGeom>
        </p:spPr>
      </p:pic>
      <p:sp>
        <p:nvSpPr>
          <p:cNvPr id="5" name="Title 1">
            <a:extLst>
              <a:ext uri="{FF2B5EF4-FFF2-40B4-BE49-F238E27FC236}">
                <a16:creationId xmlns:a16="http://schemas.microsoft.com/office/drawing/2014/main" id="{AF29397E-D28A-8AA0-C2A8-1FD07294758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EBB87F7C-C139-42D7-A74B-DCC469DE3B29}"/>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Tree>
    <p:extLst>
      <p:ext uri="{BB962C8B-B14F-4D97-AF65-F5344CB8AC3E}">
        <p14:creationId xmlns:p14="http://schemas.microsoft.com/office/powerpoint/2010/main" val="92628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EE6A-C266-EF19-191E-2D93A7886E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396F979-DD73-4CE5-3A60-8EE8561573DA}"/>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1C389154-9918-4FD9-FD12-7AFA71BBC128}"/>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AA9227D8-55A8-FEA0-58E3-0A5D16B8033E}"/>
              </a:ext>
            </a:extLst>
          </p:cNvPr>
          <p:cNvSpPr txBox="1"/>
          <p:nvPr/>
        </p:nvSpPr>
        <p:spPr>
          <a:xfrm>
            <a:off x="151969" y="608465"/>
            <a:ext cx="6094428" cy="369332"/>
          </a:xfrm>
          <a:prstGeom prst="rect">
            <a:avLst/>
          </a:prstGeom>
          <a:noFill/>
        </p:spPr>
        <p:txBody>
          <a:bodyPr wrap="square">
            <a:spAutoFit/>
          </a:bodyPr>
          <a:lstStyle/>
          <a:p>
            <a:r>
              <a:rPr lang="en-US" dirty="0"/>
              <a:t>Method</a:t>
            </a:r>
          </a:p>
        </p:txBody>
      </p:sp>
      <p:pic>
        <p:nvPicPr>
          <p:cNvPr id="9" name="Picture 8">
            <a:extLst>
              <a:ext uri="{FF2B5EF4-FFF2-40B4-BE49-F238E27FC236}">
                <a16:creationId xmlns:a16="http://schemas.microsoft.com/office/drawing/2014/main" id="{9ADDE08D-A34F-92E1-DE6D-0C834A5F9261}"/>
              </a:ext>
            </a:extLst>
          </p:cNvPr>
          <p:cNvPicPr>
            <a:picLocks noChangeAspect="1"/>
          </p:cNvPicPr>
          <p:nvPr/>
        </p:nvPicPr>
        <p:blipFill>
          <a:blip r:embed="rId3"/>
          <a:stretch>
            <a:fillRect/>
          </a:stretch>
        </p:blipFill>
        <p:spPr>
          <a:xfrm>
            <a:off x="6426488" y="3036858"/>
            <a:ext cx="1116508" cy="1305107"/>
          </a:xfrm>
          <a:prstGeom prst="rect">
            <a:avLst/>
          </a:prstGeom>
        </p:spPr>
      </p:pic>
      <p:pic>
        <p:nvPicPr>
          <p:cNvPr id="11" name="Picture 10">
            <a:extLst>
              <a:ext uri="{FF2B5EF4-FFF2-40B4-BE49-F238E27FC236}">
                <a16:creationId xmlns:a16="http://schemas.microsoft.com/office/drawing/2014/main" id="{6AABDD37-E7D5-6BAE-9D08-84A150817B73}"/>
              </a:ext>
            </a:extLst>
          </p:cNvPr>
          <p:cNvPicPr>
            <a:picLocks noChangeAspect="1"/>
          </p:cNvPicPr>
          <p:nvPr/>
        </p:nvPicPr>
        <p:blipFill>
          <a:blip r:embed="rId4"/>
          <a:stretch>
            <a:fillRect/>
          </a:stretch>
        </p:blipFill>
        <p:spPr>
          <a:xfrm>
            <a:off x="7991966" y="3468011"/>
            <a:ext cx="581106" cy="600159"/>
          </a:xfrm>
          <a:prstGeom prst="rect">
            <a:avLst/>
          </a:prstGeom>
        </p:spPr>
      </p:pic>
      <p:pic>
        <p:nvPicPr>
          <p:cNvPr id="13" name="Picture 12">
            <a:extLst>
              <a:ext uri="{FF2B5EF4-FFF2-40B4-BE49-F238E27FC236}">
                <a16:creationId xmlns:a16="http://schemas.microsoft.com/office/drawing/2014/main" id="{9F8C9A65-F17B-71A7-930A-430E083946B6}"/>
              </a:ext>
            </a:extLst>
          </p:cNvPr>
          <p:cNvPicPr>
            <a:picLocks noChangeAspect="1"/>
          </p:cNvPicPr>
          <p:nvPr/>
        </p:nvPicPr>
        <p:blipFill>
          <a:blip r:embed="rId5"/>
          <a:stretch>
            <a:fillRect/>
          </a:stretch>
        </p:blipFill>
        <p:spPr>
          <a:xfrm>
            <a:off x="8880048" y="3254825"/>
            <a:ext cx="1072837" cy="1084562"/>
          </a:xfrm>
          <a:prstGeom prst="rect">
            <a:avLst/>
          </a:prstGeom>
        </p:spPr>
      </p:pic>
      <p:pic>
        <p:nvPicPr>
          <p:cNvPr id="15" name="Picture 14">
            <a:extLst>
              <a:ext uri="{FF2B5EF4-FFF2-40B4-BE49-F238E27FC236}">
                <a16:creationId xmlns:a16="http://schemas.microsoft.com/office/drawing/2014/main" id="{EC336537-734A-9656-909E-411222A139F3}"/>
              </a:ext>
            </a:extLst>
          </p:cNvPr>
          <p:cNvPicPr>
            <a:picLocks noChangeAspect="1"/>
          </p:cNvPicPr>
          <p:nvPr/>
        </p:nvPicPr>
        <p:blipFill>
          <a:blip r:embed="rId6"/>
          <a:stretch>
            <a:fillRect/>
          </a:stretch>
        </p:blipFill>
        <p:spPr>
          <a:xfrm>
            <a:off x="7065617" y="1215696"/>
            <a:ext cx="1189121" cy="957097"/>
          </a:xfrm>
          <a:prstGeom prst="rect">
            <a:avLst/>
          </a:prstGeom>
        </p:spPr>
      </p:pic>
      <p:pic>
        <p:nvPicPr>
          <p:cNvPr id="17" name="Picture 16">
            <a:extLst>
              <a:ext uri="{FF2B5EF4-FFF2-40B4-BE49-F238E27FC236}">
                <a16:creationId xmlns:a16="http://schemas.microsoft.com/office/drawing/2014/main" id="{BDA61DCA-6E29-2C57-2780-583C0DBD9797}"/>
              </a:ext>
            </a:extLst>
          </p:cNvPr>
          <p:cNvPicPr>
            <a:picLocks noChangeAspect="1"/>
          </p:cNvPicPr>
          <p:nvPr/>
        </p:nvPicPr>
        <p:blipFill>
          <a:blip r:embed="rId7"/>
          <a:stretch>
            <a:fillRect/>
          </a:stretch>
        </p:blipFill>
        <p:spPr>
          <a:xfrm>
            <a:off x="10027611" y="1042680"/>
            <a:ext cx="1097639" cy="1130113"/>
          </a:xfrm>
          <a:prstGeom prst="rect">
            <a:avLst/>
          </a:prstGeom>
        </p:spPr>
      </p:pic>
      <p:pic>
        <p:nvPicPr>
          <p:cNvPr id="19" name="Picture 18">
            <a:extLst>
              <a:ext uri="{FF2B5EF4-FFF2-40B4-BE49-F238E27FC236}">
                <a16:creationId xmlns:a16="http://schemas.microsoft.com/office/drawing/2014/main" id="{B10958AB-75E8-D2FE-EF46-C4B7CED62082}"/>
              </a:ext>
            </a:extLst>
          </p:cNvPr>
          <p:cNvPicPr>
            <a:picLocks noChangeAspect="1"/>
          </p:cNvPicPr>
          <p:nvPr/>
        </p:nvPicPr>
        <p:blipFill>
          <a:blip r:embed="rId8"/>
          <a:stretch>
            <a:fillRect/>
          </a:stretch>
        </p:blipFill>
        <p:spPr>
          <a:xfrm>
            <a:off x="7710728" y="4485314"/>
            <a:ext cx="1381318" cy="1305107"/>
          </a:xfrm>
          <a:prstGeom prst="rect">
            <a:avLst/>
          </a:prstGeom>
        </p:spPr>
      </p:pic>
      <p:pic>
        <p:nvPicPr>
          <p:cNvPr id="21" name="Picture 20">
            <a:extLst>
              <a:ext uri="{FF2B5EF4-FFF2-40B4-BE49-F238E27FC236}">
                <a16:creationId xmlns:a16="http://schemas.microsoft.com/office/drawing/2014/main" id="{1E68F125-E27E-522E-499E-FB2A1A016088}"/>
              </a:ext>
            </a:extLst>
          </p:cNvPr>
          <p:cNvPicPr>
            <a:picLocks noChangeAspect="1"/>
          </p:cNvPicPr>
          <p:nvPr/>
        </p:nvPicPr>
        <p:blipFill>
          <a:blip r:embed="rId9"/>
          <a:stretch>
            <a:fillRect/>
          </a:stretch>
        </p:blipFill>
        <p:spPr>
          <a:xfrm>
            <a:off x="8254738" y="1981016"/>
            <a:ext cx="1609951" cy="1209080"/>
          </a:xfrm>
          <a:prstGeom prst="rect">
            <a:avLst/>
          </a:prstGeom>
        </p:spPr>
      </p:pic>
      <p:pic>
        <p:nvPicPr>
          <p:cNvPr id="25" name="Picture 24">
            <a:extLst>
              <a:ext uri="{FF2B5EF4-FFF2-40B4-BE49-F238E27FC236}">
                <a16:creationId xmlns:a16="http://schemas.microsoft.com/office/drawing/2014/main" id="{7D32D04F-AB81-0DFB-2131-3D1E32C63C76}"/>
              </a:ext>
            </a:extLst>
          </p:cNvPr>
          <p:cNvPicPr>
            <a:picLocks noChangeAspect="1"/>
          </p:cNvPicPr>
          <p:nvPr/>
        </p:nvPicPr>
        <p:blipFill>
          <a:blip r:embed="rId10"/>
          <a:stretch>
            <a:fillRect/>
          </a:stretch>
        </p:blipFill>
        <p:spPr>
          <a:xfrm>
            <a:off x="8335712" y="899274"/>
            <a:ext cx="724001" cy="752580"/>
          </a:xfrm>
          <a:prstGeom prst="rect">
            <a:avLst/>
          </a:prstGeom>
        </p:spPr>
      </p:pic>
      <p:pic>
        <p:nvPicPr>
          <p:cNvPr id="31" name="Picture 30">
            <a:extLst>
              <a:ext uri="{FF2B5EF4-FFF2-40B4-BE49-F238E27FC236}">
                <a16:creationId xmlns:a16="http://schemas.microsoft.com/office/drawing/2014/main" id="{3F112DF6-D03A-59A1-4175-B36B94EB877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027611" y="4068170"/>
            <a:ext cx="1657581" cy="1657581"/>
          </a:xfrm>
          <a:prstGeom prst="rect">
            <a:avLst/>
          </a:prstGeom>
        </p:spPr>
      </p:pic>
      <p:sp>
        <p:nvSpPr>
          <p:cNvPr id="34" name="TextBox 33">
            <a:extLst>
              <a:ext uri="{FF2B5EF4-FFF2-40B4-BE49-F238E27FC236}">
                <a16:creationId xmlns:a16="http://schemas.microsoft.com/office/drawing/2014/main" id="{E23A0327-FCBE-545B-4003-C0F1DB8E2B35}"/>
              </a:ext>
            </a:extLst>
          </p:cNvPr>
          <p:cNvSpPr txBox="1"/>
          <p:nvPr/>
        </p:nvSpPr>
        <p:spPr>
          <a:xfrm>
            <a:off x="199100" y="1216808"/>
            <a:ext cx="3449073" cy="1200329"/>
          </a:xfrm>
          <a:prstGeom prst="rect">
            <a:avLst/>
          </a:prstGeom>
          <a:solidFill>
            <a:srgbClr val="F2F2F2">
              <a:alpha val="80000"/>
            </a:srgbClr>
          </a:solidFill>
        </p:spPr>
        <p:txBody>
          <a:bodyPr wrap="square">
            <a:spAutoFit/>
          </a:bodyPr>
          <a:lstStyle/>
          <a:p>
            <a:r>
              <a:rPr lang="en-US" b="1" dirty="0"/>
              <a:t>Benchmark</a:t>
            </a:r>
          </a:p>
          <a:p>
            <a:r>
              <a:rPr lang="en-US" dirty="0"/>
              <a:t>-includes 10 popular applications, each serving various purposes.</a:t>
            </a:r>
          </a:p>
        </p:txBody>
      </p:sp>
      <p:pic>
        <p:nvPicPr>
          <p:cNvPr id="36" name="Picture 35">
            <a:extLst>
              <a:ext uri="{FF2B5EF4-FFF2-40B4-BE49-F238E27FC236}">
                <a16:creationId xmlns:a16="http://schemas.microsoft.com/office/drawing/2014/main" id="{1875FEC2-7E7F-D910-6A4A-D0B00792B137}"/>
              </a:ext>
            </a:extLst>
          </p:cNvPr>
          <p:cNvPicPr>
            <a:picLocks noChangeAspect="1"/>
          </p:cNvPicPr>
          <p:nvPr/>
        </p:nvPicPr>
        <p:blipFill>
          <a:blip r:embed="rId12"/>
          <a:stretch>
            <a:fillRect/>
          </a:stretch>
        </p:blipFill>
        <p:spPr>
          <a:xfrm>
            <a:off x="4616485" y="363089"/>
            <a:ext cx="1810003" cy="1705213"/>
          </a:xfrm>
          <a:prstGeom prst="rect">
            <a:avLst/>
          </a:prstGeom>
        </p:spPr>
      </p:pic>
      <p:sp>
        <p:nvSpPr>
          <p:cNvPr id="38" name="TextBox 37">
            <a:extLst>
              <a:ext uri="{FF2B5EF4-FFF2-40B4-BE49-F238E27FC236}">
                <a16:creationId xmlns:a16="http://schemas.microsoft.com/office/drawing/2014/main" id="{7FDB6EF7-E56D-C1CA-819B-EB726298007C}"/>
              </a:ext>
            </a:extLst>
          </p:cNvPr>
          <p:cNvSpPr txBox="1"/>
          <p:nvPr/>
        </p:nvSpPr>
        <p:spPr>
          <a:xfrm>
            <a:off x="199100" y="2821680"/>
            <a:ext cx="3449073" cy="2862322"/>
          </a:xfrm>
          <a:prstGeom prst="rect">
            <a:avLst/>
          </a:prstGeom>
          <a:noFill/>
        </p:spPr>
        <p:txBody>
          <a:bodyPr wrap="square">
            <a:spAutoFit/>
          </a:bodyPr>
          <a:lstStyle/>
          <a:p>
            <a:pPr marL="342900" indent="-342900">
              <a:buFont typeface="+mj-lt"/>
              <a:buAutoNum type="arabicPeriod"/>
            </a:pPr>
            <a:r>
              <a:rPr lang="en-US" dirty="0"/>
              <a:t>Google Maps</a:t>
            </a:r>
          </a:p>
          <a:p>
            <a:pPr marL="342900" indent="-342900">
              <a:buFont typeface="+mj-lt"/>
              <a:buAutoNum type="arabicPeriod"/>
            </a:pPr>
            <a:r>
              <a:rPr lang="en-US" dirty="0"/>
              <a:t>Twitter</a:t>
            </a:r>
          </a:p>
          <a:p>
            <a:pPr marL="342900" indent="-342900">
              <a:buFont typeface="+mj-lt"/>
              <a:buAutoNum type="arabicPeriod"/>
            </a:pPr>
            <a:r>
              <a:rPr lang="en-US" dirty="0"/>
              <a:t>Telegram</a:t>
            </a:r>
          </a:p>
          <a:p>
            <a:pPr marL="342900" indent="-342900">
              <a:buFont typeface="+mj-lt"/>
              <a:buAutoNum type="arabicPeriod"/>
            </a:pPr>
            <a:r>
              <a:rPr lang="en-US" dirty="0"/>
              <a:t>YouTube</a:t>
            </a:r>
          </a:p>
          <a:p>
            <a:pPr marL="342900" indent="-342900">
              <a:buFont typeface="+mj-lt"/>
              <a:buAutoNum type="arabicPeriod"/>
            </a:pPr>
            <a:r>
              <a:rPr lang="en-US" dirty="0"/>
              <a:t>Spotify</a:t>
            </a:r>
          </a:p>
          <a:p>
            <a:pPr marL="342900" indent="-342900">
              <a:buFont typeface="+mj-lt"/>
              <a:buAutoNum type="arabicPeriod"/>
            </a:pPr>
            <a:r>
              <a:rPr lang="en-US" dirty="0"/>
              <a:t>Yelp</a:t>
            </a:r>
          </a:p>
          <a:p>
            <a:pPr marL="342900" indent="-342900">
              <a:buFont typeface="+mj-lt"/>
              <a:buAutoNum type="arabicPeriod"/>
            </a:pPr>
            <a:r>
              <a:rPr lang="en-US" dirty="0"/>
              <a:t>Gmail</a:t>
            </a:r>
          </a:p>
          <a:p>
            <a:pPr marL="342900" indent="-342900">
              <a:buFont typeface="+mj-lt"/>
              <a:buAutoNum type="arabicPeriod"/>
            </a:pPr>
            <a:r>
              <a:rPr lang="en-US" dirty="0"/>
              <a:t>TEMU</a:t>
            </a:r>
          </a:p>
          <a:p>
            <a:pPr marL="342900" indent="-342900">
              <a:buFont typeface="+mj-lt"/>
              <a:buAutoNum type="arabicPeriod"/>
            </a:pPr>
            <a:r>
              <a:rPr lang="en-US" dirty="0"/>
              <a:t>Clock</a:t>
            </a:r>
          </a:p>
          <a:p>
            <a:pPr marL="342900" indent="-342900">
              <a:buFont typeface="+mj-lt"/>
              <a:buAutoNum type="arabicPeriod"/>
            </a:pPr>
            <a:r>
              <a:rPr lang="en-US" dirty="0"/>
              <a:t>Lightroom</a:t>
            </a:r>
          </a:p>
        </p:txBody>
      </p:sp>
    </p:spTree>
    <p:extLst>
      <p:ext uri="{BB962C8B-B14F-4D97-AF65-F5344CB8AC3E}">
        <p14:creationId xmlns:p14="http://schemas.microsoft.com/office/powerpoint/2010/main" val="1316668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FA13B-5042-2CCC-118A-29E1521FE7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FBDA502-6D7A-12CD-45E9-04F48D633E5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7D732823-42AF-8279-C0CC-58F3B8166CA5}"/>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6AD9FD80-50A8-BFE5-A7BE-5BDAA9EB263A}"/>
              </a:ext>
            </a:extLst>
          </p:cNvPr>
          <p:cNvSpPr txBox="1"/>
          <p:nvPr/>
        </p:nvSpPr>
        <p:spPr>
          <a:xfrm>
            <a:off x="199100" y="1216808"/>
            <a:ext cx="3449073" cy="4247317"/>
          </a:xfrm>
          <a:prstGeom prst="rect">
            <a:avLst/>
          </a:prstGeom>
          <a:solidFill>
            <a:srgbClr val="F2F2F2">
              <a:alpha val="80000"/>
            </a:srgbClr>
          </a:solidFill>
        </p:spPr>
        <p:txBody>
          <a:bodyPr wrap="square">
            <a:spAutoFit/>
          </a:bodyPr>
          <a:lstStyle/>
          <a:p>
            <a:r>
              <a:rPr lang="en-US" b="1" dirty="0"/>
              <a:t>1. Environment and Action Space</a:t>
            </a:r>
            <a:endParaRPr lang="en-US" dirty="0"/>
          </a:p>
          <a:p>
            <a:r>
              <a:rPr lang="en-US" dirty="0"/>
              <a:t>The agent operates in an Android-based experimental environment using screenshots and XML files that describe UI elements.</a:t>
            </a:r>
          </a:p>
          <a:p>
            <a:r>
              <a:rPr lang="en-US" dirty="0"/>
              <a:t>Each interactive element is assigned a unique identifier to help the agent interact accurately.</a:t>
            </a:r>
          </a:p>
          <a:p>
            <a:r>
              <a:rPr lang="en-US" dirty="0"/>
              <a:t>The agent performs actions similar to human smartphone use, including tap, long press, swipe, text input, back, and exit.</a:t>
            </a:r>
          </a:p>
        </p:txBody>
      </p:sp>
      <p:sp>
        <p:nvSpPr>
          <p:cNvPr id="3" name="TextBox 2">
            <a:extLst>
              <a:ext uri="{FF2B5EF4-FFF2-40B4-BE49-F238E27FC236}">
                <a16:creationId xmlns:a16="http://schemas.microsoft.com/office/drawing/2014/main" id="{8ED203B6-8C7C-1D01-766F-7E134482F8CE}"/>
              </a:ext>
            </a:extLst>
          </p:cNvPr>
          <p:cNvSpPr txBox="1"/>
          <p:nvPr/>
        </p:nvSpPr>
        <p:spPr>
          <a:xfrm>
            <a:off x="3893272" y="1216808"/>
            <a:ext cx="3544476" cy="3970318"/>
          </a:xfrm>
          <a:prstGeom prst="rect">
            <a:avLst/>
          </a:prstGeom>
          <a:solidFill>
            <a:srgbClr val="F2F2F2">
              <a:alpha val="80000"/>
            </a:srgbClr>
          </a:solidFill>
        </p:spPr>
        <p:txBody>
          <a:bodyPr wrap="square">
            <a:spAutoFit/>
          </a:bodyPr>
          <a:lstStyle/>
          <a:p>
            <a:r>
              <a:rPr lang="en-US" b="1" dirty="0"/>
              <a:t>2. Exploration Phase</a:t>
            </a:r>
            <a:endParaRPr lang="en-US" dirty="0"/>
          </a:p>
          <a:p>
            <a:r>
              <a:rPr lang="en-US" dirty="0"/>
              <a:t>The agent learns how smartphone apps work through autonomous exploration by interacting with UI elements and observing the results.</a:t>
            </a:r>
          </a:p>
          <a:p>
            <a:r>
              <a:rPr lang="en-US" dirty="0"/>
              <a:t>It records these interactions to build a document describing the functions of different elements.</a:t>
            </a:r>
          </a:p>
          <a:p>
            <a:r>
              <a:rPr lang="en-US" dirty="0"/>
              <a:t>Learning can also be improved by observing human demonstrations, which helps the agent understand complex app features more efficiently.</a:t>
            </a:r>
          </a:p>
        </p:txBody>
      </p:sp>
      <p:sp>
        <p:nvSpPr>
          <p:cNvPr id="4" name="TextBox 3">
            <a:extLst>
              <a:ext uri="{FF2B5EF4-FFF2-40B4-BE49-F238E27FC236}">
                <a16:creationId xmlns:a16="http://schemas.microsoft.com/office/drawing/2014/main" id="{BD0D30C8-43B1-0CAA-A2A9-AA4726A0FEAB}"/>
              </a:ext>
            </a:extLst>
          </p:cNvPr>
          <p:cNvSpPr txBox="1"/>
          <p:nvPr/>
        </p:nvSpPr>
        <p:spPr>
          <a:xfrm>
            <a:off x="7682848" y="1216807"/>
            <a:ext cx="3449073" cy="3416320"/>
          </a:xfrm>
          <a:prstGeom prst="rect">
            <a:avLst/>
          </a:prstGeom>
          <a:solidFill>
            <a:srgbClr val="F2F2F2">
              <a:alpha val="80000"/>
            </a:srgbClr>
          </a:solidFill>
        </p:spPr>
        <p:txBody>
          <a:bodyPr wrap="square">
            <a:spAutoFit/>
          </a:bodyPr>
          <a:lstStyle/>
          <a:p>
            <a:r>
              <a:rPr lang="en-US" b="1" dirty="0"/>
              <a:t>3. Deployment Phase</a:t>
            </a:r>
            <a:endParaRPr lang="en-US" dirty="0"/>
          </a:p>
          <a:p>
            <a:r>
              <a:rPr lang="en-US" dirty="0"/>
              <a:t>After learning, the agent uses its stored knowledge to complete tasks step-by-step.</a:t>
            </a:r>
          </a:p>
          <a:p>
            <a:r>
              <a:rPr lang="en-US" dirty="0"/>
              <a:t>It analyzes screenshots, reasons about the task, and selects appropriate actions based on previous interactions.</a:t>
            </a:r>
          </a:p>
          <a:p>
            <a:r>
              <a:rPr lang="en-US" dirty="0"/>
              <a:t>The process continues until the task is completed, at which point the agent ends the operation using the exit function.</a:t>
            </a:r>
          </a:p>
        </p:txBody>
      </p:sp>
      <p:sp>
        <p:nvSpPr>
          <p:cNvPr id="7" name="TextBox 6">
            <a:extLst>
              <a:ext uri="{FF2B5EF4-FFF2-40B4-BE49-F238E27FC236}">
                <a16:creationId xmlns:a16="http://schemas.microsoft.com/office/drawing/2014/main" id="{091DBD68-988B-69EE-5DEB-66AE0A761F95}"/>
              </a:ext>
            </a:extLst>
          </p:cNvPr>
          <p:cNvSpPr txBox="1"/>
          <p:nvPr/>
        </p:nvSpPr>
        <p:spPr>
          <a:xfrm>
            <a:off x="151969" y="608465"/>
            <a:ext cx="6094428" cy="369332"/>
          </a:xfrm>
          <a:prstGeom prst="rect">
            <a:avLst/>
          </a:prstGeom>
          <a:noFill/>
        </p:spPr>
        <p:txBody>
          <a:bodyPr wrap="square">
            <a:spAutoFit/>
          </a:bodyPr>
          <a:lstStyle/>
          <a:p>
            <a:r>
              <a:rPr lang="en-US" dirty="0"/>
              <a:t>Method</a:t>
            </a:r>
          </a:p>
        </p:txBody>
      </p:sp>
    </p:spTree>
    <p:extLst>
      <p:ext uri="{BB962C8B-B14F-4D97-AF65-F5344CB8AC3E}">
        <p14:creationId xmlns:p14="http://schemas.microsoft.com/office/powerpoint/2010/main" val="3823692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D68A9-3D35-855F-01AE-9D356EF313A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A737B86-A3A7-9805-9937-0EDBD3D799B2}"/>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B2B7B816-4A0F-D79C-C83F-B00F5CF8F1B2}"/>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F6C5C3C9-3B7B-DBA2-66DD-1DB1C27B0B58}"/>
              </a:ext>
            </a:extLst>
          </p:cNvPr>
          <p:cNvSpPr txBox="1"/>
          <p:nvPr/>
        </p:nvSpPr>
        <p:spPr>
          <a:xfrm>
            <a:off x="151969" y="608465"/>
            <a:ext cx="6094428" cy="369332"/>
          </a:xfrm>
          <a:prstGeom prst="rect">
            <a:avLst/>
          </a:prstGeom>
          <a:noFill/>
        </p:spPr>
        <p:txBody>
          <a:bodyPr wrap="square">
            <a:spAutoFit/>
          </a:bodyPr>
          <a:lstStyle/>
          <a:p>
            <a:r>
              <a:rPr lang="en-US" dirty="0"/>
              <a:t>Qualitative Task Evaluation Across Three Apps</a:t>
            </a:r>
          </a:p>
        </p:txBody>
      </p:sp>
      <p:pic>
        <p:nvPicPr>
          <p:cNvPr id="9" name="Picture 8">
            <a:extLst>
              <a:ext uri="{FF2B5EF4-FFF2-40B4-BE49-F238E27FC236}">
                <a16:creationId xmlns:a16="http://schemas.microsoft.com/office/drawing/2014/main" id="{6B4C8F62-0D3B-0373-E669-5997A9D38311}"/>
              </a:ext>
            </a:extLst>
          </p:cNvPr>
          <p:cNvPicPr>
            <a:picLocks noChangeAspect="1"/>
          </p:cNvPicPr>
          <p:nvPr/>
        </p:nvPicPr>
        <p:blipFill>
          <a:blip r:embed="rId3"/>
          <a:stretch>
            <a:fillRect/>
          </a:stretch>
        </p:blipFill>
        <p:spPr>
          <a:xfrm>
            <a:off x="0" y="2588991"/>
            <a:ext cx="12192000" cy="3659645"/>
          </a:xfrm>
          <a:prstGeom prst="rect">
            <a:avLst/>
          </a:prstGeom>
        </p:spPr>
      </p:pic>
      <p:sp>
        <p:nvSpPr>
          <p:cNvPr id="11" name="TextBox 10">
            <a:extLst>
              <a:ext uri="{FF2B5EF4-FFF2-40B4-BE49-F238E27FC236}">
                <a16:creationId xmlns:a16="http://schemas.microsoft.com/office/drawing/2014/main" id="{E986E2B9-D5A7-8792-7EBA-7FD6260421C8}"/>
              </a:ext>
            </a:extLst>
          </p:cNvPr>
          <p:cNvSpPr txBox="1"/>
          <p:nvPr/>
        </p:nvSpPr>
        <p:spPr>
          <a:xfrm>
            <a:off x="294588" y="1216807"/>
            <a:ext cx="11720628" cy="1200329"/>
          </a:xfrm>
          <a:prstGeom prst="rect">
            <a:avLst/>
          </a:prstGeom>
          <a:noFill/>
        </p:spPr>
        <p:txBody>
          <a:bodyPr wrap="square">
            <a:spAutoFit/>
          </a:bodyPr>
          <a:lstStyle/>
          <a:p>
            <a:r>
              <a:rPr lang="en-US" dirty="0"/>
              <a:t>Qualitative Task Evaluation Across Three Apps. This figure presents qualitative results for three distinct tasks conducted on Google Maps, Gmail, and Lightroom. It showcases </a:t>
            </a:r>
            <a:r>
              <a:rPr lang="en-US" dirty="0" err="1"/>
              <a:t>AppAgent’s</a:t>
            </a:r>
            <a:r>
              <a:rPr lang="en-US" dirty="0"/>
              <a:t> ability to accurately perceive, reason, and execute tasks, demonstrating its competence in various application contexts. Due to space constraints, some less critical details have been omitted from the description.</a:t>
            </a:r>
          </a:p>
        </p:txBody>
      </p:sp>
    </p:spTree>
    <p:extLst>
      <p:ext uri="{BB962C8B-B14F-4D97-AF65-F5344CB8AC3E}">
        <p14:creationId xmlns:p14="http://schemas.microsoft.com/office/powerpoint/2010/main" val="4219573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CFB0-6988-CEEC-3E20-7C5BDCA841B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6EDE314-9A6C-B2C4-5D2B-23B978B1BD27}"/>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489118B2-C0D7-434C-A686-0723ACE06711}"/>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A1B0C624-5FD7-3F87-A610-F9CF0F64C4EE}"/>
              </a:ext>
            </a:extLst>
          </p:cNvPr>
          <p:cNvSpPr txBox="1"/>
          <p:nvPr/>
        </p:nvSpPr>
        <p:spPr>
          <a:xfrm>
            <a:off x="151969" y="608465"/>
            <a:ext cx="6094428" cy="369332"/>
          </a:xfrm>
          <a:prstGeom prst="rect">
            <a:avLst/>
          </a:prstGeom>
          <a:noFill/>
        </p:spPr>
        <p:txBody>
          <a:bodyPr wrap="square">
            <a:spAutoFit/>
          </a:bodyPr>
          <a:lstStyle/>
          <a:p>
            <a:r>
              <a:rPr lang="en-US" dirty="0"/>
              <a:t>Qualitative Task Evaluation Across Three Apps</a:t>
            </a:r>
          </a:p>
        </p:txBody>
      </p:sp>
      <p:sp>
        <p:nvSpPr>
          <p:cNvPr id="11" name="TextBox 10">
            <a:extLst>
              <a:ext uri="{FF2B5EF4-FFF2-40B4-BE49-F238E27FC236}">
                <a16:creationId xmlns:a16="http://schemas.microsoft.com/office/drawing/2014/main" id="{0ECCA695-A7D8-5DCB-7EE2-1DF7CC9B9365}"/>
              </a:ext>
            </a:extLst>
          </p:cNvPr>
          <p:cNvSpPr txBox="1"/>
          <p:nvPr/>
        </p:nvSpPr>
        <p:spPr>
          <a:xfrm>
            <a:off x="294588" y="1216807"/>
            <a:ext cx="11720628" cy="1200329"/>
          </a:xfrm>
          <a:prstGeom prst="rect">
            <a:avLst/>
          </a:prstGeom>
          <a:noFill/>
        </p:spPr>
        <p:txBody>
          <a:bodyPr wrap="square">
            <a:spAutoFit/>
          </a:bodyPr>
          <a:lstStyle/>
          <a:p>
            <a:r>
              <a:rPr lang="en-US" dirty="0"/>
              <a:t>Qualitative Task Evaluation Across Three Apps. This figure presents qualitative results for three distinct tasks conducted on Google Maps, Gmail, and Lightroom. It showcases </a:t>
            </a:r>
            <a:r>
              <a:rPr lang="en-US" dirty="0" err="1"/>
              <a:t>AppAgent’s</a:t>
            </a:r>
            <a:r>
              <a:rPr lang="en-US" dirty="0"/>
              <a:t> ability to accurately perceive, reason, and execute tasks, demonstrating its competence in various application contexts. Due to space constraints, some less critical details have been omitted from the description.</a:t>
            </a:r>
          </a:p>
        </p:txBody>
      </p:sp>
      <p:pic>
        <p:nvPicPr>
          <p:cNvPr id="4" name="Picture 3">
            <a:extLst>
              <a:ext uri="{FF2B5EF4-FFF2-40B4-BE49-F238E27FC236}">
                <a16:creationId xmlns:a16="http://schemas.microsoft.com/office/drawing/2014/main" id="{A951AC4A-528C-4389-041F-FAB2EFC9F3E7}"/>
              </a:ext>
            </a:extLst>
          </p:cNvPr>
          <p:cNvPicPr>
            <a:picLocks noChangeAspect="1"/>
          </p:cNvPicPr>
          <p:nvPr/>
        </p:nvPicPr>
        <p:blipFill>
          <a:blip r:embed="rId3"/>
          <a:stretch>
            <a:fillRect/>
          </a:stretch>
        </p:blipFill>
        <p:spPr>
          <a:xfrm>
            <a:off x="0" y="2804267"/>
            <a:ext cx="12192000" cy="3445268"/>
          </a:xfrm>
          <a:prstGeom prst="rect">
            <a:avLst/>
          </a:prstGeom>
        </p:spPr>
      </p:pic>
    </p:spTree>
    <p:extLst>
      <p:ext uri="{BB962C8B-B14F-4D97-AF65-F5344CB8AC3E}">
        <p14:creationId xmlns:p14="http://schemas.microsoft.com/office/powerpoint/2010/main" val="2676855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80F26-67F0-4E05-153F-1687BBFE813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1054384-FEF4-875E-8743-6D2B026BD4AF}"/>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4E0FE37E-B3BA-A470-4167-2BF1FF3E22CF}"/>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BA5F7E59-0B36-7543-E1EA-29786F97EFCC}"/>
              </a:ext>
            </a:extLst>
          </p:cNvPr>
          <p:cNvSpPr txBox="1"/>
          <p:nvPr/>
        </p:nvSpPr>
        <p:spPr>
          <a:xfrm>
            <a:off x="151969" y="608465"/>
            <a:ext cx="6094428" cy="369332"/>
          </a:xfrm>
          <a:prstGeom prst="rect">
            <a:avLst/>
          </a:prstGeom>
          <a:noFill/>
        </p:spPr>
        <p:txBody>
          <a:bodyPr wrap="square">
            <a:spAutoFit/>
          </a:bodyPr>
          <a:lstStyle/>
          <a:p>
            <a:r>
              <a:rPr lang="en-US" dirty="0"/>
              <a:t>Qualitative Task Evaluation Across Three Apps</a:t>
            </a:r>
          </a:p>
        </p:txBody>
      </p:sp>
      <p:sp>
        <p:nvSpPr>
          <p:cNvPr id="11" name="TextBox 10">
            <a:extLst>
              <a:ext uri="{FF2B5EF4-FFF2-40B4-BE49-F238E27FC236}">
                <a16:creationId xmlns:a16="http://schemas.microsoft.com/office/drawing/2014/main" id="{E57749A3-53D9-9426-681B-B86668B8E647}"/>
              </a:ext>
            </a:extLst>
          </p:cNvPr>
          <p:cNvSpPr txBox="1"/>
          <p:nvPr/>
        </p:nvSpPr>
        <p:spPr>
          <a:xfrm>
            <a:off x="294588" y="1216807"/>
            <a:ext cx="11720628" cy="1200329"/>
          </a:xfrm>
          <a:prstGeom prst="rect">
            <a:avLst/>
          </a:prstGeom>
          <a:noFill/>
        </p:spPr>
        <p:txBody>
          <a:bodyPr wrap="square">
            <a:spAutoFit/>
          </a:bodyPr>
          <a:lstStyle/>
          <a:p>
            <a:r>
              <a:rPr lang="en-US" dirty="0"/>
              <a:t>Qualitative Task Evaluation Across Three Apps. This figure presents qualitative results for three distinct tasks conducted on Google Maps, Gmail, and Lightroom. It showcases </a:t>
            </a:r>
            <a:r>
              <a:rPr lang="en-US" dirty="0" err="1"/>
              <a:t>AppAgent’s</a:t>
            </a:r>
            <a:r>
              <a:rPr lang="en-US" dirty="0"/>
              <a:t> ability to accurately perceive, reason, and execute tasks, demonstrating its competence in various application contexts. Due to space constraints, some less critical details have been omitted from the description.</a:t>
            </a:r>
          </a:p>
        </p:txBody>
      </p:sp>
      <p:pic>
        <p:nvPicPr>
          <p:cNvPr id="8" name="Picture 7">
            <a:extLst>
              <a:ext uri="{FF2B5EF4-FFF2-40B4-BE49-F238E27FC236}">
                <a16:creationId xmlns:a16="http://schemas.microsoft.com/office/drawing/2014/main" id="{14E8C36A-AC54-7464-2934-DB5E5157C55B}"/>
              </a:ext>
            </a:extLst>
          </p:cNvPr>
          <p:cNvPicPr>
            <a:picLocks noChangeAspect="1"/>
          </p:cNvPicPr>
          <p:nvPr/>
        </p:nvPicPr>
        <p:blipFill>
          <a:blip r:embed="rId3"/>
          <a:stretch>
            <a:fillRect/>
          </a:stretch>
        </p:blipFill>
        <p:spPr>
          <a:xfrm>
            <a:off x="0" y="2689330"/>
            <a:ext cx="12192000" cy="3458966"/>
          </a:xfrm>
          <a:prstGeom prst="rect">
            <a:avLst/>
          </a:prstGeom>
        </p:spPr>
      </p:pic>
    </p:spTree>
    <p:extLst>
      <p:ext uri="{BB962C8B-B14F-4D97-AF65-F5344CB8AC3E}">
        <p14:creationId xmlns:p14="http://schemas.microsoft.com/office/powerpoint/2010/main" val="1310863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1B340-ABDB-C2A8-A37C-F6D1447405D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509FCF-B23B-E019-9A17-E31EAA0FFFC7}"/>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1BC845F5-F27F-54F0-E6BD-0BA2B762EA5F}"/>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10F9A755-6CA6-7865-0685-97CA556B71FA}"/>
              </a:ext>
            </a:extLst>
          </p:cNvPr>
          <p:cNvSpPr txBox="1"/>
          <p:nvPr/>
        </p:nvSpPr>
        <p:spPr>
          <a:xfrm>
            <a:off x="151969" y="608465"/>
            <a:ext cx="6094428" cy="369332"/>
          </a:xfrm>
          <a:prstGeom prst="rect">
            <a:avLst/>
          </a:prstGeom>
          <a:noFill/>
        </p:spPr>
        <p:txBody>
          <a:bodyPr wrap="square">
            <a:spAutoFit/>
          </a:bodyPr>
          <a:lstStyle/>
          <a:p>
            <a:r>
              <a:rPr lang="en-US" dirty="0"/>
              <a:t>Qualitative Task Evaluation Across Three Apps</a:t>
            </a:r>
          </a:p>
        </p:txBody>
      </p:sp>
      <p:pic>
        <p:nvPicPr>
          <p:cNvPr id="4" name="Picture 3">
            <a:extLst>
              <a:ext uri="{FF2B5EF4-FFF2-40B4-BE49-F238E27FC236}">
                <a16:creationId xmlns:a16="http://schemas.microsoft.com/office/drawing/2014/main" id="{E04D9101-D54C-EDB8-266D-E948CF057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426" y="965068"/>
            <a:ext cx="10476322" cy="5892931"/>
          </a:xfrm>
          <a:prstGeom prst="rect">
            <a:avLst/>
          </a:prstGeom>
        </p:spPr>
      </p:pic>
    </p:spTree>
    <p:extLst>
      <p:ext uri="{BB962C8B-B14F-4D97-AF65-F5344CB8AC3E}">
        <p14:creationId xmlns:p14="http://schemas.microsoft.com/office/powerpoint/2010/main" val="3858465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6033D-E784-D5A4-13A0-B7AFF1C4BA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1E296FA-41A8-0F1A-4C03-9DD491EF7D0A}"/>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ED47A63C-2386-771C-CF13-9EA132C8F95F}"/>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3C76E422-4883-76C4-E51B-E9044FD7D3D0}"/>
              </a:ext>
            </a:extLst>
          </p:cNvPr>
          <p:cNvSpPr txBox="1"/>
          <p:nvPr/>
        </p:nvSpPr>
        <p:spPr>
          <a:xfrm>
            <a:off x="151969" y="608465"/>
            <a:ext cx="6094428" cy="369332"/>
          </a:xfrm>
          <a:prstGeom prst="rect">
            <a:avLst/>
          </a:prstGeom>
          <a:noFill/>
        </p:spPr>
        <p:txBody>
          <a:bodyPr wrap="square">
            <a:spAutoFit/>
          </a:bodyPr>
          <a:lstStyle/>
          <a:p>
            <a:r>
              <a:rPr lang="en-US" dirty="0"/>
              <a:t>Qualitative Task Evaluation Across Three Apps</a:t>
            </a:r>
          </a:p>
        </p:txBody>
      </p:sp>
      <p:pic>
        <p:nvPicPr>
          <p:cNvPr id="6" name="Picture 5">
            <a:extLst>
              <a:ext uri="{FF2B5EF4-FFF2-40B4-BE49-F238E27FC236}">
                <a16:creationId xmlns:a16="http://schemas.microsoft.com/office/drawing/2014/main" id="{47C23C9B-BAF8-02D0-5EAF-404EFD1E1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267" y="1018094"/>
            <a:ext cx="10382054" cy="5839905"/>
          </a:xfrm>
          <a:prstGeom prst="rect">
            <a:avLst/>
          </a:prstGeom>
        </p:spPr>
      </p:pic>
    </p:spTree>
    <p:extLst>
      <p:ext uri="{BB962C8B-B14F-4D97-AF65-F5344CB8AC3E}">
        <p14:creationId xmlns:p14="http://schemas.microsoft.com/office/powerpoint/2010/main" val="196339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3192-D27B-B50E-5A00-0CF1CCFA8A7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79610E2-C531-D4E9-621F-E0FAEA5D03DF}"/>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09038850-FD22-3CD5-AFA1-DBA8CB352947}"/>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7" name="TextBox 6">
            <a:extLst>
              <a:ext uri="{FF2B5EF4-FFF2-40B4-BE49-F238E27FC236}">
                <a16:creationId xmlns:a16="http://schemas.microsoft.com/office/drawing/2014/main" id="{7484DC95-EFFA-2BBD-93AE-6AA32DC348D0}"/>
              </a:ext>
            </a:extLst>
          </p:cNvPr>
          <p:cNvSpPr txBox="1"/>
          <p:nvPr/>
        </p:nvSpPr>
        <p:spPr>
          <a:xfrm>
            <a:off x="151969" y="608465"/>
            <a:ext cx="6094428" cy="369332"/>
          </a:xfrm>
          <a:prstGeom prst="rect">
            <a:avLst/>
          </a:prstGeom>
          <a:noFill/>
        </p:spPr>
        <p:txBody>
          <a:bodyPr wrap="square">
            <a:spAutoFit/>
          </a:bodyPr>
          <a:lstStyle/>
          <a:p>
            <a:r>
              <a:rPr lang="en-US" dirty="0"/>
              <a:t>Case Study</a:t>
            </a:r>
          </a:p>
        </p:txBody>
      </p:sp>
      <p:pic>
        <p:nvPicPr>
          <p:cNvPr id="6" name="Picture 5">
            <a:extLst>
              <a:ext uri="{FF2B5EF4-FFF2-40B4-BE49-F238E27FC236}">
                <a16:creationId xmlns:a16="http://schemas.microsoft.com/office/drawing/2014/main" id="{C834A45D-5ECC-B9F6-2862-F24EDF303B84}"/>
              </a:ext>
            </a:extLst>
          </p:cNvPr>
          <p:cNvPicPr>
            <a:picLocks noChangeAspect="1"/>
          </p:cNvPicPr>
          <p:nvPr/>
        </p:nvPicPr>
        <p:blipFill>
          <a:blip r:embed="rId3"/>
          <a:stretch>
            <a:fillRect/>
          </a:stretch>
        </p:blipFill>
        <p:spPr>
          <a:xfrm>
            <a:off x="1532888" y="1647576"/>
            <a:ext cx="9126224" cy="3562847"/>
          </a:xfrm>
          <a:prstGeom prst="rect">
            <a:avLst/>
          </a:prstGeom>
        </p:spPr>
      </p:pic>
    </p:spTree>
    <p:extLst>
      <p:ext uri="{BB962C8B-B14F-4D97-AF65-F5344CB8AC3E}">
        <p14:creationId xmlns:p14="http://schemas.microsoft.com/office/powerpoint/2010/main" val="1124517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9509-43CE-1DE2-01B7-AAC29ED0D5D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E233877-0D93-4984-90A9-35CF7386342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3712E6E2-AFB9-A721-A779-13788F835BE6}"/>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331063E6-DC2E-896C-C6E3-B2463236D4C5}"/>
              </a:ext>
            </a:extLst>
          </p:cNvPr>
          <p:cNvSpPr txBox="1"/>
          <p:nvPr/>
        </p:nvSpPr>
        <p:spPr>
          <a:xfrm>
            <a:off x="199100" y="1216808"/>
            <a:ext cx="4853667" cy="4801314"/>
          </a:xfrm>
          <a:prstGeom prst="rect">
            <a:avLst/>
          </a:prstGeom>
          <a:solidFill>
            <a:srgbClr val="F2F2F2">
              <a:alpha val="80000"/>
            </a:srgbClr>
          </a:solidFill>
        </p:spPr>
        <p:txBody>
          <a:bodyPr wrap="square">
            <a:spAutoFit/>
          </a:bodyPr>
          <a:lstStyle/>
          <a:p>
            <a:r>
              <a:rPr lang="en-US" b="1" dirty="0"/>
              <a:t>Experimental Evaluation</a:t>
            </a:r>
            <a:endParaRPr lang="en-US" dirty="0"/>
          </a:p>
          <a:p>
            <a:pPr marL="285750" indent="-285750">
              <a:buFont typeface="Arial" panose="020B0604020202020204" pitchFamily="34" charset="0"/>
              <a:buChar char="•"/>
            </a:pPr>
            <a:r>
              <a:rPr lang="en-US" dirty="0"/>
              <a:t>Benchmark with 10 Popular Apps: Tested on apps such as Google Maps, Twitter, Telegram, YouTube, Spotify, Gmail, TEMU, Clock, Yelp, and Adobe Lightroom to evaluate adaptability across different interfaces.</a:t>
            </a:r>
          </a:p>
          <a:p>
            <a:pPr marL="285750" indent="-285750">
              <a:buFont typeface="Arial" panose="020B0604020202020204" pitchFamily="34" charset="0"/>
              <a:buChar char="•"/>
            </a:pPr>
            <a:r>
              <a:rPr lang="en-US" dirty="0"/>
              <a:t>Case Study on Visual Tasks: Adobe Lightroom was used to assess the agent’s ability to interpret images and perform image-editing tasks using visual understanding.</a:t>
            </a:r>
          </a:p>
          <a:p>
            <a:pPr marL="285750" indent="-285750">
              <a:buFont typeface="Arial" panose="020B0604020202020204" pitchFamily="34" charset="0"/>
              <a:buChar char="•"/>
            </a:pPr>
            <a:r>
              <a:rPr lang="en-US" dirty="0"/>
              <a:t>Experiment Setup: Exploration phase limited to 40 steps and testing to 10 steps, using the GPT-4 multimodal model to process both text and image inputs for effective app interaction.</a:t>
            </a:r>
          </a:p>
        </p:txBody>
      </p:sp>
      <p:sp>
        <p:nvSpPr>
          <p:cNvPr id="3" name="TextBox 2">
            <a:extLst>
              <a:ext uri="{FF2B5EF4-FFF2-40B4-BE49-F238E27FC236}">
                <a16:creationId xmlns:a16="http://schemas.microsoft.com/office/drawing/2014/main" id="{279BD20A-A9AB-9C56-BC0F-65B5C06074CE}"/>
              </a:ext>
            </a:extLst>
          </p:cNvPr>
          <p:cNvSpPr txBox="1"/>
          <p:nvPr/>
        </p:nvSpPr>
        <p:spPr>
          <a:xfrm>
            <a:off x="5420412" y="1216807"/>
            <a:ext cx="6400799" cy="4801314"/>
          </a:xfrm>
          <a:prstGeom prst="rect">
            <a:avLst/>
          </a:prstGeom>
          <a:solidFill>
            <a:srgbClr val="F2F2F2">
              <a:alpha val="80000"/>
            </a:srgbClr>
          </a:solidFill>
        </p:spPr>
        <p:txBody>
          <a:bodyPr wrap="square">
            <a:spAutoFit/>
          </a:bodyPr>
          <a:lstStyle/>
          <a:p>
            <a:r>
              <a:rPr lang="en-US" b="1" dirty="0"/>
              <a:t>Design and Analysis</a:t>
            </a:r>
          </a:p>
          <a:p>
            <a:pPr marL="285750" indent="-285750">
              <a:buFont typeface="Arial" panose="020B0604020202020204" pitchFamily="34" charset="0"/>
              <a:buChar char="•"/>
            </a:pPr>
            <a:r>
              <a:rPr lang="en-US" dirty="0"/>
              <a:t>Baseline Comparisons: Different configurations were tested, including GPT-4 with raw action APIs, simplified action spaces, and guidance documents generated through autonomous exploration, human demonstrations, or manual creation.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Evaluation Metrics: Performance was measured using Success Rate (SR), Reward scores based on progress toward task completion, and Average Steps required to finish tasks.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Results and Findings: The simplified action space significantly improved GPT-4’s performance, and documents generated from exploration or human demonstrations performed nearly as well as manually written guides, showing strong effectiveness across multiple apps.</a:t>
            </a:r>
          </a:p>
        </p:txBody>
      </p:sp>
      <p:sp>
        <p:nvSpPr>
          <p:cNvPr id="7" name="TextBox 6">
            <a:extLst>
              <a:ext uri="{FF2B5EF4-FFF2-40B4-BE49-F238E27FC236}">
                <a16:creationId xmlns:a16="http://schemas.microsoft.com/office/drawing/2014/main" id="{6A8BA531-1D4D-DB77-B0FC-4BD88C1D0C0F}"/>
              </a:ext>
            </a:extLst>
          </p:cNvPr>
          <p:cNvSpPr txBox="1"/>
          <p:nvPr/>
        </p:nvSpPr>
        <p:spPr>
          <a:xfrm>
            <a:off x="151969" y="608465"/>
            <a:ext cx="6094428" cy="369332"/>
          </a:xfrm>
          <a:prstGeom prst="rect">
            <a:avLst/>
          </a:prstGeom>
          <a:noFill/>
        </p:spPr>
        <p:txBody>
          <a:bodyPr wrap="square">
            <a:spAutoFit/>
          </a:bodyPr>
          <a:lstStyle/>
          <a:p>
            <a:r>
              <a:rPr lang="en-US" dirty="0"/>
              <a:t>Experiments</a:t>
            </a:r>
          </a:p>
        </p:txBody>
      </p:sp>
    </p:spTree>
    <p:extLst>
      <p:ext uri="{BB962C8B-B14F-4D97-AF65-F5344CB8AC3E}">
        <p14:creationId xmlns:p14="http://schemas.microsoft.com/office/powerpoint/2010/main" val="376993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2FD79-0EE7-6C72-0831-3BA5CF3F82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62686FD-432F-42B9-6718-DB3458AB9AC2}"/>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F47EFB07-F7FC-5F56-8308-1BF750642B15}"/>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3" name="TextBox 2">
            <a:extLst>
              <a:ext uri="{FF2B5EF4-FFF2-40B4-BE49-F238E27FC236}">
                <a16:creationId xmlns:a16="http://schemas.microsoft.com/office/drawing/2014/main" id="{846BFC98-31B8-073F-BA95-B4C3C03E4F51}"/>
              </a:ext>
            </a:extLst>
          </p:cNvPr>
          <p:cNvSpPr txBox="1"/>
          <p:nvPr/>
        </p:nvSpPr>
        <p:spPr>
          <a:xfrm>
            <a:off x="151969" y="1109254"/>
            <a:ext cx="4325763" cy="5355312"/>
          </a:xfrm>
          <a:prstGeom prst="rect">
            <a:avLst/>
          </a:prstGeom>
          <a:solidFill>
            <a:srgbClr val="F2F2F2">
              <a:alpha val="80000"/>
            </a:srgbClr>
          </a:solidFill>
        </p:spPr>
        <p:txBody>
          <a:bodyPr wrap="square">
            <a:spAutoFit/>
          </a:bodyPr>
          <a:lstStyle/>
          <a:p>
            <a:r>
              <a:rPr lang="en-US" dirty="0"/>
              <a:t>Lightroom Case Study: The agent was tested on Adobe Lightroom to evaluate its ability to perform complex visual tasks such as selecting editing tools and adjusting image parameters.</a:t>
            </a:r>
          </a:p>
          <a:p>
            <a:endParaRPr lang="en-US" dirty="0"/>
          </a:p>
          <a:p>
            <a:r>
              <a:rPr lang="en-US" dirty="0"/>
              <a:t>Experiment Setup: Five images with issues like low contrast and overexposure were edited by different model versions, and a user study ranked the quality of the edited images.</a:t>
            </a:r>
          </a:p>
          <a:p>
            <a:endParaRPr lang="en-US" dirty="0"/>
          </a:p>
          <a:p>
            <a:r>
              <a:rPr lang="en-US" dirty="0"/>
              <a:t>Key Findings: The agent using generated guidance documents produced better editing results than the GPT-4 baseline and used a wider range of editing tools, demonstrating improved performance and the effectiveness of the exploration phase.</a:t>
            </a:r>
          </a:p>
        </p:txBody>
      </p:sp>
      <p:sp>
        <p:nvSpPr>
          <p:cNvPr id="7" name="TextBox 6">
            <a:extLst>
              <a:ext uri="{FF2B5EF4-FFF2-40B4-BE49-F238E27FC236}">
                <a16:creationId xmlns:a16="http://schemas.microsoft.com/office/drawing/2014/main" id="{C0EBE19B-275F-A148-EFDD-1F4F16C99C62}"/>
              </a:ext>
            </a:extLst>
          </p:cNvPr>
          <p:cNvSpPr txBox="1"/>
          <p:nvPr/>
        </p:nvSpPr>
        <p:spPr>
          <a:xfrm>
            <a:off x="151969" y="608465"/>
            <a:ext cx="6094428" cy="369332"/>
          </a:xfrm>
          <a:prstGeom prst="rect">
            <a:avLst/>
          </a:prstGeom>
          <a:noFill/>
        </p:spPr>
        <p:txBody>
          <a:bodyPr wrap="square">
            <a:spAutoFit/>
          </a:bodyPr>
          <a:lstStyle/>
          <a:p>
            <a:r>
              <a:rPr lang="en-US" dirty="0"/>
              <a:t>Case Study</a:t>
            </a:r>
          </a:p>
        </p:txBody>
      </p:sp>
      <p:pic>
        <p:nvPicPr>
          <p:cNvPr id="11" name="Picture 10">
            <a:extLst>
              <a:ext uri="{FF2B5EF4-FFF2-40B4-BE49-F238E27FC236}">
                <a16:creationId xmlns:a16="http://schemas.microsoft.com/office/drawing/2014/main" id="{CF29C5C7-EF41-50A8-62B0-9A4E0D51C0F9}"/>
              </a:ext>
            </a:extLst>
          </p:cNvPr>
          <p:cNvPicPr>
            <a:picLocks noChangeAspect="1"/>
          </p:cNvPicPr>
          <p:nvPr/>
        </p:nvPicPr>
        <p:blipFill>
          <a:blip r:embed="rId3"/>
          <a:stretch>
            <a:fillRect/>
          </a:stretch>
        </p:blipFill>
        <p:spPr>
          <a:xfrm>
            <a:off x="4740753" y="1098133"/>
            <a:ext cx="5947034" cy="3062917"/>
          </a:xfrm>
          <a:prstGeom prst="rect">
            <a:avLst/>
          </a:prstGeom>
        </p:spPr>
      </p:pic>
      <p:pic>
        <p:nvPicPr>
          <p:cNvPr id="13" name="Picture 12">
            <a:extLst>
              <a:ext uri="{FF2B5EF4-FFF2-40B4-BE49-F238E27FC236}">
                <a16:creationId xmlns:a16="http://schemas.microsoft.com/office/drawing/2014/main" id="{2C96A43E-FDF9-7DBA-86ED-108CD6D815DA}"/>
              </a:ext>
            </a:extLst>
          </p:cNvPr>
          <p:cNvPicPr>
            <a:picLocks noChangeAspect="1"/>
          </p:cNvPicPr>
          <p:nvPr/>
        </p:nvPicPr>
        <p:blipFill>
          <a:blip r:embed="rId4"/>
          <a:stretch>
            <a:fillRect/>
          </a:stretch>
        </p:blipFill>
        <p:spPr>
          <a:xfrm>
            <a:off x="7347118" y="184728"/>
            <a:ext cx="969537" cy="913405"/>
          </a:xfrm>
          <a:prstGeom prst="rect">
            <a:avLst/>
          </a:prstGeom>
        </p:spPr>
      </p:pic>
      <p:sp>
        <p:nvSpPr>
          <p:cNvPr id="9" name="Thought Bubble: Cloud 8">
            <a:extLst>
              <a:ext uri="{FF2B5EF4-FFF2-40B4-BE49-F238E27FC236}">
                <a16:creationId xmlns:a16="http://schemas.microsoft.com/office/drawing/2014/main" id="{C6D992F2-E52F-D68B-FBCD-EBFBDAC59318}"/>
              </a:ext>
            </a:extLst>
          </p:cNvPr>
          <p:cNvSpPr/>
          <p:nvPr/>
        </p:nvSpPr>
        <p:spPr>
          <a:xfrm>
            <a:off x="9417376" y="-441249"/>
            <a:ext cx="3629320" cy="1638454"/>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“fix this image until it looks good to you”</a:t>
            </a:r>
          </a:p>
        </p:txBody>
      </p:sp>
      <p:pic>
        <p:nvPicPr>
          <p:cNvPr id="15" name="Picture 14">
            <a:extLst>
              <a:ext uri="{FF2B5EF4-FFF2-40B4-BE49-F238E27FC236}">
                <a16:creationId xmlns:a16="http://schemas.microsoft.com/office/drawing/2014/main" id="{E76E0293-8910-E926-F8EA-0375F086974B}"/>
              </a:ext>
            </a:extLst>
          </p:cNvPr>
          <p:cNvPicPr>
            <a:picLocks noChangeAspect="1"/>
          </p:cNvPicPr>
          <p:nvPr/>
        </p:nvPicPr>
        <p:blipFill>
          <a:blip r:embed="rId5"/>
          <a:stretch>
            <a:fillRect/>
          </a:stretch>
        </p:blipFill>
        <p:spPr>
          <a:xfrm>
            <a:off x="4740753" y="4397071"/>
            <a:ext cx="6288047" cy="1621403"/>
          </a:xfrm>
          <a:prstGeom prst="rect">
            <a:avLst/>
          </a:prstGeom>
        </p:spPr>
      </p:pic>
    </p:spTree>
    <p:extLst>
      <p:ext uri="{BB962C8B-B14F-4D97-AF65-F5344CB8AC3E}">
        <p14:creationId xmlns:p14="http://schemas.microsoft.com/office/powerpoint/2010/main" val="1134469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F741F-1ECD-4798-FB90-44C154717E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9AF7145-AB1C-157E-3591-F9F43076310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AppAgent</a:t>
            </a:r>
            <a:r>
              <a:rPr lang="en-US" sz="1100" dirty="0"/>
              <a:t>: Multimodal Agents as Smartphone Users (Dec 2023)</a:t>
            </a:r>
          </a:p>
        </p:txBody>
      </p:sp>
      <p:sp>
        <p:nvSpPr>
          <p:cNvPr id="2" name="TextBox 1">
            <a:extLst>
              <a:ext uri="{FF2B5EF4-FFF2-40B4-BE49-F238E27FC236}">
                <a16:creationId xmlns:a16="http://schemas.microsoft.com/office/drawing/2014/main" id="{C51FBEF2-340D-34D8-1CAD-A730912D5B93}"/>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8" name="TextBox 7">
            <a:extLst>
              <a:ext uri="{FF2B5EF4-FFF2-40B4-BE49-F238E27FC236}">
                <a16:creationId xmlns:a16="http://schemas.microsoft.com/office/drawing/2014/main" id="{88F9B3CE-A737-4F24-734F-61BCCCF6E5CE}"/>
              </a:ext>
            </a:extLst>
          </p:cNvPr>
          <p:cNvSpPr txBox="1"/>
          <p:nvPr/>
        </p:nvSpPr>
        <p:spPr>
          <a:xfrm>
            <a:off x="199100" y="1216808"/>
            <a:ext cx="11452430" cy="2308324"/>
          </a:xfrm>
          <a:prstGeom prst="rect">
            <a:avLst/>
          </a:prstGeom>
          <a:solidFill>
            <a:srgbClr val="F2F2F2">
              <a:alpha val="80000"/>
            </a:srgbClr>
          </a:solidFill>
        </p:spPr>
        <p:txBody>
          <a:bodyPr wrap="square">
            <a:spAutoFit/>
          </a:bodyPr>
          <a:lstStyle/>
          <a:p>
            <a:r>
              <a:rPr lang="en-US" dirty="0"/>
              <a:t>Proposed Framework: The study introduces a multimodal agent that uses the vision capabilities of large language models to operate smartphone apps through human-like interactions.</a:t>
            </a:r>
          </a:p>
          <a:p>
            <a:endParaRPr lang="en-US" dirty="0"/>
          </a:p>
          <a:p>
            <a:r>
              <a:rPr lang="en-US" dirty="0"/>
              <a:t>Key Advantages: The system does not require system back-end access and can adapt to new apps using an exploration-based learning strategy, making it flexible and secure.</a:t>
            </a:r>
          </a:p>
          <a:p>
            <a:endParaRPr lang="en-US" dirty="0"/>
          </a:p>
          <a:p>
            <a:r>
              <a:rPr lang="en-US" dirty="0"/>
              <a:t>Limitation: The simplified action space does not support advanced gestures such as multi-touch, which may limit performance in more complex interaction scenarios.</a:t>
            </a:r>
          </a:p>
        </p:txBody>
      </p:sp>
      <p:sp>
        <p:nvSpPr>
          <p:cNvPr id="7" name="TextBox 6">
            <a:extLst>
              <a:ext uri="{FF2B5EF4-FFF2-40B4-BE49-F238E27FC236}">
                <a16:creationId xmlns:a16="http://schemas.microsoft.com/office/drawing/2014/main" id="{C0334FA7-DF27-BD31-F0FC-3AEC94E6C59D}"/>
              </a:ext>
            </a:extLst>
          </p:cNvPr>
          <p:cNvSpPr txBox="1"/>
          <p:nvPr/>
        </p:nvSpPr>
        <p:spPr>
          <a:xfrm>
            <a:off x="151969" y="608465"/>
            <a:ext cx="6094428" cy="369332"/>
          </a:xfrm>
          <a:prstGeom prst="rect">
            <a:avLst/>
          </a:prstGeom>
          <a:noFill/>
        </p:spPr>
        <p:txBody>
          <a:bodyPr wrap="square">
            <a:spAutoFit/>
          </a:bodyPr>
          <a:lstStyle/>
          <a:p>
            <a:r>
              <a:rPr lang="en-US" dirty="0"/>
              <a:t>Conclusion</a:t>
            </a:r>
          </a:p>
        </p:txBody>
      </p:sp>
    </p:spTree>
    <p:extLst>
      <p:ext uri="{BB962C8B-B14F-4D97-AF65-F5344CB8AC3E}">
        <p14:creationId xmlns:p14="http://schemas.microsoft.com/office/powerpoint/2010/main" val="846060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945FE-C5D4-586F-0731-3DFB26F7D47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115BAAA-1093-8752-5994-D3C1004B43D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23837" y="0"/>
            <a:ext cx="11744325" cy="6858000"/>
          </a:xfrm>
          <a:prstGeom prst="rect">
            <a:avLst/>
          </a:prstGeom>
        </p:spPr>
      </p:pic>
      <p:sp>
        <p:nvSpPr>
          <p:cNvPr id="2" name="Title 1">
            <a:extLst>
              <a:ext uri="{FF2B5EF4-FFF2-40B4-BE49-F238E27FC236}">
                <a16:creationId xmlns:a16="http://schemas.microsoft.com/office/drawing/2014/main" id="{BEC6D9E5-A1F2-E20C-4045-029E1C00C3F9}"/>
              </a:ext>
            </a:extLst>
          </p:cNvPr>
          <p:cNvSpPr>
            <a:spLocks noGrp="1"/>
          </p:cNvSpPr>
          <p:nvPr>
            <p:ph type="ctrTitle"/>
          </p:nvPr>
        </p:nvSpPr>
        <p:spPr>
          <a:xfrm>
            <a:off x="1127208" y="857251"/>
            <a:ext cx="10840954" cy="1461743"/>
          </a:xfrm>
          <a:noFill/>
        </p:spPr>
        <p:txBody>
          <a:bodyPr anchor="b">
            <a:normAutofit/>
          </a:bodyPr>
          <a:lstStyle/>
          <a:p>
            <a:r>
              <a:rPr lang="en-US" sz="4800" dirty="0" err="1"/>
              <a:t>AppAgent</a:t>
            </a:r>
            <a:r>
              <a:rPr lang="en-US" sz="4800" dirty="0"/>
              <a:t>: Multimodal Agents as Smartphone Users (Dec 2023)</a:t>
            </a:r>
          </a:p>
        </p:txBody>
      </p:sp>
      <p:sp>
        <p:nvSpPr>
          <p:cNvPr id="3" name="Subtitle 2">
            <a:extLst>
              <a:ext uri="{FF2B5EF4-FFF2-40B4-BE49-F238E27FC236}">
                <a16:creationId xmlns:a16="http://schemas.microsoft.com/office/drawing/2014/main" id="{A81420D5-891D-7C06-F4BE-821B8BE99989}"/>
              </a:ext>
            </a:extLst>
          </p:cNvPr>
          <p:cNvSpPr>
            <a:spLocks noGrp="1"/>
          </p:cNvSpPr>
          <p:nvPr>
            <p:ph type="subTitle" idx="1"/>
          </p:nvPr>
        </p:nvSpPr>
        <p:spPr>
          <a:xfrm>
            <a:off x="1621410" y="4831237"/>
            <a:ext cx="9036313" cy="1531856"/>
          </a:xfrm>
          <a:noFill/>
        </p:spPr>
        <p:txBody>
          <a:bodyPr anchor="t">
            <a:normAutofit/>
          </a:bodyPr>
          <a:lstStyle/>
          <a:p>
            <a:r>
              <a:rPr lang="en-US" sz="8000" b="1" dirty="0"/>
              <a:t>QUESTIONS</a:t>
            </a:r>
          </a:p>
        </p:txBody>
      </p:sp>
      <p:pic>
        <p:nvPicPr>
          <p:cNvPr id="5" name="Picture 4">
            <a:extLst>
              <a:ext uri="{FF2B5EF4-FFF2-40B4-BE49-F238E27FC236}">
                <a16:creationId xmlns:a16="http://schemas.microsoft.com/office/drawing/2014/main" id="{87EDEFAC-6ADD-A462-FA03-071DD38BD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2984705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D9B-A3D0-B769-83CE-338303E74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ABF6D-83D6-40A1-4B92-285433CE96A4}"/>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D12C6992-85D6-CD58-2849-ED91C3210759}"/>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4" name="TextBox 3">
            <a:extLst>
              <a:ext uri="{FF2B5EF4-FFF2-40B4-BE49-F238E27FC236}">
                <a16:creationId xmlns:a16="http://schemas.microsoft.com/office/drawing/2014/main" id="{FDF234B4-5C39-16CB-3BE9-7D0B7F158AD2}"/>
              </a:ext>
            </a:extLst>
          </p:cNvPr>
          <p:cNvSpPr txBox="1"/>
          <p:nvPr/>
        </p:nvSpPr>
        <p:spPr>
          <a:xfrm>
            <a:off x="113122" y="1065229"/>
            <a:ext cx="3289954" cy="2585323"/>
          </a:xfrm>
          <a:prstGeom prst="rect">
            <a:avLst/>
          </a:prstGeom>
          <a:noFill/>
        </p:spPr>
        <p:txBody>
          <a:bodyPr wrap="square" rtlCol="0">
            <a:spAutoFit/>
          </a:bodyPr>
          <a:lstStyle/>
          <a:p>
            <a:r>
              <a:rPr lang="en-US" b="1" dirty="0"/>
              <a:t>Introduction of OSWORLD: </a:t>
            </a:r>
            <a:r>
              <a:rPr lang="en-US" dirty="0"/>
              <a:t>A scalable real computer environment designed to evaluate multimodal AI agents performing complex computer tasks across operating systems like Ubuntu, Windows, and macOS.</a:t>
            </a:r>
          </a:p>
          <a:p>
            <a:endParaRPr lang="en-US" dirty="0"/>
          </a:p>
        </p:txBody>
      </p:sp>
      <p:sp>
        <p:nvSpPr>
          <p:cNvPr id="6" name="TextBox 5">
            <a:extLst>
              <a:ext uri="{FF2B5EF4-FFF2-40B4-BE49-F238E27FC236}">
                <a16:creationId xmlns:a16="http://schemas.microsoft.com/office/drawing/2014/main" id="{58ECF709-6362-AAAE-4575-E41A892A7706}"/>
              </a:ext>
            </a:extLst>
          </p:cNvPr>
          <p:cNvSpPr txBox="1"/>
          <p:nvPr/>
        </p:nvSpPr>
        <p:spPr>
          <a:xfrm>
            <a:off x="176784" y="3965026"/>
            <a:ext cx="3497344" cy="2308324"/>
          </a:xfrm>
          <a:prstGeom prst="rect">
            <a:avLst/>
          </a:prstGeom>
          <a:noFill/>
        </p:spPr>
        <p:txBody>
          <a:bodyPr wrap="square" rtlCol="0">
            <a:spAutoFit/>
          </a:bodyPr>
          <a:lstStyle/>
          <a:p>
            <a:r>
              <a:rPr lang="en-US" b="1" dirty="0"/>
              <a:t>Comprehensive Benchmark: </a:t>
            </a:r>
            <a:r>
              <a:rPr lang="en-US" dirty="0"/>
              <a:t>OSWORLD includes 369 real-world tasks involving web and desktop applications, file operations, and multi-application workflows, enabling reliable and reproducible evaluation.</a:t>
            </a:r>
          </a:p>
          <a:p>
            <a:endParaRPr lang="en-US" b="1" dirty="0"/>
          </a:p>
        </p:txBody>
      </p:sp>
      <p:sp>
        <p:nvSpPr>
          <p:cNvPr id="7" name="TextBox 6">
            <a:extLst>
              <a:ext uri="{FF2B5EF4-FFF2-40B4-BE49-F238E27FC236}">
                <a16:creationId xmlns:a16="http://schemas.microsoft.com/office/drawing/2014/main" id="{5E277A1A-4729-2AB8-6221-138A656D3504}"/>
              </a:ext>
            </a:extLst>
          </p:cNvPr>
          <p:cNvSpPr txBox="1"/>
          <p:nvPr/>
        </p:nvSpPr>
        <p:spPr>
          <a:xfrm>
            <a:off x="9247694" y="1065229"/>
            <a:ext cx="2831184" cy="3416320"/>
          </a:xfrm>
          <a:prstGeom prst="rect">
            <a:avLst/>
          </a:prstGeom>
          <a:noFill/>
        </p:spPr>
        <p:txBody>
          <a:bodyPr wrap="square" rtlCol="0">
            <a:spAutoFit/>
          </a:bodyPr>
          <a:lstStyle/>
          <a:p>
            <a:r>
              <a:rPr lang="en-US" b="1" dirty="0"/>
              <a:t>Key Findings: </a:t>
            </a:r>
            <a:r>
              <a:rPr lang="en-US" dirty="0"/>
              <a:t>Testing shows a large performance gap between humans and current AI agents—humans complete over 72% of tasks, while the best model achieves only 12.24%, highlighting challenges in GUI understanding and operational knowledge.</a:t>
            </a:r>
          </a:p>
        </p:txBody>
      </p:sp>
      <p:pic>
        <p:nvPicPr>
          <p:cNvPr id="8" name="Picture 7">
            <a:extLst>
              <a:ext uri="{FF2B5EF4-FFF2-40B4-BE49-F238E27FC236}">
                <a16:creationId xmlns:a16="http://schemas.microsoft.com/office/drawing/2014/main" id="{1CEC6B50-51AA-D58B-7DB9-83925FA4AD72}"/>
              </a:ext>
            </a:extLst>
          </p:cNvPr>
          <p:cNvPicPr>
            <a:picLocks noChangeAspect="1"/>
          </p:cNvPicPr>
          <p:nvPr/>
        </p:nvPicPr>
        <p:blipFill>
          <a:blip r:embed="rId3"/>
          <a:stretch>
            <a:fillRect/>
          </a:stretch>
        </p:blipFill>
        <p:spPr>
          <a:xfrm>
            <a:off x="3897954" y="2118727"/>
            <a:ext cx="5078688" cy="2322486"/>
          </a:xfrm>
          <a:prstGeom prst="rect">
            <a:avLst/>
          </a:prstGeom>
        </p:spPr>
      </p:pic>
      <p:pic>
        <p:nvPicPr>
          <p:cNvPr id="11" name="Picture 10">
            <a:extLst>
              <a:ext uri="{FF2B5EF4-FFF2-40B4-BE49-F238E27FC236}">
                <a16:creationId xmlns:a16="http://schemas.microsoft.com/office/drawing/2014/main" id="{4A045CC5-7178-0EE0-9DC7-6430C95865BE}"/>
              </a:ext>
            </a:extLst>
          </p:cNvPr>
          <p:cNvPicPr>
            <a:picLocks noChangeAspect="1"/>
          </p:cNvPicPr>
          <p:nvPr/>
        </p:nvPicPr>
        <p:blipFill>
          <a:blip r:embed="rId4"/>
          <a:stretch>
            <a:fillRect/>
          </a:stretch>
        </p:blipFill>
        <p:spPr>
          <a:xfrm>
            <a:off x="5543377" y="4785246"/>
            <a:ext cx="1502192" cy="1115089"/>
          </a:xfrm>
          <a:prstGeom prst="rect">
            <a:avLst/>
          </a:prstGeom>
        </p:spPr>
      </p:pic>
      <p:pic>
        <p:nvPicPr>
          <p:cNvPr id="13" name="Picture 12">
            <a:extLst>
              <a:ext uri="{FF2B5EF4-FFF2-40B4-BE49-F238E27FC236}">
                <a16:creationId xmlns:a16="http://schemas.microsoft.com/office/drawing/2014/main" id="{0C18C59F-C599-6F0B-688A-3D96A58E0322}"/>
              </a:ext>
            </a:extLst>
          </p:cNvPr>
          <p:cNvPicPr>
            <a:picLocks noChangeAspect="1"/>
          </p:cNvPicPr>
          <p:nvPr/>
        </p:nvPicPr>
        <p:blipFill>
          <a:blip r:embed="rId5"/>
          <a:stretch>
            <a:fillRect/>
          </a:stretch>
        </p:blipFill>
        <p:spPr>
          <a:xfrm>
            <a:off x="4525107" y="1018547"/>
            <a:ext cx="1018269" cy="968597"/>
          </a:xfrm>
          <a:prstGeom prst="rect">
            <a:avLst/>
          </a:prstGeom>
        </p:spPr>
      </p:pic>
      <p:pic>
        <p:nvPicPr>
          <p:cNvPr id="15" name="Picture 14">
            <a:extLst>
              <a:ext uri="{FF2B5EF4-FFF2-40B4-BE49-F238E27FC236}">
                <a16:creationId xmlns:a16="http://schemas.microsoft.com/office/drawing/2014/main" id="{C33B7674-33B2-601B-ED97-8C62341D523E}"/>
              </a:ext>
            </a:extLst>
          </p:cNvPr>
          <p:cNvPicPr>
            <a:picLocks noChangeAspect="1"/>
          </p:cNvPicPr>
          <p:nvPr/>
        </p:nvPicPr>
        <p:blipFill>
          <a:blip r:embed="rId6"/>
          <a:stretch>
            <a:fillRect/>
          </a:stretch>
        </p:blipFill>
        <p:spPr>
          <a:xfrm>
            <a:off x="7329564" y="1065228"/>
            <a:ext cx="884203" cy="817125"/>
          </a:xfrm>
          <a:prstGeom prst="rect">
            <a:avLst/>
          </a:prstGeom>
        </p:spPr>
      </p:pic>
      <p:sp>
        <p:nvSpPr>
          <p:cNvPr id="16" name="TextBox 15">
            <a:extLst>
              <a:ext uri="{FF2B5EF4-FFF2-40B4-BE49-F238E27FC236}">
                <a16:creationId xmlns:a16="http://schemas.microsoft.com/office/drawing/2014/main" id="{07F32CD5-753E-9EF7-8440-5B3D3D78C53A}"/>
              </a:ext>
            </a:extLst>
          </p:cNvPr>
          <p:cNvSpPr txBox="1"/>
          <p:nvPr/>
        </p:nvSpPr>
        <p:spPr>
          <a:xfrm>
            <a:off x="151969" y="608465"/>
            <a:ext cx="6094428" cy="369332"/>
          </a:xfrm>
          <a:prstGeom prst="rect">
            <a:avLst/>
          </a:prstGeom>
          <a:noFill/>
        </p:spPr>
        <p:txBody>
          <a:bodyPr wrap="square">
            <a:spAutoFit/>
          </a:bodyPr>
          <a:lstStyle/>
          <a:p>
            <a:r>
              <a:rPr lang="en-US" dirty="0"/>
              <a:t>Abstract</a:t>
            </a:r>
          </a:p>
        </p:txBody>
      </p:sp>
    </p:spTree>
    <p:extLst>
      <p:ext uri="{BB962C8B-B14F-4D97-AF65-F5344CB8AC3E}">
        <p14:creationId xmlns:p14="http://schemas.microsoft.com/office/powerpoint/2010/main" val="1235335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9ACC-B304-8DD7-1831-AFA2AD086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5FC36-2C9D-F18A-300B-5CCF16CFECF3}"/>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8DBAEFDF-A871-5DCF-B6FF-53D75ECE3F69}"/>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4" name="TextBox 3">
            <a:extLst>
              <a:ext uri="{FF2B5EF4-FFF2-40B4-BE49-F238E27FC236}">
                <a16:creationId xmlns:a16="http://schemas.microsoft.com/office/drawing/2014/main" id="{259EFE0A-4A3A-096F-0585-6978B8800012}"/>
              </a:ext>
            </a:extLst>
          </p:cNvPr>
          <p:cNvSpPr txBox="1"/>
          <p:nvPr/>
        </p:nvSpPr>
        <p:spPr>
          <a:xfrm>
            <a:off x="113121" y="1065229"/>
            <a:ext cx="3506771" cy="5355312"/>
          </a:xfrm>
          <a:prstGeom prst="rect">
            <a:avLst/>
          </a:prstGeom>
          <a:noFill/>
        </p:spPr>
        <p:txBody>
          <a:bodyPr wrap="square" rtlCol="0">
            <a:spAutoFit/>
          </a:bodyPr>
          <a:lstStyle/>
          <a:p>
            <a:r>
              <a:rPr lang="en-US" b="1" dirty="0"/>
              <a:t>Motivation – Autonomous Computer Agents</a:t>
            </a:r>
          </a:p>
          <a:p>
            <a:pPr marL="285750" indent="-285750">
              <a:buFont typeface="Arial" panose="020B0604020202020204" pitchFamily="34" charset="0"/>
              <a:buChar char="•"/>
            </a:pPr>
            <a:r>
              <a:rPr lang="en-US" dirty="0"/>
              <a:t>Humans perform many digital tasks (web browsing, file management, coding, video editing) using multiple applications through GUI and CLI interfaces.</a:t>
            </a:r>
          </a:p>
          <a:p>
            <a:pPr marL="285750" indent="-285750">
              <a:buFont typeface="Arial" panose="020B0604020202020204" pitchFamily="34" charset="0"/>
              <a:buChar char="•"/>
            </a:pPr>
            <a:r>
              <a:rPr lang="en-US" dirty="0"/>
              <a:t>Vision-Language Model (VLM) agents could automate these tasks using natural language instructions, improving accessibility and productivity.</a:t>
            </a:r>
          </a:p>
          <a:p>
            <a:pPr marL="285750" indent="-285750">
              <a:buFont typeface="Arial" panose="020B0604020202020204" pitchFamily="34" charset="0"/>
              <a:buChar char="•"/>
            </a:pPr>
            <a:r>
              <a:rPr lang="en-US" dirty="0"/>
              <a:t>However, progress is limited because existing benchmarks lack realistic interactive computer environments that reflect real-world computer usage.</a:t>
            </a:r>
          </a:p>
        </p:txBody>
      </p:sp>
      <p:sp>
        <p:nvSpPr>
          <p:cNvPr id="5" name="TextBox 4">
            <a:extLst>
              <a:ext uri="{FF2B5EF4-FFF2-40B4-BE49-F238E27FC236}">
                <a16:creationId xmlns:a16="http://schemas.microsoft.com/office/drawing/2014/main" id="{4E1D751F-F799-B715-F2E4-86B1C89AD57E}"/>
              </a:ext>
            </a:extLst>
          </p:cNvPr>
          <p:cNvSpPr txBox="1"/>
          <p:nvPr/>
        </p:nvSpPr>
        <p:spPr>
          <a:xfrm>
            <a:off x="3489489" y="991385"/>
            <a:ext cx="3289954" cy="4801314"/>
          </a:xfrm>
          <a:prstGeom prst="rect">
            <a:avLst/>
          </a:prstGeom>
          <a:noFill/>
        </p:spPr>
        <p:txBody>
          <a:bodyPr wrap="square" rtlCol="0">
            <a:spAutoFit/>
          </a:bodyPr>
          <a:lstStyle/>
          <a:p>
            <a:r>
              <a:rPr lang="en-US" b="1" dirty="0"/>
              <a:t>OSWORLD – A Real Computer Environment</a:t>
            </a:r>
          </a:p>
          <a:p>
            <a:pPr marL="285750" indent="-285750">
              <a:buFont typeface="Arial" panose="020B0604020202020204" pitchFamily="34" charset="0"/>
              <a:buChar char="•"/>
            </a:pPr>
            <a:r>
              <a:rPr lang="en-US" dirty="0"/>
              <a:t>Introduces OSWORLD, the first scalable real computer environment for evaluating multimodal AI agents.</a:t>
            </a:r>
          </a:p>
          <a:p>
            <a:pPr marL="285750" indent="-285750">
              <a:buFont typeface="Arial" panose="020B0604020202020204" pitchFamily="34" charset="0"/>
              <a:buChar char="•"/>
            </a:pPr>
            <a:r>
              <a:rPr lang="en-US" dirty="0"/>
              <a:t>Supports real applications, keyboard/mouse interactions, and multiple operating systems (Ubuntu, Windows, macOS).</a:t>
            </a:r>
          </a:p>
          <a:p>
            <a:pPr marL="285750" indent="-285750">
              <a:buFont typeface="Arial" panose="020B0604020202020204" pitchFamily="34" charset="0"/>
              <a:buChar char="•"/>
            </a:pPr>
            <a:r>
              <a:rPr lang="en-US" dirty="0"/>
              <a:t>Includes a benchmark of 369 real-world computer tasks involving web apps, desktop software, file operations, and multi-application workflows.</a:t>
            </a:r>
          </a:p>
        </p:txBody>
      </p:sp>
      <p:sp>
        <p:nvSpPr>
          <p:cNvPr id="6" name="TextBox 5">
            <a:extLst>
              <a:ext uri="{FF2B5EF4-FFF2-40B4-BE49-F238E27FC236}">
                <a16:creationId xmlns:a16="http://schemas.microsoft.com/office/drawing/2014/main" id="{D999BBCC-BA60-A400-625D-ABBC43019BBF}"/>
              </a:ext>
            </a:extLst>
          </p:cNvPr>
          <p:cNvSpPr txBox="1"/>
          <p:nvPr/>
        </p:nvSpPr>
        <p:spPr>
          <a:xfrm>
            <a:off x="7335374" y="1065229"/>
            <a:ext cx="3289954" cy="5355312"/>
          </a:xfrm>
          <a:prstGeom prst="rect">
            <a:avLst/>
          </a:prstGeom>
          <a:noFill/>
        </p:spPr>
        <p:txBody>
          <a:bodyPr wrap="square" rtlCol="0">
            <a:spAutoFit/>
          </a:bodyPr>
          <a:lstStyle/>
          <a:p>
            <a:r>
              <a:rPr lang="en-US" b="1" dirty="0"/>
              <a:t>Key Findings and Contributions</a:t>
            </a:r>
          </a:p>
          <a:p>
            <a:pPr marL="285750" indent="-285750">
              <a:buFont typeface="Arial" panose="020B0604020202020204" pitchFamily="34" charset="0"/>
              <a:buChar char="•"/>
            </a:pPr>
            <a:r>
              <a:rPr lang="en-US" dirty="0"/>
              <a:t>Evaluation of leading models (GPT-4V, Gemini, Claude, Llama, </a:t>
            </a:r>
            <a:r>
              <a:rPr lang="en-US" dirty="0" err="1"/>
              <a:t>Mixtral</a:t>
            </a:r>
            <a:r>
              <a:rPr lang="en-US" dirty="0"/>
              <a:t>) shows very low success rates (0.99%–12.24%), far below human performance.</a:t>
            </a:r>
          </a:p>
          <a:p>
            <a:pPr marL="285750" indent="-285750">
              <a:buFont typeface="Arial" panose="020B0604020202020204" pitchFamily="34" charset="0"/>
              <a:buChar char="•"/>
            </a:pPr>
            <a:r>
              <a:rPr lang="en-US" dirty="0"/>
              <a:t>Agents struggle with GUI understanding, precise action prediction, unexpected interface changes, and app-specific knowledge.</a:t>
            </a:r>
          </a:p>
          <a:p>
            <a:pPr marL="285750" indent="-285750">
              <a:buFont typeface="Arial" panose="020B0604020202020204" pitchFamily="34" charset="0"/>
              <a:buChar char="•"/>
            </a:pPr>
            <a:r>
              <a:rPr lang="en-US" dirty="0"/>
              <a:t>OSWORLD is open-source and aims to advance research toward general-purpose AI agents capable of real computer tasks.</a:t>
            </a:r>
          </a:p>
        </p:txBody>
      </p:sp>
    </p:spTree>
    <p:extLst>
      <p:ext uri="{BB962C8B-B14F-4D97-AF65-F5344CB8AC3E}">
        <p14:creationId xmlns:p14="http://schemas.microsoft.com/office/powerpoint/2010/main" val="24733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1F048-7CF6-35C0-2D25-DF6DCFECF81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4EDE5A8-A0A8-7968-ADC8-055FC34E45D6}"/>
              </a:ext>
            </a:extLst>
          </p:cNvPr>
          <p:cNvPicPr>
            <a:picLocks noChangeAspect="1"/>
          </p:cNvPicPr>
          <p:nvPr/>
        </p:nvPicPr>
        <p:blipFill>
          <a:blip r:embed="rId3"/>
          <a:stretch>
            <a:fillRect/>
          </a:stretch>
        </p:blipFill>
        <p:spPr>
          <a:xfrm>
            <a:off x="1370941" y="264861"/>
            <a:ext cx="9254388" cy="6465011"/>
          </a:xfrm>
          <a:prstGeom prst="rect">
            <a:avLst/>
          </a:prstGeom>
        </p:spPr>
      </p:pic>
      <p:sp>
        <p:nvSpPr>
          <p:cNvPr id="2" name="Title 1">
            <a:extLst>
              <a:ext uri="{FF2B5EF4-FFF2-40B4-BE49-F238E27FC236}">
                <a16:creationId xmlns:a16="http://schemas.microsoft.com/office/drawing/2014/main" id="{815FA134-3A1B-61FC-9ED4-C3516E79A773}"/>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5F75DF8D-F2CF-62F9-CE6E-0BA1CC1BE949}"/>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Tree>
    <p:extLst>
      <p:ext uri="{BB962C8B-B14F-4D97-AF65-F5344CB8AC3E}">
        <p14:creationId xmlns:p14="http://schemas.microsoft.com/office/powerpoint/2010/main" val="4189825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870C3-E51B-4B9E-C55D-DE76D4F99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28EBB-94D7-5511-4ECE-CF3C82BF1F37}"/>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D9A6A445-8AEA-10ED-149B-311631137C2B}"/>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4" name="TextBox 3">
            <a:extLst>
              <a:ext uri="{FF2B5EF4-FFF2-40B4-BE49-F238E27FC236}">
                <a16:creationId xmlns:a16="http://schemas.microsoft.com/office/drawing/2014/main" id="{686E2552-A592-F1EE-F00C-77D1E0554DEF}"/>
              </a:ext>
            </a:extLst>
          </p:cNvPr>
          <p:cNvSpPr txBox="1"/>
          <p:nvPr/>
        </p:nvSpPr>
        <p:spPr>
          <a:xfrm>
            <a:off x="113121" y="1065229"/>
            <a:ext cx="3506771" cy="5355312"/>
          </a:xfrm>
          <a:prstGeom prst="rect">
            <a:avLst/>
          </a:prstGeom>
          <a:noFill/>
        </p:spPr>
        <p:txBody>
          <a:bodyPr wrap="square" rtlCol="0">
            <a:spAutoFit/>
          </a:bodyPr>
          <a:lstStyle/>
          <a:p>
            <a:r>
              <a:rPr lang="en-US" b="1" dirty="0"/>
              <a:t>Motivation – Autonomous Computer Agents</a:t>
            </a:r>
          </a:p>
          <a:p>
            <a:pPr marL="285750" indent="-285750">
              <a:buFont typeface="Arial" panose="020B0604020202020204" pitchFamily="34" charset="0"/>
              <a:buChar char="•"/>
            </a:pPr>
            <a:r>
              <a:rPr lang="en-US" dirty="0"/>
              <a:t>Humans perform many digital tasks (web browsing, file management, coding, video editing) using multiple applications through GUI and CLI interfaces.</a:t>
            </a:r>
          </a:p>
          <a:p>
            <a:pPr marL="285750" indent="-285750">
              <a:buFont typeface="Arial" panose="020B0604020202020204" pitchFamily="34" charset="0"/>
              <a:buChar char="•"/>
            </a:pPr>
            <a:r>
              <a:rPr lang="en-US" dirty="0"/>
              <a:t>Vision-Language Model (VLM) agents could automate these tasks using natural language instructions, improving accessibility and productivity.</a:t>
            </a:r>
          </a:p>
          <a:p>
            <a:pPr marL="285750" indent="-285750">
              <a:buFont typeface="Arial" panose="020B0604020202020204" pitchFamily="34" charset="0"/>
              <a:buChar char="•"/>
            </a:pPr>
            <a:r>
              <a:rPr lang="en-US" dirty="0"/>
              <a:t>However, progress is limited because existing benchmarks lack realistic interactive computer environments that reflect real-world computer usage.</a:t>
            </a:r>
          </a:p>
        </p:txBody>
      </p:sp>
      <p:sp>
        <p:nvSpPr>
          <p:cNvPr id="5" name="TextBox 4">
            <a:extLst>
              <a:ext uri="{FF2B5EF4-FFF2-40B4-BE49-F238E27FC236}">
                <a16:creationId xmlns:a16="http://schemas.microsoft.com/office/drawing/2014/main" id="{82826D22-6756-814A-4F56-A93DA33F0DCC}"/>
              </a:ext>
            </a:extLst>
          </p:cNvPr>
          <p:cNvSpPr txBox="1"/>
          <p:nvPr/>
        </p:nvSpPr>
        <p:spPr>
          <a:xfrm>
            <a:off x="3489489" y="991385"/>
            <a:ext cx="3289954" cy="4801314"/>
          </a:xfrm>
          <a:prstGeom prst="rect">
            <a:avLst/>
          </a:prstGeom>
          <a:noFill/>
        </p:spPr>
        <p:txBody>
          <a:bodyPr wrap="square" rtlCol="0">
            <a:spAutoFit/>
          </a:bodyPr>
          <a:lstStyle/>
          <a:p>
            <a:r>
              <a:rPr lang="en-US" b="1" dirty="0"/>
              <a:t>OSWORLD – A Real Computer Environment</a:t>
            </a:r>
          </a:p>
          <a:p>
            <a:pPr marL="285750" indent="-285750">
              <a:buFont typeface="Arial" panose="020B0604020202020204" pitchFamily="34" charset="0"/>
              <a:buChar char="•"/>
            </a:pPr>
            <a:r>
              <a:rPr lang="en-US" dirty="0"/>
              <a:t>Introduces OSWORLD, the first scalable real computer environment for evaluating multimodal AI agents.</a:t>
            </a:r>
          </a:p>
          <a:p>
            <a:pPr marL="285750" indent="-285750">
              <a:buFont typeface="Arial" panose="020B0604020202020204" pitchFamily="34" charset="0"/>
              <a:buChar char="•"/>
            </a:pPr>
            <a:r>
              <a:rPr lang="en-US" dirty="0"/>
              <a:t>Supports real applications, keyboard/mouse interactions, and multiple operating systems (Ubuntu, Windows, macOS).</a:t>
            </a:r>
          </a:p>
          <a:p>
            <a:pPr marL="285750" indent="-285750">
              <a:buFont typeface="Arial" panose="020B0604020202020204" pitchFamily="34" charset="0"/>
              <a:buChar char="•"/>
            </a:pPr>
            <a:r>
              <a:rPr lang="en-US" dirty="0"/>
              <a:t>Includes a benchmark of 369 real-world computer tasks involving web apps, desktop software, file operations, and multi-application workflows.</a:t>
            </a:r>
          </a:p>
        </p:txBody>
      </p:sp>
      <p:sp>
        <p:nvSpPr>
          <p:cNvPr id="6" name="TextBox 5">
            <a:extLst>
              <a:ext uri="{FF2B5EF4-FFF2-40B4-BE49-F238E27FC236}">
                <a16:creationId xmlns:a16="http://schemas.microsoft.com/office/drawing/2014/main" id="{96D2A8C1-BFFF-839F-9FE5-68D2FC3036E7}"/>
              </a:ext>
            </a:extLst>
          </p:cNvPr>
          <p:cNvSpPr txBox="1"/>
          <p:nvPr/>
        </p:nvSpPr>
        <p:spPr>
          <a:xfrm>
            <a:off x="7335374" y="1065229"/>
            <a:ext cx="3289954" cy="5355312"/>
          </a:xfrm>
          <a:prstGeom prst="rect">
            <a:avLst/>
          </a:prstGeom>
          <a:noFill/>
        </p:spPr>
        <p:txBody>
          <a:bodyPr wrap="square" rtlCol="0">
            <a:spAutoFit/>
          </a:bodyPr>
          <a:lstStyle/>
          <a:p>
            <a:r>
              <a:rPr lang="en-US" b="1" dirty="0"/>
              <a:t>Key Findings and Contributions</a:t>
            </a:r>
          </a:p>
          <a:p>
            <a:pPr marL="285750" indent="-285750">
              <a:buFont typeface="Arial" panose="020B0604020202020204" pitchFamily="34" charset="0"/>
              <a:buChar char="•"/>
            </a:pPr>
            <a:r>
              <a:rPr lang="en-US" dirty="0"/>
              <a:t>Evaluation of leading models (GPT-4V, Gemini, Claude, Llama, </a:t>
            </a:r>
            <a:r>
              <a:rPr lang="en-US" dirty="0" err="1"/>
              <a:t>Mixtral</a:t>
            </a:r>
            <a:r>
              <a:rPr lang="en-US" dirty="0"/>
              <a:t>) shows very low success rates (0.99%–12.24%), far below human performance.</a:t>
            </a:r>
          </a:p>
          <a:p>
            <a:pPr marL="285750" indent="-285750">
              <a:buFont typeface="Arial" panose="020B0604020202020204" pitchFamily="34" charset="0"/>
              <a:buChar char="•"/>
            </a:pPr>
            <a:r>
              <a:rPr lang="en-US" dirty="0"/>
              <a:t>Agents struggle with GUI understanding, precise action prediction, unexpected interface changes, and app-specific knowledge.</a:t>
            </a:r>
          </a:p>
          <a:p>
            <a:pPr marL="285750" indent="-285750">
              <a:buFont typeface="Arial" panose="020B0604020202020204" pitchFamily="34" charset="0"/>
              <a:buChar char="•"/>
            </a:pPr>
            <a:r>
              <a:rPr lang="en-US" dirty="0"/>
              <a:t>OSWORLD is open-source and aims to advance research toward general-purpose AI agents capable of real computer tasks.</a:t>
            </a:r>
          </a:p>
        </p:txBody>
      </p:sp>
    </p:spTree>
    <p:extLst>
      <p:ext uri="{BB962C8B-B14F-4D97-AF65-F5344CB8AC3E}">
        <p14:creationId xmlns:p14="http://schemas.microsoft.com/office/powerpoint/2010/main" val="868546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4BE5-7294-C6D0-9F93-E964AD78F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59BF7-3F88-2274-138E-659CB0515627}"/>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6EA9FDBB-2232-8E6E-FBF2-72E32E7352ED}"/>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pic>
        <p:nvPicPr>
          <p:cNvPr id="8" name="Picture 7">
            <a:extLst>
              <a:ext uri="{FF2B5EF4-FFF2-40B4-BE49-F238E27FC236}">
                <a16:creationId xmlns:a16="http://schemas.microsoft.com/office/drawing/2014/main" id="{6EC0608A-50D4-74D8-B714-E622F20C7490}"/>
              </a:ext>
            </a:extLst>
          </p:cNvPr>
          <p:cNvPicPr>
            <a:picLocks noChangeAspect="1"/>
          </p:cNvPicPr>
          <p:nvPr/>
        </p:nvPicPr>
        <p:blipFill>
          <a:blip r:embed="rId3"/>
          <a:stretch>
            <a:fillRect/>
          </a:stretch>
        </p:blipFill>
        <p:spPr>
          <a:xfrm>
            <a:off x="1080387" y="737812"/>
            <a:ext cx="10031225" cy="5382376"/>
          </a:xfrm>
          <a:prstGeom prst="rect">
            <a:avLst/>
          </a:prstGeom>
        </p:spPr>
      </p:pic>
    </p:spTree>
    <p:extLst>
      <p:ext uri="{BB962C8B-B14F-4D97-AF65-F5344CB8AC3E}">
        <p14:creationId xmlns:p14="http://schemas.microsoft.com/office/powerpoint/2010/main" val="4222011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D127-FF00-81EF-551F-ACAE2753A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F76AF-F9AE-C1CA-7073-BB60E73D5451}"/>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BDDE1C4A-F237-FB9D-ABAD-286E3ACF0781}"/>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4" name="TextBox 3">
            <a:extLst>
              <a:ext uri="{FF2B5EF4-FFF2-40B4-BE49-F238E27FC236}">
                <a16:creationId xmlns:a16="http://schemas.microsoft.com/office/drawing/2014/main" id="{85B2EAC9-985F-AE4D-F373-53C194A7F83B}"/>
              </a:ext>
            </a:extLst>
          </p:cNvPr>
          <p:cNvSpPr txBox="1"/>
          <p:nvPr/>
        </p:nvSpPr>
        <p:spPr>
          <a:xfrm>
            <a:off x="113121" y="1065229"/>
            <a:ext cx="11783506" cy="2308324"/>
          </a:xfrm>
          <a:prstGeom prst="rect">
            <a:avLst/>
          </a:prstGeom>
          <a:noFill/>
        </p:spPr>
        <p:txBody>
          <a:bodyPr wrap="square" rtlCol="0">
            <a:spAutoFit/>
          </a:bodyPr>
          <a:lstStyle/>
          <a:p>
            <a:r>
              <a:rPr lang="en-US" b="1" dirty="0"/>
              <a:t>Executable Real Computer Environment: </a:t>
            </a:r>
            <a:r>
              <a:rPr lang="en-US" dirty="0"/>
              <a:t>OSWORLD provides a controllable environment that supports task setup, execution-based evaluation, and agent learning across operating systems such as Ubuntu, Windows, and macOS.</a:t>
            </a:r>
          </a:p>
          <a:p>
            <a:endParaRPr lang="en-US" dirty="0"/>
          </a:p>
          <a:p>
            <a:r>
              <a:rPr lang="en-US" b="1" dirty="0"/>
              <a:t>Virtual Machine Infrastructure: </a:t>
            </a:r>
            <a:r>
              <a:rPr lang="en-US" dirty="0"/>
              <a:t>The system uses virtual machines to create a safe, isolated environment that prevents damage to the host system and allows quick resets using snapshots.</a:t>
            </a:r>
          </a:p>
          <a:p>
            <a:endParaRPr lang="en-US" b="1" dirty="0"/>
          </a:p>
          <a:p>
            <a:r>
              <a:rPr lang="en-US" b="1" dirty="0"/>
              <a:t>Configurable Task Setup and Evaluation: </a:t>
            </a:r>
            <a:r>
              <a:rPr lang="en-US" dirty="0"/>
              <a:t>Tasks are managed through configuration files that handle environment initialization, post-processing, data collection, and evaluation functions to ensure accurate task assessment.</a:t>
            </a:r>
          </a:p>
        </p:txBody>
      </p:sp>
      <p:sp>
        <p:nvSpPr>
          <p:cNvPr id="6" name="TextBox 5">
            <a:extLst>
              <a:ext uri="{FF2B5EF4-FFF2-40B4-BE49-F238E27FC236}">
                <a16:creationId xmlns:a16="http://schemas.microsoft.com/office/drawing/2014/main" id="{CA12C48C-A9DF-BA8F-44BA-81A6AE305A37}"/>
              </a:ext>
            </a:extLst>
          </p:cNvPr>
          <p:cNvSpPr txBox="1"/>
          <p:nvPr/>
        </p:nvSpPr>
        <p:spPr>
          <a:xfrm>
            <a:off x="151969" y="608465"/>
            <a:ext cx="6094428" cy="369332"/>
          </a:xfrm>
          <a:prstGeom prst="rect">
            <a:avLst/>
          </a:prstGeom>
          <a:noFill/>
        </p:spPr>
        <p:txBody>
          <a:bodyPr wrap="square">
            <a:spAutoFit/>
          </a:bodyPr>
          <a:lstStyle/>
          <a:p>
            <a:r>
              <a:rPr lang="fr-FR" dirty="0"/>
              <a:t>Real Computer </a:t>
            </a:r>
            <a:r>
              <a:rPr lang="fr-FR" dirty="0" err="1"/>
              <a:t>Environment</a:t>
            </a:r>
            <a:r>
              <a:rPr lang="fr-FR" dirty="0"/>
              <a:t> Infrastructure </a:t>
            </a:r>
            <a:endParaRPr lang="en-US" dirty="0"/>
          </a:p>
        </p:txBody>
      </p:sp>
    </p:spTree>
    <p:extLst>
      <p:ext uri="{BB962C8B-B14F-4D97-AF65-F5344CB8AC3E}">
        <p14:creationId xmlns:p14="http://schemas.microsoft.com/office/powerpoint/2010/main" val="793898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8990B-5080-B1A8-2A0C-1487028F2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7C364-9A13-EE07-6C73-EABF889976B9}"/>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DE662C1C-56E8-F89A-7E19-FEF474A964F7}"/>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6" name="TextBox 5">
            <a:extLst>
              <a:ext uri="{FF2B5EF4-FFF2-40B4-BE49-F238E27FC236}">
                <a16:creationId xmlns:a16="http://schemas.microsoft.com/office/drawing/2014/main" id="{59731DC9-65C7-6EF0-E840-C9B2B7DDFEFB}"/>
              </a:ext>
            </a:extLst>
          </p:cNvPr>
          <p:cNvSpPr txBox="1"/>
          <p:nvPr/>
        </p:nvSpPr>
        <p:spPr>
          <a:xfrm>
            <a:off x="151969" y="608465"/>
            <a:ext cx="6094428" cy="369332"/>
          </a:xfrm>
          <a:prstGeom prst="rect">
            <a:avLst/>
          </a:prstGeom>
          <a:noFill/>
        </p:spPr>
        <p:txBody>
          <a:bodyPr wrap="square">
            <a:spAutoFit/>
          </a:bodyPr>
          <a:lstStyle/>
          <a:p>
            <a:r>
              <a:rPr lang="en-US" dirty="0"/>
              <a:t>Execution-Based Evaluation</a:t>
            </a:r>
          </a:p>
        </p:txBody>
      </p:sp>
      <p:pic>
        <p:nvPicPr>
          <p:cNvPr id="7" name="Picture 6">
            <a:extLst>
              <a:ext uri="{FF2B5EF4-FFF2-40B4-BE49-F238E27FC236}">
                <a16:creationId xmlns:a16="http://schemas.microsoft.com/office/drawing/2014/main" id="{B05CF469-B5E0-5CF5-E89E-C0B96BAF20B9}"/>
              </a:ext>
            </a:extLst>
          </p:cNvPr>
          <p:cNvPicPr>
            <a:picLocks noChangeAspect="1"/>
          </p:cNvPicPr>
          <p:nvPr/>
        </p:nvPicPr>
        <p:blipFill>
          <a:blip r:embed="rId3"/>
          <a:stretch>
            <a:fillRect/>
          </a:stretch>
        </p:blipFill>
        <p:spPr>
          <a:xfrm>
            <a:off x="1666875" y="1216807"/>
            <a:ext cx="7820668" cy="5138373"/>
          </a:xfrm>
          <a:prstGeom prst="rect">
            <a:avLst/>
          </a:prstGeom>
        </p:spPr>
      </p:pic>
    </p:spTree>
    <p:extLst>
      <p:ext uri="{BB962C8B-B14F-4D97-AF65-F5344CB8AC3E}">
        <p14:creationId xmlns:p14="http://schemas.microsoft.com/office/powerpoint/2010/main" val="380437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13A1-2E2D-2BE1-F602-031AAE814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1EE91-C102-CB9E-ABE0-1F049D6D9279}"/>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44412A9B-5152-5F62-0DCF-A286778441B8}"/>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6" name="TextBox 5">
            <a:extLst>
              <a:ext uri="{FF2B5EF4-FFF2-40B4-BE49-F238E27FC236}">
                <a16:creationId xmlns:a16="http://schemas.microsoft.com/office/drawing/2014/main" id="{062B2E82-C6FB-853C-A21E-D2C93C56E1F9}"/>
              </a:ext>
            </a:extLst>
          </p:cNvPr>
          <p:cNvSpPr txBox="1"/>
          <p:nvPr/>
        </p:nvSpPr>
        <p:spPr>
          <a:xfrm>
            <a:off x="151969" y="608465"/>
            <a:ext cx="6094428" cy="369332"/>
          </a:xfrm>
          <a:prstGeom prst="rect">
            <a:avLst/>
          </a:prstGeom>
          <a:noFill/>
        </p:spPr>
        <p:txBody>
          <a:bodyPr wrap="square">
            <a:spAutoFit/>
          </a:bodyPr>
          <a:lstStyle/>
          <a:p>
            <a:r>
              <a:rPr lang="en-US" dirty="0"/>
              <a:t>Action Space</a:t>
            </a:r>
          </a:p>
        </p:txBody>
      </p:sp>
      <p:pic>
        <p:nvPicPr>
          <p:cNvPr id="5" name="Picture 4">
            <a:extLst>
              <a:ext uri="{FF2B5EF4-FFF2-40B4-BE49-F238E27FC236}">
                <a16:creationId xmlns:a16="http://schemas.microsoft.com/office/drawing/2014/main" id="{D1A7C0AB-1EEA-527F-B805-D28CCEF2350C}"/>
              </a:ext>
            </a:extLst>
          </p:cNvPr>
          <p:cNvPicPr>
            <a:picLocks noChangeAspect="1"/>
          </p:cNvPicPr>
          <p:nvPr/>
        </p:nvPicPr>
        <p:blipFill>
          <a:blip r:embed="rId3"/>
          <a:stretch>
            <a:fillRect/>
          </a:stretch>
        </p:blipFill>
        <p:spPr>
          <a:xfrm>
            <a:off x="1311658" y="1281259"/>
            <a:ext cx="8730483" cy="5576740"/>
          </a:xfrm>
          <a:prstGeom prst="rect">
            <a:avLst/>
          </a:prstGeom>
        </p:spPr>
      </p:pic>
    </p:spTree>
    <p:extLst>
      <p:ext uri="{BB962C8B-B14F-4D97-AF65-F5344CB8AC3E}">
        <p14:creationId xmlns:p14="http://schemas.microsoft.com/office/powerpoint/2010/main" val="334084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50BF-826D-F28A-563F-026EF0A41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84A5C-6F9D-3DEE-AD45-F94DCD2729B1}"/>
              </a:ext>
            </a:extLst>
          </p:cNvPr>
          <p:cNvSpPr>
            <a:spLocks noGrp="1"/>
          </p:cNvSpPr>
          <p:nvPr>
            <p:ph type="title"/>
          </p:nvPr>
        </p:nvSpPr>
        <p:spPr>
          <a:xfrm>
            <a:off x="0" y="1"/>
            <a:ext cx="11353800" cy="369454"/>
          </a:xfrm>
        </p:spPr>
        <p:txBody>
          <a:bodyPr>
            <a:noAutofit/>
          </a:bodyPr>
          <a:lstStyle/>
          <a:p>
            <a:r>
              <a:rPr lang="en-US" sz="1100" dirty="0"/>
              <a:t>OSWORLD: Benchmarking Multimodal Agents for Open-Ended Tasks in Real Computer Environments (May 2024)</a:t>
            </a:r>
          </a:p>
        </p:txBody>
      </p:sp>
      <p:sp>
        <p:nvSpPr>
          <p:cNvPr id="3" name="TextBox 2">
            <a:extLst>
              <a:ext uri="{FF2B5EF4-FFF2-40B4-BE49-F238E27FC236}">
                <a16:creationId xmlns:a16="http://schemas.microsoft.com/office/drawing/2014/main" id="{EB77CC04-0A1B-65D8-D0F7-0CA43150C0B8}"/>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6" name="TextBox 5">
            <a:extLst>
              <a:ext uri="{FF2B5EF4-FFF2-40B4-BE49-F238E27FC236}">
                <a16:creationId xmlns:a16="http://schemas.microsoft.com/office/drawing/2014/main" id="{619BC813-EF49-1580-5B43-EFDCA3BC2D42}"/>
              </a:ext>
            </a:extLst>
          </p:cNvPr>
          <p:cNvSpPr txBox="1"/>
          <p:nvPr/>
        </p:nvSpPr>
        <p:spPr>
          <a:xfrm>
            <a:off x="151969" y="608465"/>
            <a:ext cx="6094428" cy="369332"/>
          </a:xfrm>
          <a:prstGeom prst="rect">
            <a:avLst/>
          </a:prstGeom>
          <a:noFill/>
        </p:spPr>
        <p:txBody>
          <a:bodyPr wrap="square">
            <a:spAutoFit/>
          </a:bodyPr>
          <a:lstStyle/>
          <a:p>
            <a:r>
              <a:rPr lang="en-US" dirty="0"/>
              <a:t>Data Statistics </a:t>
            </a:r>
          </a:p>
        </p:txBody>
      </p:sp>
      <p:pic>
        <p:nvPicPr>
          <p:cNvPr id="7" name="Picture 6">
            <a:extLst>
              <a:ext uri="{FF2B5EF4-FFF2-40B4-BE49-F238E27FC236}">
                <a16:creationId xmlns:a16="http://schemas.microsoft.com/office/drawing/2014/main" id="{C2152F6D-CF6D-F9F4-551C-589B4531267C}"/>
              </a:ext>
            </a:extLst>
          </p:cNvPr>
          <p:cNvPicPr>
            <a:picLocks noChangeAspect="1"/>
          </p:cNvPicPr>
          <p:nvPr/>
        </p:nvPicPr>
        <p:blipFill>
          <a:blip r:embed="rId3"/>
          <a:stretch>
            <a:fillRect/>
          </a:stretch>
        </p:blipFill>
        <p:spPr>
          <a:xfrm>
            <a:off x="241088" y="1216807"/>
            <a:ext cx="4677428" cy="4696480"/>
          </a:xfrm>
          <a:prstGeom prst="rect">
            <a:avLst/>
          </a:prstGeom>
        </p:spPr>
      </p:pic>
      <p:pic>
        <p:nvPicPr>
          <p:cNvPr id="9" name="Picture 8">
            <a:extLst>
              <a:ext uri="{FF2B5EF4-FFF2-40B4-BE49-F238E27FC236}">
                <a16:creationId xmlns:a16="http://schemas.microsoft.com/office/drawing/2014/main" id="{C96136DB-060E-6715-2460-E55DB59453EC}"/>
              </a:ext>
            </a:extLst>
          </p:cNvPr>
          <p:cNvPicPr>
            <a:picLocks noChangeAspect="1"/>
          </p:cNvPicPr>
          <p:nvPr/>
        </p:nvPicPr>
        <p:blipFill>
          <a:blip r:embed="rId4"/>
          <a:stretch>
            <a:fillRect/>
          </a:stretch>
        </p:blipFill>
        <p:spPr>
          <a:xfrm>
            <a:off x="5947900" y="1216807"/>
            <a:ext cx="4677428" cy="4662556"/>
          </a:xfrm>
          <a:prstGeom prst="rect">
            <a:avLst/>
          </a:prstGeom>
        </p:spPr>
      </p:pic>
    </p:spTree>
    <p:extLst>
      <p:ext uri="{BB962C8B-B14F-4D97-AF65-F5344CB8AC3E}">
        <p14:creationId xmlns:p14="http://schemas.microsoft.com/office/powerpoint/2010/main" val="231382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B5105-0149-B70D-DB20-C8DBE3306F0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D1806A0-C26E-9520-6A67-89254203997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23837" y="0"/>
            <a:ext cx="11744325" cy="6858000"/>
          </a:xfrm>
          <a:prstGeom prst="rect">
            <a:avLst/>
          </a:prstGeom>
        </p:spPr>
      </p:pic>
      <p:sp>
        <p:nvSpPr>
          <p:cNvPr id="2" name="Title 1">
            <a:extLst>
              <a:ext uri="{FF2B5EF4-FFF2-40B4-BE49-F238E27FC236}">
                <a16:creationId xmlns:a16="http://schemas.microsoft.com/office/drawing/2014/main" id="{901AC55F-E71C-8D1C-C4F2-4B706374327E}"/>
              </a:ext>
            </a:extLst>
          </p:cNvPr>
          <p:cNvSpPr>
            <a:spLocks noGrp="1"/>
          </p:cNvSpPr>
          <p:nvPr>
            <p:ph type="ctrTitle"/>
          </p:nvPr>
        </p:nvSpPr>
        <p:spPr>
          <a:xfrm>
            <a:off x="1127208" y="857251"/>
            <a:ext cx="10840954" cy="1461743"/>
          </a:xfrm>
          <a:noFill/>
        </p:spPr>
        <p:txBody>
          <a:bodyPr anchor="b">
            <a:normAutofit/>
          </a:bodyPr>
          <a:lstStyle/>
          <a:p>
            <a:r>
              <a:rPr lang="en-US" sz="4800" dirty="0"/>
              <a:t>Gorilla: Large Language Model Connected with Massive APIs </a:t>
            </a:r>
          </a:p>
        </p:txBody>
      </p:sp>
      <p:sp>
        <p:nvSpPr>
          <p:cNvPr id="3" name="Subtitle 2">
            <a:extLst>
              <a:ext uri="{FF2B5EF4-FFF2-40B4-BE49-F238E27FC236}">
                <a16:creationId xmlns:a16="http://schemas.microsoft.com/office/drawing/2014/main" id="{B95DFCFE-D9A0-BD58-5105-2200681C779B}"/>
              </a:ext>
            </a:extLst>
          </p:cNvPr>
          <p:cNvSpPr>
            <a:spLocks noGrp="1"/>
          </p:cNvSpPr>
          <p:nvPr>
            <p:ph type="subTitle" idx="1"/>
          </p:nvPr>
        </p:nvSpPr>
        <p:spPr>
          <a:xfrm>
            <a:off x="1621410" y="4831237"/>
            <a:ext cx="9036313" cy="1531856"/>
          </a:xfrm>
          <a:noFill/>
        </p:spPr>
        <p:txBody>
          <a:bodyPr anchor="t">
            <a:normAutofit/>
          </a:bodyPr>
          <a:lstStyle/>
          <a:p>
            <a:r>
              <a:rPr lang="en-US" sz="8000" b="1" dirty="0"/>
              <a:t>QUESTIONS</a:t>
            </a:r>
          </a:p>
        </p:txBody>
      </p:sp>
      <p:pic>
        <p:nvPicPr>
          <p:cNvPr id="5" name="Picture 4">
            <a:extLst>
              <a:ext uri="{FF2B5EF4-FFF2-40B4-BE49-F238E27FC236}">
                <a16:creationId xmlns:a16="http://schemas.microsoft.com/office/drawing/2014/main" id="{F7BF2AA0-04CC-22F1-193D-22D5651CE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630727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C98DED-031F-F700-8C73-5F5675921590}"/>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CBB4005-7640-7795-5675-514F4DAFC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03C475D2-7573-73F5-EE8C-3139EEB91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A9159C-C57B-C5B6-3C94-830E955A2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913551D-483C-C5B6-4075-DC27966EC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9AF4F0-FC60-B015-A37C-F7ACEF188D99}"/>
              </a:ext>
            </a:extLst>
          </p:cNvPr>
          <p:cNvSpPr>
            <a:spLocks noGrp="1"/>
          </p:cNvSpPr>
          <p:nvPr>
            <p:ph type="ctrTitle"/>
          </p:nvPr>
        </p:nvSpPr>
        <p:spPr>
          <a:xfrm>
            <a:off x="1127208" y="857251"/>
            <a:ext cx="4747280" cy="3098061"/>
          </a:xfrm>
        </p:spPr>
        <p:txBody>
          <a:bodyPr anchor="b">
            <a:normAutofit/>
          </a:bodyPr>
          <a:lstStyle/>
          <a:p>
            <a:pPr algn="r"/>
            <a:r>
              <a:rPr lang="en-US" sz="4800" dirty="0">
                <a:solidFill>
                  <a:srgbClr val="FFFFFF"/>
                </a:solidFill>
              </a:rPr>
              <a:t>END</a:t>
            </a:r>
          </a:p>
        </p:txBody>
      </p:sp>
      <p:sp>
        <p:nvSpPr>
          <p:cNvPr id="49" name="Rectangle 48">
            <a:extLst>
              <a:ext uri="{FF2B5EF4-FFF2-40B4-BE49-F238E27FC236}">
                <a16:creationId xmlns:a16="http://schemas.microsoft.com/office/drawing/2014/main" id="{744A5E6B-EC40-410E-03B9-C7ECA6CC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CD8A3BF-15BC-4857-BCF7-6E2F91477800}"/>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3.12.2026</a:t>
            </a:r>
          </a:p>
        </p:txBody>
      </p:sp>
      <p:sp>
        <p:nvSpPr>
          <p:cNvPr id="51" name="Oval 50">
            <a:extLst>
              <a:ext uri="{FF2B5EF4-FFF2-40B4-BE49-F238E27FC236}">
                <a16:creationId xmlns:a16="http://schemas.microsoft.com/office/drawing/2014/main" id="{80A053CE-B36C-71CD-07D5-A839D6087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2B312A-4981-8204-7858-92DE679FB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134886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13562</TotalTime>
  <Words>2559</Words>
  <Application>Microsoft Office PowerPoint</Application>
  <PresentationFormat>Widescreen</PresentationFormat>
  <Paragraphs>213</Paragraphs>
  <Slides>31</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AppAgent &amp; OSWorld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AppAgent: Multimodal Agents as Smartphone Users (Dec 2023)</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OSWORLD: Benchmarking Multimodal Agents for Open-Ended Tasks in Real Computer Environments (May 2024)</vt:lpstr>
      <vt:lpstr>Gorilla: Large Language Model Connected with Massive APIs </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Hilton Sarius</dc:creator>
  <cp:lastModifiedBy>Hilton Sarius</cp:lastModifiedBy>
  <cp:revision>1</cp:revision>
  <dcterms:created xsi:type="dcterms:W3CDTF">2026-01-21T01:37:36Z</dcterms:created>
  <dcterms:modified xsi:type="dcterms:W3CDTF">2026-03-12T02:01:43Z</dcterms:modified>
</cp:coreProperties>
</file>