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375" r:id="rId15"/>
    <p:sldId id="3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97132"/>
    <a:srgbClr val="0000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F4816-1279-4709-B987-AE6F3C32E569}" v="25" dt="2026-03-25T23:36:48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092" autoAdjust="0"/>
  </p:normalViewPr>
  <p:slideViewPr>
    <p:cSldViewPr snapToGrid="0">
      <p:cViewPr varScale="1">
        <p:scale>
          <a:sx n="82" d="100"/>
          <a:sy n="82" d="100"/>
        </p:scale>
        <p:origin x="17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lton Sarius" userId="e41e4170-a0b5-4ce6-bed1-533b1cecee6e" providerId="ADAL" clId="{0AB84215-D5DE-4B51-994D-7B1DCB931E97}"/>
    <pc:docChg chg="undo redo custSel addSld delSld modSld sldOrd">
      <pc:chgData name="Hilton Sarius" userId="e41e4170-a0b5-4ce6-bed1-533b1cecee6e" providerId="ADAL" clId="{0AB84215-D5DE-4B51-994D-7B1DCB931E97}" dt="2026-03-25T23:40:30.721" v="7339" actId="20577"/>
      <pc:docMkLst>
        <pc:docMk/>
      </pc:docMkLst>
      <pc:sldChg chg="addSp delSp modSp mod addAnim delAnim">
        <pc:chgData name="Hilton Sarius" userId="e41e4170-a0b5-4ce6-bed1-533b1cecee6e" providerId="ADAL" clId="{0AB84215-D5DE-4B51-994D-7B1DCB931E97}" dt="2026-03-25T22:38:24.009" v="6987" actId="20577"/>
        <pc:sldMkLst>
          <pc:docMk/>
          <pc:sldMk cId="2292098910" sldId="256"/>
        </pc:sldMkLst>
        <pc:spChg chg="mod">
          <ac:chgData name="Hilton Sarius" userId="e41e4170-a0b5-4ce6-bed1-533b1cecee6e" providerId="ADAL" clId="{0AB84215-D5DE-4B51-994D-7B1DCB931E97}" dt="2026-03-25T22:38:18.891" v="6985" actId="207"/>
          <ac:spMkLst>
            <pc:docMk/>
            <pc:sldMk cId="2292098910" sldId="256"/>
            <ac:spMk id="2" creationId="{6BAD479B-97C7-ACBE-792A-874EA2018EC5}"/>
          </ac:spMkLst>
        </pc:spChg>
        <pc:spChg chg="mod">
          <ac:chgData name="Hilton Sarius" userId="e41e4170-a0b5-4ce6-bed1-533b1cecee6e" providerId="ADAL" clId="{0AB84215-D5DE-4B51-994D-7B1DCB931E97}" dt="2026-03-25T22:38:24.009" v="6987" actId="20577"/>
          <ac:spMkLst>
            <pc:docMk/>
            <pc:sldMk cId="2292098910" sldId="256"/>
            <ac:spMk id="3" creationId="{2AE763AF-0B70-9C74-CACA-1E0A80D0EDC8}"/>
          </ac:spMkLst>
        </pc:spChg>
      </pc:sldChg>
      <pc:sldChg chg="addSp delSp modSp add del mod modNotesTx">
        <pc:chgData name="Hilton Sarius" userId="e41e4170-a0b5-4ce6-bed1-533b1cecee6e" providerId="ADAL" clId="{0AB84215-D5DE-4B51-994D-7B1DCB931E97}" dt="2026-03-25T22:43:36.355" v="7034" actId="47"/>
        <pc:sldMkLst>
          <pc:docMk/>
          <pc:sldMk cId="1235335610" sldId="258"/>
        </pc:sldMkLst>
      </pc:sldChg>
      <pc:sldChg chg="modSp add del mod ord">
        <pc:chgData name="Hilton Sarius" userId="e41e4170-a0b5-4ce6-bed1-533b1cecee6e" providerId="ADAL" clId="{0AB84215-D5DE-4B51-994D-7B1DCB931E97}" dt="2026-03-25T23:38:06.181" v="7288" actId="20577"/>
        <pc:sldMkLst>
          <pc:docMk/>
          <pc:sldMk cId="134886716" sldId="348"/>
        </pc:sldMkLst>
        <pc:spChg chg="mod">
          <ac:chgData name="Hilton Sarius" userId="e41e4170-a0b5-4ce6-bed1-533b1cecee6e" providerId="ADAL" clId="{0AB84215-D5DE-4B51-994D-7B1DCB931E97}" dt="2026-03-25T23:38:06.181" v="7288" actId="20577"/>
          <ac:spMkLst>
            <pc:docMk/>
            <pc:sldMk cId="134886716" sldId="348"/>
            <ac:spMk id="3" creationId="{1CD8A3BF-15BC-4857-BCF7-6E2F91477800}"/>
          </ac:spMkLst>
        </pc:spChg>
      </pc:sldChg>
      <pc:sldChg chg="addSp delSp modSp add mod ord setBg delDesignElem">
        <pc:chgData name="Hilton Sarius" userId="e41e4170-a0b5-4ce6-bed1-533b1cecee6e" providerId="ADAL" clId="{0AB84215-D5DE-4B51-994D-7B1DCB931E97}" dt="2026-03-25T23:37:42.664" v="7286" actId="207"/>
        <pc:sldMkLst>
          <pc:docMk/>
          <pc:sldMk cId="2984705734" sldId="375"/>
        </pc:sldMkLst>
        <pc:spChg chg="mod">
          <ac:chgData name="Hilton Sarius" userId="e41e4170-a0b5-4ce6-bed1-533b1cecee6e" providerId="ADAL" clId="{0AB84215-D5DE-4B51-994D-7B1DCB931E97}" dt="2026-03-25T23:37:42.664" v="7286" actId="207"/>
          <ac:spMkLst>
            <pc:docMk/>
            <pc:sldMk cId="2984705734" sldId="375"/>
            <ac:spMk id="2" creationId="{BEC6D9E5-A1F2-E20C-4045-029E1C00C3F9}"/>
          </ac:spMkLst>
        </pc:spChg>
        <pc:spChg chg="mod">
          <ac:chgData name="Hilton Sarius" userId="e41e4170-a0b5-4ce6-bed1-533b1cecee6e" providerId="ADAL" clId="{0AB84215-D5DE-4B51-994D-7B1DCB931E97}" dt="2026-02-26T02:00:01.989" v="5091" actId="113"/>
          <ac:spMkLst>
            <pc:docMk/>
            <pc:sldMk cId="2984705734" sldId="375"/>
            <ac:spMk id="3" creationId="{A81420D5-891D-7C06-F4BE-821B8BE99989}"/>
          </ac:spMkLst>
        </pc:spChg>
        <pc:picChg chg="add mod ord">
          <ac:chgData name="Hilton Sarius" userId="e41e4170-a0b5-4ce6-bed1-533b1cecee6e" providerId="ADAL" clId="{0AB84215-D5DE-4B51-994D-7B1DCB931E97}" dt="2026-03-25T23:37:20.369" v="7283" actId="1076"/>
          <ac:picMkLst>
            <pc:docMk/>
            <pc:sldMk cId="2984705734" sldId="375"/>
            <ac:picMk id="7" creationId="{B115BAAA-1093-8752-5994-D3C1004B43D5}"/>
          </ac:picMkLst>
        </pc:picChg>
      </pc:sldChg>
      <pc:sldChg chg="modSp add del ord">
        <pc:chgData name="Hilton Sarius" userId="e41e4170-a0b5-4ce6-bed1-533b1cecee6e" providerId="ADAL" clId="{0AB84215-D5DE-4B51-994D-7B1DCB931E97}" dt="2026-03-25T22:43:38.059" v="7043" actId="47"/>
        <pc:sldMkLst>
          <pc:docMk/>
          <pc:sldMk cId="630727608" sldId="390"/>
        </pc:sldMkLst>
      </pc:sldChg>
      <pc:sldChg chg="addSp delSp modSp add mod ord">
        <pc:chgData name="Hilton Sarius" userId="e41e4170-a0b5-4ce6-bed1-533b1cecee6e" providerId="ADAL" clId="{0AB84215-D5DE-4B51-994D-7B1DCB931E97}" dt="2026-03-25T23:38:28.637" v="7290" actId="20577"/>
        <pc:sldMkLst>
          <pc:docMk/>
          <pc:sldMk cId="2100729941" sldId="391"/>
        </pc:sldMkLst>
        <pc:spChg chg="mod">
          <ac:chgData name="Hilton Sarius" userId="e41e4170-a0b5-4ce6-bed1-533b1cecee6e" providerId="ADAL" clId="{0AB84215-D5DE-4B51-994D-7B1DCB931E97}" dt="2026-03-25T23:38:28.637" v="7290" actId="20577"/>
          <ac:spMkLst>
            <pc:docMk/>
            <pc:sldMk cId="2100729941" sldId="391"/>
            <ac:spMk id="2" creationId="{644025AA-5237-A2DE-F9D3-409F0246D51B}"/>
          </ac:spMkLst>
        </pc:spChg>
        <pc:spChg chg="mod">
          <ac:chgData name="Hilton Sarius" userId="e41e4170-a0b5-4ce6-bed1-533b1cecee6e" providerId="ADAL" clId="{0AB84215-D5DE-4B51-994D-7B1DCB931E97}" dt="2026-03-25T22:38:55.832" v="6997" actId="114"/>
          <ac:spMkLst>
            <pc:docMk/>
            <pc:sldMk cId="2100729941" sldId="391"/>
            <ac:spMk id="5" creationId="{4528A9B8-9B27-9783-464B-32A23D21E719}"/>
          </ac:spMkLst>
        </pc:spChg>
        <pc:spChg chg="del">
          <ac:chgData name="Hilton Sarius" userId="e41e4170-a0b5-4ce6-bed1-533b1cecee6e" providerId="ADAL" clId="{0AB84215-D5DE-4B51-994D-7B1DCB931E97}" dt="2026-03-25T22:38:31.300" v="6990" actId="478"/>
          <ac:spMkLst>
            <pc:docMk/>
            <pc:sldMk cId="2100729941" sldId="391"/>
            <ac:spMk id="6" creationId="{29A68347-6593-C6D7-3BA8-2307EB794437}"/>
          </ac:spMkLst>
        </pc:spChg>
        <pc:spChg chg="del mod">
          <ac:chgData name="Hilton Sarius" userId="e41e4170-a0b5-4ce6-bed1-533b1cecee6e" providerId="ADAL" clId="{0AB84215-D5DE-4B51-994D-7B1DCB931E97}" dt="2026-03-25T22:38:32.985" v="6991" actId="478"/>
          <ac:spMkLst>
            <pc:docMk/>
            <pc:sldMk cId="2100729941" sldId="391"/>
            <ac:spMk id="7" creationId="{BAF309B5-5D4D-01F7-44A6-ECDD885C2A29}"/>
          </ac:spMkLst>
        </pc:spChg>
        <pc:spChg chg="del mod">
          <ac:chgData name="Hilton Sarius" userId="e41e4170-a0b5-4ce6-bed1-533b1cecee6e" providerId="ADAL" clId="{0AB84215-D5DE-4B51-994D-7B1DCB931E97}" dt="2026-03-25T22:38:29.401" v="6989" actId="478"/>
          <ac:spMkLst>
            <pc:docMk/>
            <pc:sldMk cId="2100729941" sldId="391"/>
            <ac:spMk id="8" creationId="{90B96FAA-17DE-6313-5D1E-C91E4B257686}"/>
          </ac:spMkLst>
        </pc:spChg>
        <pc:spChg chg="add mod">
          <ac:chgData name="Hilton Sarius" userId="e41e4170-a0b5-4ce6-bed1-533b1cecee6e" providerId="ADAL" clId="{0AB84215-D5DE-4B51-994D-7B1DCB931E97}" dt="2026-03-25T22:43:15.074" v="7016" actId="13926"/>
          <ac:spMkLst>
            <pc:docMk/>
            <pc:sldMk cId="2100729941" sldId="391"/>
            <ac:spMk id="9" creationId="{0C74FED1-F919-733B-71A8-3521D8546D8C}"/>
          </ac:spMkLst>
        </pc:spChg>
        <pc:spChg chg="add mod">
          <ac:chgData name="Hilton Sarius" userId="e41e4170-a0b5-4ce6-bed1-533b1cecee6e" providerId="ADAL" clId="{0AB84215-D5DE-4B51-994D-7B1DCB931E97}" dt="2026-03-25T23:22:30.789" v="7224" actId="20577"/>
          <ac:spMkLst>
            <pc:docMk/>
            <pc:sldMk cId="2100729941" sldId="391"/>
            <ac:spMk id="11" creationId="{7F0FEB8F-41E0-787C-9D0F-67B8C7D05B66}"/>
          </ac:spMkLst>
        </pc:spChg>
        <pc:picChg chg="add del mod">
          <ac:chgData name="Hilton Sarius" userId="e41e4170-a0b5-4ce6-bed1-533b1cecee6e" providerId="ADAL" clId="{0AB84215-D5DE-4B51-994D-7B1DCB931E97}" dt="2026-03-25T22:38:27.915" v="6988" actId="478"/>
          <ac:picMkLst>
            <pc:docMk/>
            <pc:sldMk cId="2100729941" sldId="391"/>
            <ac:picMk id="4" creationId="{FB1A7154-366C-0687-B52F-518FD43336ED}"/>
          </ac:picMkLst>
        </pc:picChg>
      </pc:sldChg>
      <pc:sldChg chg="addSp delSp modSp add mod modNotesTx">
        <pc:chgData name="Hilton Sarius" userId="e41e4170-a0b5-4ce6-bed1-533b1cecee6e" providerId="ADAL" clId="{0AB84215-D5DE-4B51-994D-7B1DCB931E97}" dt="2026-03-25T23:38:35.188" v="7293" actId="20577"/>
        <pc:sldMkLst>
          <pc:docMk/>
          <pc:sldMk cId="683689588" sldId="392"/>
        </pc:sldMkLst>
        <pc:spChg chg="mod">
          <ac:chgData name="Hilton Sarius" userId="e41e4170-a0b5-4ce6-bed1-533b1cecee6e" providerId="ADAL" clId="{0AB84215-D5DE-4B51-994D-7B1DCB931E97}" dt="2026-03-25T23:38:35.188" v="7293" actId="20577"/>
          <ac:spMkLst>
            <pc:docMk/>
            <pc:sldMk cId="683689588" sldId="392"/>
            <ac:spMk id="2" creationId="{920092C7-AD1F-132B-9C28-B35D30E0F031}"/>
          </ac:spMkLst>
        </pc:spChg>
        <pc:spChg chg="del">
          <ac:chgData name="Hilton Sarius" userId="e41e4170-a0b5-4ce6-bed1-533b1cecee6e" providerId="ADAL" clId="{0AB84215-D5DE-4B51-994D-7B1DCB931E97}" dt="2026-03-25T22:43:47.084" v="7047" actId="478"/>
          <ac:spMkLst>
            <pc:docMk/>
            <pc:sldMk cId="683689588" sldId="392"/>
            <ac:spMk id="9" creationId="{280C6C6D-AD76-109E-867A-627D79DFC577}"/>
          </ac:spMkLst>
        </pc:spChg>
        <pc:spChg chg="del">
          <ac:chgData name="Hilton Sarius" userId="e41e4170-a0b5-4ce6-bed1-533b1cecee6e" providerId="ADAL" clId="{0AB84215-D5DE-4B51-994D-7B1DCB931E97}" dt="2026-03-25T23:23:57.717" v="7225" actId="478"/>
          <ac:spMkLst>
            <pc:docMk/>
            <pc:sldMk cId="683689588" sldId="392"/>
            <ac:spMk id="11" creationId="{C7CBE430-D7B6-3188-8A18-06A8201F92F1}"/>
          </ac:spMkLst>
        </pc:spChg>
        <pc:picChg chg="add mod ord">
          <ac:chgData name="Hilton Sarius" userId="e41e4170-a0b5-4ce6-bed1-533b1cecee6e" providerId="ADAL" clId="{0AB84215-D5DE-4B51-994D-7B1DCB931E97}" dt="2026-03-25T23:24:06.508" v="7227" actId="167"/>
          <ac:picMkLst>
            <pc:docMk/>
            <pc:sldMk cId="683689588" sldId="392"/>
            <ac:picMk id="4" creationId="{4DCA93E5-D342-787C-B060-36B64CB19597}"/>
          </ac:picMkLst>
        </pc:picChg>
      </pc:sldChg>
      <pc:sldChg chg="addSp delSp modSp add del mod">
        <pc:chgData name="Hilton Sarius" userId="e41e4170-a0b5-4ce6-bed1-533b1cecee6e" providerId="ADAL" clId="{0AB84215-D5DE-4B51-994D-7B1DCB931E97}" dt="2026-03-25T22:43:27.650" v="7017" actId="47"/>
        <pc:sldMkLst>
          <pc:docMk/>
          <pc:sldMk cId="1820935966" sldId="392"/>
        </pc:sldMkLst>
      </pc:sldChg>
      <pc:sldChg chg="addSp delSp modSp add del mod">
        <pc:chgData name="Hilton Sarius" userId="e41e4170-a0b5-4ce6-bed1-533b1cecee6e" providerId="ADAL" clId="{0AB84215-D5DE-4B51-994D-7B1DCB931E97}" dt="2026-03-25T22:43:28.567" v="7018" actId="47"/>
        <pc:sldMkLst>
          <pc:docMk/>
          <pc:sldMk cId="700601821" sldId="393"/>
        </pc:sldMkLst>
      </pc:sldChg>
      <pc:sldChg chg="addSp delSp modSp add mod">
        <pc:chgData name="Hilton Sarius" userId="e41e4170-a0b5-4ce6-bed1-533b1cecee6e" providerId="ADAL" clId="{0AB84215-D5DE-4B51-994D-7B1DCB931E97}" dt="2026-03-25T23:38:51.182" v="7297" actId="20577"/>
        <pc:sldMkLst>
          <pc:docMk/>
          <pc:sldMk cId="3373863026" sldId="393"/>
        </pc:sldMkLst>
        <pc:spChg chg="mod">
          <ac:chgData name="Hilton Sarius" userId="e41e4170-a0b5-4ce6-bed1-533b1cecee6e" providerId="ADAL" clId="{0AB84215-D5DE-4B51-994D-7B1DCB931E97}" dt="2026-03-25T23:38:51.182" v="7297" actId="20577"/>
          <ac:spMkLst>
            <pc:docMk/>
            <pc:sldMk cId="3373863026" sldId="393"/>
            <ac:spMk id="2" creationId="{C1E797C5-BBD1-0CB7-8E94-68FBD3FB2F1A}"/>
          </ac:spMkLst>
        </pc:spChg>
        <pc:spChg chg="add mod ord">
          <ac:chgData name="Hilton Sarius" userId="e41e4170-a0b5-4ce6-bed1-533b1cecee6e" providerId="ADAL" clId="{0AB84215-D5DE-4B51-994D-7B1DCB931E97}" dt="2026-03-25T23:38:46.315" v="7294" actId="167"/>
          <ac:spMkLst>
            <pc:docMk/>
            <pc:sldMk cId="3373863026" sldId="393"/>
            <ac:spMk id="6" creationId="{6B1C6D79-0319-D7AC-CE98-6FF6C8A73836}"/>
          </ac:spMkLst>
        </pc:spChg>
        <pc:spChg chg="mod">
          <ac:chgData name="Hilton Sarius" userId="e41e4170-a0b5-4ce6-bed1-533b1cecee6e" providerId="ADAL" clId="{0AB84215-D5DE-4B51-994D-7B1DCB931E97}" dt="2026-03-25T22:47:02.650" v="7061"/>
          <ac:spMkLst>
            <pc:docMk/>
            <pc:sldMk cId="3373863026" sldId="393"/>
            <ac:spMk id="11" creationId="{C552D269-589C-EDCD-AB1C-84D937E95B19}"/>
          </ac:spMkLst>
        </pc:spChg>
        <pc:picChg chg="del">
          <ac:chgData name="Hilton Sarius" userId="e41e4170-a0b5-4ce6-bed1-533b1cecee6e" providerId="ADAL" clId="{0AB84215-D5DE-4B51-994D-7B1DCB931E97}" dt="2026-03-25T22:44:24.866" v="7052" actId="478"/>
          <ac:picMkLst>
            <pc:docMk/>
            <pc:sldMk cId="3373863026" sldId="393"/>
            <ac:picMk id="4" creationId="{C52DE4A7-1026-E628-39EE-9B2A9AE85F8E}"/>
          </ac:picMkLst>
        </pc:picChg>
      </pc:sldChg>
      <pc:sldChg chg="addSp delSp modSp add del mod">
        <pc:chgData name="Hilton Sarius" userId="e41e4170-a0b5-4ce6-bed1-533b1cecee6e" providerId="ADAL" clId="{0AB84215-D5DE-4B51-994D-7B1DCB931E97}" dt="2026-03-25T22:43:29.522" v="7019" actId="47"/>
        <pc:sldMkLst>
          <pc:docMk/>
          <pc:sldMk cId="3214995614" sldId="394"/>
        </pc:sldMkLst>
      </pc:sldChg>
      <pc:sldChg chg="modSp add mod">
        <pc:chgData name="Hilton Sarius" userId="e41e4170-a0b5-4ce6-bed1-533b1cecee6e" providerId="ADAL" clId="{0AB84215-D5DE-4B51-994D-7B1DCB931E97}" dt="2026-03-25T23:38:59.714" v="7304" actId="20577"/>
        <pc:sldMkLst>
          <pc:docMk/>
          <pc:sldMk cId="3456308615" sldId="394"/>
        </pc:sldMkLst>
        <pc:spChg chg="mod">
          <ac:chgData name="Hilton Sarius" userId="e41e4170-a0b5-4ce6-bed1-533b1cecee6e" providerId="ADAL" clId="{0AB84215-D5DE-4B51-994D-7B1DCB931E97}" dt="2026-03-25T23:38:59.714" v="7304" actId="20577"/>
          <ac:spMkLst>
            <pc:docMk/>
            <pc:sldMk cId="3456308615" sldId="394"/>
            <ac:spMk id="2" creationId="{4C7E84D2-15BC-DED0-5E79-693A0F8C4217}"/>
          </ac:spMkLst>
        </pc:spChg>
        <pc:spChg chg="mod">
          <ac:chgData name="Hilton Sarius" userId="e41e4170-a0b5-4ce6-bed1-533b1cecee6e" providerId="ADAL" clId="{0AB84215-D5DE-4B51-994D-7B1DCB931E97}" dt="2026-03-25T22:48:33.585" v="7063"/>
          <ac:spMkLst>
            <pc:docMk/>
            <pc:sldMk cId="3456308615" sldId="394"/>
            <ac:spMk id="6" creationId="{0CB7CF5E-5C16-358D-FDC4-C317E8DAC4B9}"/>
          </ac:spMkLst>
        </pc:spChg>
        <pc:spChg chg="mod">
          <ac:chgData name="Hilton Sarius" userId="e41e4170-a0b5-4ce6-bed1-533b1cecee6e" providerId="ADAL" clId="{0AB84215-D5DE-4B51-994D-7B1DCB931E97}" dt="2026-03-25T22:48:43.001" v="7065" actId="14100"/>
          <ac:spMkLst>
            <pc:docMk/>
            <pc:sldMk cId="3456308615" sldId="394"/>
            <ac:spMk id="11" creationId="{51D4C1BE-16D8-6E1B-A90A-F9EF57F313EA}"/>
          </ac:spMkLst>
        </pc:spChg>
      </pc:sldChg>
      <pc:sldChg chg="addSp delSp modSp add del mod">
        <pc:chgData name="Hilton Sarius" userId="e41e4170-a0b5-4ce6-bed1-533b1cecee6e" providerId="ADAL" clId="{0AB84215-D5DE-4B51-994D-7B1DCB931E97}" dt="2026-03-25T22:43:30.383" v="7020" actId="47"/>
        <pc:sldMkLst>
          <pc:docMk/>
          <pc:sldMk cId="1253346096" sldId="395"/>
        </pc:sldMkLst>
      </pc:sldChg>
      <pc:sldChg chg="addSp delSp modSp add del mod modNotesTx">
        <pc:chgData name="Hilton Sarius" userId="e41e4170-a0b5-4ce6-bed1-533b1cecee6e" providerId="ADAL" clId="{0AB84215-D5DE-4B51-994D-7B1DCB931E97}" dt="2026-03-25T23:39:05.472" v="7307" actId="20577"/>
        <pc:sldMkLst>
          <pc:docMk/>
          <pc:sldMk cId="1915961970" sldId="395"/>
        </pc:sldMkLst>
        <pc:spChg chg="mod">
          <ac:chgData name="Hilton Sarius" userId="e41e4170-a0b5-4ce6-bed1-533b1cecee6e" providerId="ADAL" clId="{0AB84215-D5DE-4B51-994D-7B1DCB931E97}" dt="2026-03-25T23:39:05.472" v="7307" actId="20577"/>
          <ac:spMkLst>
            <pc:docMk/>
            <pc:sldMk cId="1915961970" sldId="395"/>
            <ac:spMk id="2" creationId="{BF33020B-A480-E13A-10B7-7D52D2EC218E}"/>
          </ac:spMkLst>
        </pc:spChg>
        <pc:spChg chg="del">
          <ac:chgData name="Hilton Sarius" userId="e41e4170-a0b5-4ce6-bed1-533b1cecee6e" providerId="ADAL" clId="{0AB84215-D5DE-4B51-994D-7B1DCB931E97}" dt="2026-03-25T22:50:19.226" v="7067" actId="478"/>
          <ac:spMkLst>
            <pc:docMk/>
            <pc:sldMk cId="1915961970" sldId="395"/>
            <ac:spMk id="6" creationId="{9AA14D33-6FDF-06B3-8285-02E0E647DCD7}"/>
          </ac:spMkLst>
        </pc:spChg>
        <pc:spChg chg="mod">
          <ac:chgData name="Hilton Sarius" userId="e41e4170-a0b5-4ce6-bed1-533b1cecee6e" providerId="ADAL" clId="{0AB84215-D5DE-4B51-994D-7B1DCB931E97}" dt="2026-03-25T22:51:10.857" v="7071" actId="6549"/>
          <ac:spMkLst>
            <pc:docMk/>
            <pc:sldMk cId="1915961970" sldId="395"/>
            <ac:spMk id="11" creationId="{9EE1BAB5-7642-7836-2CE7-BCFA3885970C}"/>
          </ac:spMkLst>
        </pc:spChg>
        <pc:picChg chg="add">
          <ac:chgData name="Hilton Sarius" userId="e41e4170-a0b5-4ce6-bed1-533b1cecee6e" providerId="ADAL" clId="{0AB84215-D5DE-4B51-994D-7B1DCB931E97}" dt="2026-03-25T22:50:19.528" v="7068" actId="22"/>
          <ac:picMkLst>
            <pc:docMk/>
            <pc:sldMk cId="1915961970" sldId="395"/>
            <ac:picMk id="4" creationId="{34655BD4-97E3-E0F4-2B30-CF6656E85A5A}"/>
          </ac:picMkLst>
        </pc:picChg>
      </pc:sldChg>
      <pc:sldChg chg="addSp delSp modSp add del mod">
        <pc:chgData name="Hilton Sarius" userId="e41e4170-a0b5-4ce6-bed1-533b1cecee6e" providerId="ADAL" clId="{0AB84215-D5DE-4B51-994D-7B1DCB931E97}" dt="2026-03-25T22:43:31.513" v="7021" actId="47"/>
        <pc:sldMkLst>
          <pc:docMk/>
          <pc:sldMk cId="3560632765" sldId="396"/>
        </pc:sldMkLst>
      </pc:sldChg>
      <pc:sldChg chg="addSp delSp modSp add mod modNotesTx">
        <pc:chgData name="Hilton Sarius" userId="e41e4170-a0b5-4ce6-bed1-533b1cecee6e" providerId="ADAL" clId="{0AB84215-D5DE-4B51-994D-7B1DCB931E97}" dt="2026-03-25T23:39:11.923" v="7310" actId="20577"/>
        <pc:sldMkLst>
          <pc:docMk/>
          <pc:sldMk cId="4132651199" sldId="396"/>
        </pc:sldMkLst>
        <pc:spChg chg="mod">
          <ac:chgData name="Hilton Sarius" userId="e41e4170-a0b5-4ce6-bed1-533b1cecee6e" providerId="ADAL" clId="{0AB84215-D5DE-4B51-994D-7B1DCB931E97}" dt="2026-03-25T23:39:11.923" v="7310" actId="20577"/>
          <ac:spMkLst>
            <pc:docMk/>
            <pc:sldMk cId="4132651199" sldId="396"/>
            <ac:spMk id="2" creationId="{26C9EC23-0407-8908-3861-27D9A7B7E5D1}"/>
          </ac:spMkLst>
        </pc:spChg>
        <pc:picChg chg="del">
          <ac:chgData name="Hilton Sarius" userId="e41e4170-a0b5-4ce6-bed1-533b1cecee6e" providerId="ADAL" clId="{0AB84215-D5DE-4B51-994D-7B1DCB931E97}" dt="2026-03-25T22:57:35.135" v="7075" actId="478"/>
          <ac:picMkLst>
            <pc:docMk/>
            <pc:sldMk cId="4132651199" sldId="396"/>
            <ac:picMk id="4" creationId="{9AA29AB5-ED62-D273-4BE3-B4A1ECE36CE1}"/>
          </ac:picMkLst>
        </pc:picChg>
        <pc:picChg chg="add mod">
          <ac:chgData name="Hilton Sarius" userId="e41e4170-a0b5-4ce6-bed1-533b1cecee6e" providerId="ADAL" clId="{0AB84215-D5DE-4B51-994D-7B1DCB931E97}" dt="2026-03-25T22:57:45.538" v="7104" actId="1037"/>
          <ac:picMkLst>
            <pc:docMk/>
            <pc:sldMk cId="4132651199" sldId="396"/>
            <ac:picMk id="6" creationId="{07CD45C0-3DDF-B097-C6FB-B7B67F675DAF}"/>
          </ac:picMkLst>
        </pc:picChg>
      </pc:sldChg>
      <pc:sldChg chg="addSp delSp modSp add del mod">
        <pc:chgData name="Hilton Sarius" userId="e41e4170-a0b5-4ce6-bed1-533b1cecee6e" providerId="ADAL" clId="{0AB84215-D5DE-4B51-994D-7B1DCB931E97}" dt="2026-03-25T22:43:32.318" v="7022" actId="47"/>
        <pc:sldMkLst>
          <pc:docMk/>
          <pc:sldMk cId="926283249" sldId="397"/>
        </pc:sldMkLst>
      </pc:sldChg>
      <pc:sldChg chg="addSp delSp modSp add mod modNotesTx">
        <pc:chgData name="Hilton Sarius" userId="e41e4170-a0b5-4ce6-bed1-533b1cecee6e" providerId="ADAL" clId="{0AB84215-D5DE-4B51-994D-7B1DCB931E97}" dt="2026-03-25T23:39:17.396" v="7313" actId="20577"/>
        <pc:sldMkLst>
          <pc:docMk/>
          <pc:sldMk cId="2782044960" sldId="397"/>
        </pc:sldMkLst>
        <pc:spChg chg="mod">
          <ac:chgData name="Hilton Sarius" userId="e41e4170-a0b5-4ce6-bed1-533b1cecee6e" providerId="ADAL" clId="{0AB84215-D5DE-4B51-994D-7B1DCB931E97}" dt="2026-03-25T23:39:17.396" v="7313" actId="20577"/>
          <ac:spMkLst>
            <pc:docMk/>
            <pc:sldMk cId="2782044960" sldId="397"/>
            <ac:spMk id="2" creationId="{FC084F8F-A6CF-6D04-6E70-EF4051939147}"/>
          </ac:spMkLst>
        </pc:spChg>
        <pc:spChg chg="del">
          <ac:chgData name="Hilton Sarius" userId="e41e4170-a0b5-4ce6-bed1-533b1cecee6e" providerId="ADAL" clId="{0AB84215-D5DE-4B51-994D-7B1DCB931E97}" dt="2026-03-25T23:32:40.608" v="7262" actId="478"/>
          <ac:spMkLst>
            <pc:docMk/>
            <pc:sldMk cId="2782044960" sldId="397"/>
            <ac:spMk id="11" creationId="{12656F5A-EAA5-0714-0009-2B72C38FD8C5}"/>
          </ac:spMkLst>
        </pc:spChg>
        <pc:picChg chg="add mod">
          <ac:chgData name="Hilton Sarius" userId="e41e4170-a0b5-4ce6-bed1-533b1cecee6e" providerId="ADAL" clId="{0AB84215-D5DE-4B51-994D-7B1DCB931E97}" dt="2026-03-25T23:32:43.230" v="7263" actId="14100"/>
          <ac:picMkLst>
            <pc:docMk/>
            <pc:sldMk cId="2782044960" sldId="397"/>
            <ac:picMk id="4" creationId="{EBC73111-F94A-559B-62C7-7042645919D8}"/>
          </ac:picMkLst>
        </pc:picChg>
        <pc:picChg chg="del">
          <ac:chgData name="Hilton Sarius" userId="e41e4170-a0b5-4ce6-bed1-533b1cecee6e" providerId="ADAL" clId="{0AB84215-D5DE-4B51-994D-7B1DCB931E97}" dt="2026-03-25T23:02:33.904" v="7106" actId="478"/>
          <ac:picMkLst>
            <pc:docMk/>
            <pc:sldMk cId="2782044960" sldId="397"/>
            <ac:picMk id="6" creationId="{7A62E2F6-5174-B55B-97C3-38A1870C283C}"/>
          </ac:picMkLst>
        </pc:picChg>
      </pc:sldChg>
      <pc:sldChg chg="addSp delSp modSp add mod modNotesTx">
        <pc:chgData name="Hilton Sarius" userId="e41e4170-a0b5-4ce6-bed1-533b1cecee6e" providerId="ADAL" clId="{0AB84215-D5DE-4B51-994D-7B1DCB931E97}" dt="2026-03-25T23:40:12.750" v="7334" actId="20577"/>
        <pc:sldMkLst>
          <pc:docMk/>
          <pc:sldMk cId="3746123719" sldId="398"/>
        </pc:sldMkLst>
        <pc:spChg chg="mod">
          <ac:chgData name="Hilton Sarius" userId="e41e4170-a0b5-4ce6-bed1-533b1cecee6e" providerId="ADAL" clId="{0AB84215-D5DE-4B51-994D-7B1DCB931E97}" dt="2026-03-25T23:40:12.750" v="7334" actId="20577"/>
          <ac:spMkLst>
            <pc:docMk/>
            <pc:sldMk cId="3746123719" sldId="398"/>
            <ac:spMk id="2" creationId="{CA7D4F39-F727-A81F-A2D3-F3EEEA946121}"/>
          </ac:spMkLst>
        </pc:spChg>
        <pc:spChg chg="del">
          <ac:chgData name="Hilton Sarius" userId="e41e4170-a0b5-4ce6-bed1-533b1cecee6e" providerId="ADAL" clId="{0AB84215-D5DE-4B51-994D-7B1DCB931E97}" dt="2026-03-25T23:32:33.344" v="7260" actId="478"/>
          <ac:spMkLst>
            <pc:docMk/>
            <pc:sldMk cId="3746123719" sldId="398"/>
            <ac:spMk id="11" creationId="{32856D39-EE17-BAFB-2FE0-D9AF9AE832B5}"/>
          </ac:spMkLst>
        </pc:spChg>
        <pc:picChg chg="del">
          <ac:chgData name="Hilton Sarius" userId="e41e4170-a0b5-4ce6-bed1-533b1cecee6e" providerId="ADAL" clId="{0AB84215-D5DE-4B51-994D-7B1DCB931E97}" dt="2026-03-25T23:05:38.276" v="7136" actId="478"/>
          <ac:picMkLst>
            <pc:docMk/>
            <pc:sldMk cId="3746123719" sldId="398"/>
            <ac:picMk id="4" creationId="{C8C8EB16-F6A4-3585-551B-137B457B2720}"/>
          </ac:picMkLst>
        </pc:picChg>
        <pc:picChg chg="add mod">
          <ac:chgData name="Hilton Sarius" userId="e41e4170-a0b5-4ce6-bed1-533b1cecee6e" providerId="ADAL" clId="{0AB84215-D5DE-4B51-994D-7B1DCB931E97}" dt="2026-03-25T23:32:36.824" v="7261" actId="14100"/>
          <ac:picMkLst>
            <pc:docMk/>
            <pc:sldMk cId="3746123719" sldId="398"/>
            <ac:picMk id="6" creationId="{08D98854-4D97-0297-6FBB-A463577A306D}"/>
          </ac:picMkLst>
        </pc:picChg>
      </pc:sldChg>
      <pc:sldChg chg="addSp delSp modSp add mod modNotesTx">
        <pc:chgData name="Hilton Sarius" userId="e41e4170-a0b5-4ce6-bed1-533b1cecee6e" providerId="ADAL" clId="{0AB84215-D5DE-4B51-994D-7B1DCB931E97}" dt="2026-03-25T23:40:17.073" v="7335" actId="20577"/>
        <pc:sldMkLst>
          <pc:docMk/>
          <pc:sldMk cId="428053685" sldId="399"/>
        </pc:sldMkLst>
        <pc:spChg chg="mod">
          <ac:chgData name="Hilton Sarius" userId="e41e4170-a0b5-4ce6-bed1-533b1cecee6e" providerId="ADAL" clId="{0AB84215-D5DE-4B51-994D-7B1DCB931E97}" dt="2026-03-25T23:40:17.073" v="7335" actId="20577"/>
          <ac:spMkLst>
            <pc:docMk/>
            <pc:sldMk cId="428053685" sldId="399"/>
            <ac:spMk id="2" creationId="{846460FD-1652-57FE-AE92-EAC4D6F7B7E0}"/>
          </ac:spMkLst>
        </pc:spChg>
        <pc:spChg chg="del">
          <ac:chgData name="Hilton Sarius" userId="e41e4170-a0b5-4ce6-bed1-533b1cecee6e" providerId="ADAL" clId="{0AB84215-D5DE-4B51-994D-7B1DCB931E97}" dt="2026-03-25T23:33:16.950" v="7266" actId="478"/>
          <ac:spMkLst>
            <pc:docMk/>
            <pc:sldMk cId="428053685" sldId="399"/>
            <ac:spMk id="11" creationId="{1B325333-4635-F760-4061-A98B9D00EF3C}"/>
          </ac:spMkLst>
        </pc:spChg>
        <pc:picChg chg="add mod">
          <ac:chgData name="Hilton Sarius" userId="e41e4170-a0b5-4ce6-bed1-533b1cecee6e" providerId="ADAL" clId="{0AB84215-D5DE-4B51-994D-7B1DCB931E97}" dt="2026-03-25T23:33:20.852" v="7267" actId="14100"/>
          <ac:picMkLst>
            <pc:docMk/>
            <pc:sldMk cId="428053685" sldId="399"/>
            <ac:picMk id="4" creationId="{F55BF0DD-E3AB-04B1-2776-B966B2D6FEB6}"/>
          </ac:picMkLst>
        </pc:picChg>
        <pc:picChg chg="del">
          <ac:chgData name="Hilton Sarius" userId="e41e4170-a0b5-4ce6-bed1-533b1cecee6e" providerId="ADAL" clId="{0AB84215-D5DE-4B51-994D-7B1DCB931E97}" dt="2026-03-25T23:07:29.241" v="7145" actId="478"/>
          <ac:picMkLst>
            <pc:docMk/>
            <pc:sldMk cId="428053685" sldId="399"/>
            <ac:picMk id="6" creationId="{204C48D8-7AF7-9724-EFF1-2239D0A0BD45}"/>
          </ac:picMkLst>
        </pc:picChg>
      </pc:sldChg>
      <pc:sldChg chg="addSp modSp add del mod ord">
        <pc:chgData name="Hilton Sarius" userId="e41e4170-a0b5-4ce6-bed1-533b1cecee6e" providerId="ADAL" clId="{0AB84215-D5DE-4B51-994D-7B1DCB931E97}" dt="2026-03-25T22:43:32.935" v="7024" actId="47"/>
        <pc:sldMkLst>
          <pc:docMk/>
          <pc:sldMk cId="3823692445" sldId="399"/>
        </pc:sldMkLst>
      </pc:sldChg>
      <pc:sldChg chg="addSp delSp modSp add mod modNotesTx">
        <pc:chgData name="Hilton Sarius" userId="e41e4170-a0b5-4ce6-bed1-533b1cecee6e" providerId="ADAL" clId="{0AB84215-D5DE-4B51-994D-7B1DCB931E97}" dt="2026-03-25T23:40:22.173" v="7337" actId="20577"/>
        <pc:sldMkLst>
          <pc:docMk/>
          <pc:sldMk cId="1137738125" sldId="400"/>
        </pc:sldMkLst>
        <pc:spChg chg="mod">
          <ac:chgData name="Hilton Sarius" userId="e41e4170-a0b5-4ce6-bed1-533b1cecee6e" providerId="ADAL" clId="{0AB84215-D5DE-4B51-994D-7B1DCB931E97}" dt="2026-03-25T23:40:22.173" v="7337" actId="20577"/>
          <ac:spMkLst>
            <pc:docMk/>
            <pc:sldMk cId="1137738125" sldId="400"/>
            <ac:spMk id="2" creationId="{AA3AED11-86B0-26E5-7235-D79FCC8F6F13}"/>
          </ac:spMkLst>
        </pc:spChg>
        <pc:spChg chg="del">
          <ac:chgData name="Hilton Sarius" userId="e41e4170-a0b5-4ce6-bed1-533b1cecee6e" providerId="ADAL" clId="{0AB84215-D5DE-4B51-994D-7B1DCB931E97}" dt="2026-03-25T23:35:22.583" v="7272" actId="478"/>
          <ac:spMkLst>
            <pc:docMk/>
            <pc:sldMk cId="1137738125" sldId="400"/>
            <ac:spMk id="11" creationId="{FC2F3C4C-6A0D-D7D4-7E19-AAA855A1FD6B}"/>
          </ac:spMkLst>
        </pc:spChg>
        <pc:picChg chg="del">
          <ac:chgData name="Hilton Sarius" userId="e41e4170-a0b5-4ce6-bed1-533b1cecee6e" providerId="ADAL" clId="{0AB84215-D5DE-4B51-994D-7B1DCB931E97}" dt="2026-03-25T23:12:59.558" v="7157" actId="478"/>
          <ac:picMkLst>
            <pc:docMk/>
            <pc:sldMk cId="1137738125" sldId="400"/>
            <ac:picMk id="4" creationId="{BAB13F43-F4DC-A117-9AB0-BEDF6887D49C}"/>
          </ac:picMkLst>
        </pc:picChg>
        <pc:picChg chg="add mod">
          <ac:chgData name="Hilton Sarius" userId="e41e4170-a0b5-4ce6-bed1-533b1cecee6e" providerId="ADAL" clId="{0AB84215-D5DE-4B51-994D-7B1DCB931E97}" dt="2026-03-25T23:35:24.988" v="7273" actId="14100"/>
          <ac:picMkLst>
            <pc:docMk/>
            <pc:sldMk cId="1137738125" sldId="400"/>
            <ac:picMk id="6" creationId="{33D0F098-0D9C-C397-4898-916AFA16D889}"/>
          </ac:picMkLst>
        </pc:picChg>
      </pc:sldChg>
      <pc:sldChg chg="addSp delSp modSp add del mod ord">
        <pc:chgData name="Hilton Sarius" userId="e41e4170-a0b5-4ce6-bed1-533b1cecee6e" providerId="ADAL" clId="{0AB84215-D5DE-4B51-994D-7B1DCB931E97}" dt="2026-03-25T22:43:32.663" v="7023" actId="47"/>
        <pc:sldMkLst>
          <pc:docMk/>
          <pc:sldMk cId="1316668822" sldId="400"/>
        </pc:sldMkLst>
      </pc:sldChg>
      <pc:sldChg chg="addSp delSp modSp add mod modNotesTx">
        <pc:chgData name="Hilton Sarius" userId="e41e4170-a0b5-4ce6-bed1-533b1cecee6e" providerId="ADAL" clId="{0AB84215-D5DE-4B51-994D-7B1DCB931E97}" dt="2026-03-25T23:40:26.559" v="7338" actId="20577"/>
        <pc:sldMkLst>
          <pc:docMk/>
          <pc:sldMk cId="2199442156" sldId="401"/>
        </pc:sldMkLst>
        <pc:spChg chg="mod">
          <ac:chgData name="Hilton Sarius" userId="e41e4170-a0b5-4ce6-bed1-533b1cecee6e" providerId="ADAL" clId="{0AB84215-D5DE-4B51-994D-7B1DCB931E97}" dt="2026-03-25T23:40:26.559" v="7338" actId="20577"/>
          <ac:spMkLst>
            <pc:docMk/>
            <pc:sldMk cId="2199442156" sldId="401"/>
            <ac:spMk id="2" creationId="{54999781-DEB9-6994-85A5-FB4B1F625740}"/>
          </ac:spMkLst>
        </pc:spChg>
        <pc:spChg chg="del">
          <ac:chgData name="Hilton Sarius" userId="e41e4170-a0b5-4ce6-bed1-533b1cecee6e" providerId="ADAL" clId="{0AB84215-D5DE-4B51-994D-7B1DCB931E97}" dt="2026-03-25T23:35:41.558" v="7274" actId="478"/>
          <ac:spMkLst>
            <pc:docMk/>
            <pc:sldMk cId="2199442156" sldId="401"/>
            <ac:spMk id="11" creationId="{9F8ECA46-46C6-B024-9D69-1D50E60BC850}"/>
          </ac:spMkLst>
        </pc:spChg>
        <pc:picChg chg="add mod">
          <ac:chgData name="Hilton Sarius" userId="e41e4170-a0b5-4ce6-bed1-533b1cecee6e" providerId="ADAL" clId="{0AB84215-D5DE-4B51-994D-7B1DCB931E97}" dt="2026-03-25T23:35:44.212" v="7275" actId="14100"/>
          <ac:picMkLst>
            <pc:docMk/>
            <pc:sldMk cId="2199442156" sldId="401"/>
            <ac:picMk id="4" creationId="{6B2FD773-3FB8-E473-1831-A6C9D5040BD3}"/>
          </ac:picMkLst>
        </pc:picChg>
        <pc:picChg chg="del">
          <ac:chgData name="Hilton Sarius" userId="e41e4170-a0b5-4ce6-bed1-533b1cecee6e" providerId="ADAL" clId="{0AB84215-D5DE-4B51-994D-7B1DCB931E97}" dt="2026-03-25T23:16:09.700" v="7161" actId="478"/>
          <ac:picMkLst>
            <pc:docMk/>
            <pc:sldMk cId="2199442156" sldId="401"/>
            <ac:picMk id="6" creationId="{4405BFC4-EE51-1BE2-0BED-46ABE725D8D8}"/>
          </ac:picMkLst>
        </pc:picChg>
      </pc:sldChg>
      <pc:sldChg chg="addSp delSp modSp add del mod ord">
        <pc:chgData name="Hilton Sarius" userId="e41e4170-a0b5-4ce6-bed1-533b1cecee6e" providerId="ADAL" clId="{0AB84215-D5DE-4B51-994D-7B1DCB931E97}" dt="2026-03-25T22:43:34.462" v="7031" actId="47"/>
        <pc:sldMkLst>
          <pc:docMk/>
          <pc:sldMk cId="3769935363" sldId="401"/>
        </pc:sldMkLst>
      </pc:sldChg>
      <pc:sldChg chg="addSp delSp modSp add del mod">
        <pc:chgData name="Hilton Sarius" userId="e41e4170-a0b5-4ce6-bed1-533b1cecee6e" providerId="ADAL" clId="{0AB84215-D5DE-4B51-994D-7B1DCB931E97}" dt="2026-03-25T22:43:34.716" v="7032" actId="47"/>
        <pc:sldMkLst>
          <pc:docMk/>
          <pc:sldMk cId="1134469736" sldId="402"/>
        </pc:sldMkLst>
      </pc:sldChg>
      <pc:sldChg chg="addSp delSp modSp add mod modNotesTx">
        <pc:chgData name="Hilton Sarius" userId="e41e4170-a0b5-4ce6-bed1-533b1cecee6e" providerId="ADAL" clId="{0AB84215-D5DE-4B51-994D-7B1DCB931E97}" dt="2026-03-25T23:40:30.721" v="7339" actId="20577"/>
        <pc:sldMkLst>
          <pc:docMk/>
          <pc:sldMk cId="2000627896" sldId="402"/>
        </pc:sldMkLst>
        <pc:spChg chg="mod">
          <ac:chgData name="Hilton Sarius" userId="e41e4170-a0b5-4ce6-bed1-533b1cecee6e" providerId="ADAL" clId="{0AB84215-D5DE-4B51-994D-7B1DCB931E97}" dt="2026-03-25T23:40:30.721" v="7339" actId="20577"/>
          <ac:spMkLst>
            <pc:docMk/>
            <pc:sldMk cId="2000627896" sldId="402"/>
            <ac:spMk id="2" creationId="{D3EC6370-BDEC-8610-C92A-47169B988758}"/>
          </ac:spMkLst>
        </pc:spChg>
        <pc:spChg chg="add mod ord">
          <ac:chgData name="Hilton Sarius" userId="e41e4170-a0b5-4ce6-bed1-533b1cecee6e" providerId="ADAL" clId="{0AB84215-D5DE-4B51-994D-7B1DCB931E97}" dt="2026-03-25T23:39:53.247" v="7330" actId="167"/>
          <ac:spMkLst>
            <pc:docMk/>
            <pc:sldMk cId="2000627896" sldId="402"/>
            <ac:spMk id="6" creationId="{8A87178C-5940-61B1-19F5-8DEC9597039E}"/>
          </ac:spMkLst>
        </pc:spChg>
        <pc:spChg chg="mod">
          <ac:chgData name="Hilton Sarius" userId="e41e4170-a0b5-4ce6-bed1-533b1cecee6e" providerId="ADAL" clId="{0AB84215-D5DE-4B51-994D-7B1DCB931E97}" dt="2026-03-25T23:20:20.143" v="7195" actId="113"/>
          <ac:spMkLst>
            <pc:docMk/>
            <pc:sldMk cId="2000627896" sldId="402"/>
            <ac:spMk id="11" creationId="{CAE761B2-B446-96C2-D4D6-6946E26D01F3}"/>
          </ac:spMkLst>
        </pc:spChg>
        <pc:picChg chg="del">
          <ac:chgData name="Hilton Sarius" userId="e41e4170-a0b5-4ce6-bed1-533b1cecee6e" providerId="ADAL" clId="{0AB84215-D5DE-4B51-994D-7B1DCB931E97}" dt="2026-03-25T23:17:12.142" v="7168" actId="478"/>
          <ac:picMkLst>
            <pc:docMk/>
            <pc:sldMk cId="2000627896" sldId="402"/>
            <ac:picMk id="4" creationId="{399B4FD7-F56E-31E0-3E38-00B35D35C3B0}"/>
          </ac:picMkLst>
        </pc:picChg>
      </pc:sldChg>
      <pc:sldChg chg="addSp delSp add del mod ord">
        <pc:chgData name="Hilton Sarius" userId="e41e4170-a0b5-4ce6-bed1-533b1cecee6e" providerId="ADAL" clId="{0AB84215-D5DE-4B51-994D-7B1DCB931E97}" dt="2026-03-25T22:43:34.157" v="7030" actId="47"/>
        <pc:sldMkLst>
          <pc:docMk/>
          <pc:sldMk cId="1124517856" sldId="403"/>
        </pc:sldMkLst>
      </pc:sldChg>
      <pc:sldChg chg="addSp delSp modSp add del mod">
        <pc:chgData name="Hilton Sarius" userId="e41e4170-a0b5-4ce6-bed1-533b1cecee6e" providerId="ADAL" clId="{0AB84215-D5DE-4B51-994D-7B1DCB931E97}" dt="2026-03-25T22:43:33.164" v="7025" actId="47"/>
        <pc:sldMkLst>
          <pc:docMk/>
          <pc:sldMk cId="4219573123" sldId="404"/>
        </pc:sldMkLst>
      </pc:sldChg>
      <pc:sldChg chg="addSp delSp modSp add del mod">
        <pc:chgData name="Hilton Sarius" userId="e41e4170-a0b5-4ce6-bed1-533b1cecee6e" providerId="ADAL" clId="{0AB84215-D5DE-4B51-994D-7B1DCB931E97}" dt="2026-03-25T22:43:33.351" v="7026" actId="47"/>
        <pc:sldMkLst>
          <pc:docMk/>
          <pc:sldMk cId="2676855922" sldId="405"/>
        </pc:sldMkLst>
      </pc:sldChg>
      <pc:sldChg chg="addSp delSp modSp add del mod">
        <pc:chgData name="Hilton Sarius" userId="e41e4170-a0b5-4ce6-bed1-533b1cecee6e" providerId="ADAL" clId="{0AB84215-D5DE-4B51-994D-7B1DCB931E97}" dt="2026-03-25T22:43:33.696" v="7027" actId="47"/>
        <pc:sldMkLst>
          <pc:docMk/>
          <pc:sldMk cId="1310863972" sldId="406"/>
        </pc:sldMkLst>
      </pc:sldChg>
      <pc:sldChg chg="addSp delSp modSp add del mod ord">
        <pc:chgData name="Hilton Sarius" userId="e41e4170-a0b5-4ce6-bed1-533b1cecee6e" providerId="ADAL" clId="{0AB84215-D5DE-4B51-994D-7B1DCB931E97}" dt="2026-03-25T22:43:34.932" v="7033" actId="47"/>
        <pc:sldMkLst>
          <pc:docMk/>
          <pc:sldMk cId="846060518" sldId="407"/>
        </pc:sldMkLst>
      </pc:sldChg>
      <pc:sldChg chg="addSp delSp modSp add del mod">
        <pc:chgData name="Hilton Sarius" userId="e41e4170-a0b5-4ce6-bed1-533b1cecee6e" providerId="ADAL" clId="{0AB84215-D5DE-4B51-994D-7B1DCB931E97}" dt="2026-03-25T22:43:33.919" v="7028" actId="47"/>
        <pc:sldMkLst>
          <pc:docMk/>
          <pc:sldMk cId="3858465134" sldId="408"/>
        </pc:sldMkLst>
      </pc:sldChg>
      <pc:sldChg chg="addSp delSp modSp add del mod">
        <pc:chgData name="Hilton Sarius" userId="e41e4170-a0b5-4ce6-bed1-533b1cecee6e" providerId="ADAL" clId="{0AB84215-D5DE-4B51-994D-7B1DCB931E97}" dt="2026-03-25T22:43:33.972" v="7029" actId="47"/>
        <pc:sldMkLst>
          <pc:docMk/>
          <pc:sldMk cId="196339850" sldId="409"/>
        </pc:sldMkLst>
      </pc:sldChg>
      <pc:sldChg chg="addSp delSp modSp add del mod ord">
        <pc:chgData name="Hilton Sarius" userId="e41e4170-a0b5-4ce6-bed1-533b1cecee6e" providerId="ADAL" clId="{0AB84215-D5DE-4B51-994D-7B1DCB931E97}" dt="2026-03-25T22:43:36.757" v="7036" actId="47"/>
        <pc:sldMkLst>
          <pc:docMk/>
          <pc:sldMk cId="4189825329" sldId="410"/>
        </pc:sldMkLst>
      </pc:sldChg>
      <pc:sldChg chg="addSp delSp modSp add del mod">
        <pc:chgData name="Hilton Sarius" userId="e41e4170-a0b5-4ce6-bed1-533b1cecee6e" providerId="ADAL" clId="{0AB84215-D5DE-4B51-994D-7B1DCB931E97}" dt="2026-03-25T22:43:36.552" v="7035" actId="47"/>
        <pc:sldMkLst>
          <pc:docMk/>
          <pc:sldMk cId="24733925" sldId="411"/>
        </pc:sldMkLst>
      </pc:sldChg>
      <pc:sldChg chg="addSp delSp add del mod">
        <pc:chgData name="Hilton Sarius" userId="e41e4170-a0b5-4ce6-bed1-533b1cecee6e" providerId="ADAL" clId="{0AB84215-D5DE-4B51-994D-7B1DCB931E97}" dt="2026-03-25T22:43:37.141" v="7038" actId="47"/>
        <pc:sldMkLst>
          <pc:docMk/>
          <pc:sldMk cId="4222011734" sldId="412"/>
        </pc:sldMkLst>
      </pc:sldChg>
      <pc:sldChg chg="addSp delSp modSp add del mod">
        <pc:chgData name="Hilton Sarius" userId="e41e4170-a0b5-4ce6-bed1-533b1cecee6e" providerId="ADAL" clId="{0AB84215-D5DE-4B51-994D-7B1DCB931E97}" dt="2026-03-25T22:43:37.316" v="7039" actId="47"/>
        <pc:sldMkLst>
          <pc:docMk/>
          <pc:sldMk cId="793898494" sldId="413"/>
        </pc:sldMkLst>
      </pc:sldChg>
      <pc:sldChg chg="addSp delSp modSp add del mod">
        <pc:chgData name="Hilton Sarius" userId="e41e4170-a0b5-4ce6-bed1-533b1cecee6e" providerId="ADAL" clId="{0AB84215-D5DE-4B51-994D-7B1DCB931E97}" dt="2026-03-25T22:43:37.497" v="7040" actId="47"/>
        <pc:sldMkLst>
          <pc:docMk/>
          <pc:sldMk cId="380437744" sldId="414"/>
        </pc:sldMkLst>
      </pc:sldChg>
      <pc:sldChg chg="addSp delSp modSp add del mod">
        <pc:chgData name="Hilton Sarius" userId="e41e4170-a0b5-4ce6-bed1-533b1cecee6e" providerId="ADAL" clId="{0AB84215-D5DE-4B51-994D-7B1DCB931E97}" dt="2026-03-25T22:43:37.685" v="7041" actId="47"/>
        <pc:sldMkLst>
          <pc:docMk/>
          <pc:sldMk cId="3340844158" sldId="415"/>
        </pc:sldMkLst>
      </pc:sldChg>
      <pc:sldChg chg="addSp delSp modSp add del mod modNotesTx">
        <pc:chgData name="Hilton Sarius" userId="e41e4170-a0b5-4ce6-bed1-533b1cecee6e" providerId="ADAL" clId="{0AB84215-D5DE-4B51-994D-7B1DCB931E97}" dt="2026-03-25T22:43:37.872" v="7042" actId="47"/>
        <pc:sldMkLst>
          <pc:docMk/>
          <pc:sldMk cId="231382474" sldId="416"/>
        </pc:sldMkLst>
      </pc:sldChg>
      <pc:sldChg chg="add del ord">
        <pc:chgData name="Hilton Sarius" userId="e41e4170-a0b5-4ce6-bed1-533b1cecee6e" providerId="ADAL" clId="{0AB84215-D5DE-4B51-994D-7B1DCB931E97}" dt="2026-03-25T22:43:36.917" v="7037" actId="47"/>
        <pc:sldMkLst>
          <pc:docMk/>
          <pc:sldMk cId="868546883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2A8EA-0068-4978-B921-E69E98BAEE5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B0600-2A5F-422A-8015-714B8338F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2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AC05-B13A-2E5E-69F7-C0B83F78F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BF1B6-6A5A-0916-728A-A98FD4EA9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0C0D9-6B0D-1BD7-E785-39BD31202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3C5B8-2F30-74CB-8FB0-393F63A1B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89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B0FB-338F-EC40-D4B0-DA5E0A87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2197D-94EC-6072-9EBA-D56225DB4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4678F-1B0F-E50D-F910-4BFE3D09D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Labor market impacts of AI: A new measure and early evidence</a:t>
            </a:r>
            <a:endParaRPr lang="en-US" dirty="0"/>
          </a:p>
          <a:p>
            <a:r>
              <a:rPr lang="en-US" dirty="0"/>
              <a:t>This slide summarizes the </a:t>
            </a:r>
            <a:r>
              <a:rPr lang="en-US" b="1" dirty="0"/>
              <a:t>key findings of the study on AI and labor market impacts</a:t>
            </a:r>
            <a:endParaRPr lang="en-US" dirty="0"/>
          </a:p>
          <a:p>
            <a:r>
              <a:rPr lang="en-US" dirty="0"/>
              <a:t>Starting with the </a:t>
            </a:r>
            <a:r>
              <a:rPr lang="en-US" b="1" dirty="0"/>
              <a:t>left chart</a:t>
            </a:r>
            <a:r>
              <a:rPr lang="en-US" dirty="0"/>
              <a:t>, we see a clear gap between:</a:t>
            </a:r>
          </a:p>
          <a:p>
            <a:pPr lvl="1"/>
            <a:r>
              <a:rPr lang="en-US" b="1" dirty="0"/>
              <a:t>Theoretical AI capability (blue)</a:t>
            </a:r>
            <a:endParaRPr lang="en-US" dirty="0"/>
          </a:p>
          <a:p>
            <a:pPr lvl="1"/>
            <a:r>
              <a:rPr lang="en-US" b="1" dirty="0"/>
              <a:t>Actual AI usage (red)</a:t>
            </a:r>
            <a:endParaRPr lang="en-US" dirty="0"/>
          </a:p>
          <a:p>
            <a:r>
              <a:rPr lang="en-US" dirty="0"/>
              <a:t>This shows that while AI </a:t>
            </a:r>
            <a:r>
              <a:rPr lang="en-US" i="1" dirty="0"/>
              <a:t>can</a:t>
            </a:r>
            <a:r>
              <a:rPr lang="en-US" dirty="0"/>
              <a:t> perform many tasks, it is </a:t>
            </a:r>
            <a:r>
              <a:rPr lang="en-US" b="1" dirty="0"/>
              <a:t>not yet widely adopted in practice</a:t>
            </a:r>
            <a:endParaRPr lang="en-US" dirty="0"/>
          </a:p>
          <a:p>
            <a:r>
              <a:rPr lang="en-US" dirty="0"/>
              <a:t>In the </a:t>
            </a:r>
            <a:r>
              <a:rPr lang="en-US" b="1" dirty="0"/>
              <a:t>middle chart</a:t>
            </a:r>
            <a:r>
              <a:rPr lang="en-US" dirty="0"/>
              <a:t>, there is a </a:t>
            </a:r>
            <a:r>
              <a:rPr lang="en-US" b="1" dirty="0"/>
              <a:t>negative relationship between AI exposure and job growth</a:t>
            </a:r>
            <a:endParaRPr lang="en-US" dirty="0"/>
          </a:p>
          <a:p>
            <a:r>
              <a:rPr lang="en-US" dirty="0"/>
              <a:t>Occupations with higher AI exposure, like software development and accounting, are projected to </a:t>
            </a:r>
            <a:r>
              <a:rPr lang="en-US" b="1" dirty="0"/>
              <a:t>grow more slowly</a:t>
            </a:r>
            <a:endParaRPr lang="en-US" dirty="0"/>
          </a:p>
          <a:p>
            <a:r>
              <a:rPr lang="en-US" dirty="0"/>
              <a:t>While lower-exposure roles may see </a:t>
            </a:r>
            <a:r>
              <a:rPr lang="en-US" b="1" dirty="0"/>
              <a:t>more stable or even positive growth</a:t>
            </a:r>
            <a:endParaRPr lang="en-US" dirty="0"/>
          </a:p>
          <a:p>
            <a:r>
              <a:rPr lang="en-US" dirty="0"/>
              <a:t>On the </a:t>
            </a:r>
            <a:r>
              <a:rPr lang="en-US" b="1" dirty="0"/>
              <a:t>right side</a:t>
            </a:r>
            <a:r>
              <a:rPr lang="en-US" dirty="0"/>
              <a:t>, we examine </a:t>
            </a:r>
            <a:r>
              <a:rPr lang="en-US" b="1" dirty="0"/>
              <a:t>unemployment trends over time</a:t>
            </a:r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clear increase in unemployment</a:t>
            </a:r>
            <a:r>
              <a:rPr lang="en-US" dirty="0"/>
              <a:t> in highly exposed jobs</a:t>
            </a:r>
          </a:p>
          <a:p>
            <a:r>
              <a:rPr lang="en-US" dirty="0"/>
              <a:t>However, there are </a:t>
            </a:r>
            <a:r>
              <a:rPr lang="en-US" b="1" dirty="0"/>
              <a:t>early signs of reduced hiring</a:t>
            </a:r>
            <a:r>
              <a:rPr lang="en-US" dirty="0"/>
              <a:t>, especially among younger workers</a:t>
            </a:r>
          </a:p>
          <a:p>
            <a:r>
              <a:rPr lang="en-US" dirty="0"/>
              <a:t>👉 </a:t>
            </a:r>
            <a:r>
              <a:rPr lang="en-US" b="1" dirty="0"/>
              <a:t>Overall takeaway:</a:t>
            </a:r>
            <a:br>
              <a:rPr lang="en-US" dirty="0"/>
            </a:br>
            <a:r>
              <a:rPr lang="en-US" dirty="0"/>
              <a:t>AI is </a:t>
            </a:r>
            <a:r>
              <a:rPr lang="en-US" b="1" dirty="0"/>
              <a:t>not causing widespread job loss yet</a:t>
            </a:r>
            <a:r>
              <a:rPr lang="en-US" dirty="0"/>
              <a:t>, but it is already influencing </a:t>
            </a:r>
            <a:r>
              <a:rPr lang="en-US" b="1" dirty="0"/>
              <a:t>job growth patterns and hiring trends</a:t>
            </a:r>
            <a:r>
              <a:rPr lang="en-US" dirty="0"/>
              <a:t>, with a significant gap between potential and actual use.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9064B-E27C-33F0-3672-38376B2A4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0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57B8-EF85-0EFF-E99A-2FC145A8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E47E1-1AB7-8BB6-EA01-F7DDEB646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F2372-FEE9-500C-B11F-AA8A5E620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4C51E-31E6-8A53-060A-80BDCA13B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37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F54C-5890-CB59-2CC4-2A5095F2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7B480-8C89-DC2F-B8BE-B0AF38EF1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A35E7-C295-D4F1-DBBE-31E8DEE26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3BA95-4D1F-08FC-BD94-9542CA642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90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97E27-6057-0831-DF1D-B833C770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1CC09-18AB-0A3B-569E-26DB942C3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B7E20-2D03-55DB-7767-C6BFE71F3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Measuring Exposure</a:t>
            </a:r>
          </a:p>
          <a:p>
            <a:r>
              <a:rPr lang="en-US" dirty="0"/>
              <a:t>This study measures AI exposure by combining </a:t>
            </a:r>
            <a:r>
              <a:rPr lang="en-US" b="1" dirty="0"/>
              <a:t>three key data sources</a:t>
            </a:r>
            <a:endParaRPr lang="en-US" dirty="0"/>
          </a:p>
          <a:p>
            <a:r>
              <a:rPr lang="en-US" dirty="0"/>
              <a:t>First, the </a:t>
            </a:r>
            <a:r>
              <a:rPr lang="en-US" b="1" dirty="0"/>
              <a:t>O*NET database</a:t>
            </a:r>
            <a:r>
              <a:rPr lang="en-US" dirty="0"/>
              <a:t>, which lists tasks across ~800 occupations</a:t>
            </a:r>
          </a:p>
          <a:p>
            <a:r>
              <a:rPr lang="en-US" dirty="0"/>
              <a:t>Second, </a:t>
            </a:r>
            <a:r>
              <a:rPr lang="en-US" b="1" dirty="0"/>
              <a:t>real-world AI usage data</a:t>
            </a:r>
            <a:r>
              <a:rPr lang="en-US" dirty="0"/>
              <a:t> from the Anthropic Economic Index</a:t>
            </a:r>
          </a:p>
          <a:p>
            <a:r>
              <a:rPr lang="en-US" dirty="0"/>
              <a:t>Third, </a:t>
            </a:r>
            <a:r>
              <a:rPr lang="en-US" b="1" dirty="0"/>
              <a:t>theoretical exposure scores</a:t>
            </a:r>
            <a:r>
              <a:rPr lang="en-US" dirty="0"/>
              <a:t> from Eloundou et al. (2023)</a:t>
            </a:r>
          </a:p>
          <a:p>
            <a:r>
              <a:rPr lang="en-US" dirty="0"/>
              <a:t>Eloundou’s model scores tasks based on how much AI can improve speed:</a:t>
            </a:r>
          </a:p>
          <a:p>
            <a:pPr lvl="1"/>
            <a:r>
              <a:rPr lang="en-US" b="1" dirty="0"/>
              <a:t>1</a:t>
            </a:r>
            <a:r>
              <a:rPr lang="en-US" dirty="0"/>
              <a:t> = AI alone can double task speed</a:t>
            </a:r>
          </a:p>
          <a:p>
            <a:pPr lvl="1"/>
            <a:r>
              <a:rPr lang="en-US" b="1" dirty="0"/>
              <a:t>0.5</a:t>
            </a:r>
            <a:r>
              <a:rPr lang="en-US" dirty="0"/>
              <a:t> = AI needs additional tools</a:t>
            </a:r>
          </a:p>
          <a:p>
            <a:pPr lvl="1"/>
            <a:r>
              <a:rPr lang="en-US" b="1" dirty="0"/>
              <a:t>0</a:t>
            </a:r>
            <a:r>
              <a:rPr lang="en-US" dirty="0"/>
              <a:t> = no meaningful impact</a:t>
            </a:r>
          </a:p>
          <a:p>
            <a:r>
              <a:rPr lang="en-US" dirty="0"/>
              <a:t>However, </a:t>
            </a:r>
            <a:r>
              <a:rPr lang="en-US" b="1" dirty="0"/>
              <a:t>actual AI use is lower than theoretical potential</a:t>
            </a:r>
            <a:endParaRPr lang="en-US" dirty="0"/>
          </a:p>
          <a:p>
            <a:r>
              <a:rPr lang="en-US" dirty="0"/>
              <a:t>This gap exists due to:</a:t>
            </a:r>
          </a:p>
          <a:p>
            <a:pPr lvl="1"/>
            <a:r>
              <a:rPr lang="en-US" dirty="0"/>
              <a:t>Legal restrictions</a:t>
            </a:r>
          </a:p>
          <a:p>
            <a:pPr lvl="1"/>
            <a:r>
              <a:rPr lang="en-US" dirty="0"/>
              <a:t>Technical limitations</a:t>
            </a:r>
          </a:p>
          <a:p>
            <a:pPr lvl="1"/>
            <a:r>
              <a:rPr lang="en-US" dirty="0"/>
              <a:t>Need for human verification</a:t>
            </a:r>
          </a:p>
          <a:p>
            <a:r>
              <a:rPr lang="en-US" dirty="0"/>
              <a:t>Despite this, there is a </a:t>
            </a:r>
            <a:r>
              <a:rPr lang="en-US" b="1" dirty="0"/>
              <a:t>strong correlation</a:t>
            </a:r>
            <a:r>
              <a:rPr lang="en-US" dirty="0"/>
              <a:t> between theory and practice</a:t>
            </a:r>
          </a:p>
          <a:p>
            <a:r>
              <a:rPr lang="en-US" dirty="0"/>
              <a:t>In fact, </a:t>
            </a:r>
            <a:r>
              <a:rPr lang="en-US" b="1" dirty="0"/>
              <a:t>97% of observed AI tasks are considered feasible</a:t>
            </a:r>
            <a:r>
              <a:rPr lang="en-US" dirty="0"/>
              <a:t> by the model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r>
              <a:rPr lang="en-US" dirty="0"/>
              <a:t> The framework bridges the gap between what AI </a:t>
            </a:r>
            <a:r>
              <a:rPr lang="en-US" i="1" dirty="0"/>
              <a:t>can do</a:t>
            </a:r>
            <a:r>
              <a:rPr lang="en-US" dirty="0"/>
              <a:t> and what it </a:t>
            </a:r>
            <a:r>
              <a:rPr lang="en-US" i="1" dirty="0"/>
              <a:t>is actually doing</a:t>
            </a:r>
            <a:r>
              <a:rPr lang="en-US" dirty="0"/>
              <a:t> in the workplace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85EA9-DEAB-B6F1-49CE-7F8DB7EA0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75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B09D-8CAB-6E2E-DF3C-63693B90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B7A65-088B-30C7-243D-F5627A02C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5D2CA-5CB4-25A1-0F2C-566E757C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Share of Claude usage by Eloundou et al. exposure rating</a:t>
            </a:r>
          </a:p>
          <a:p>
            <a:r>
              <a:rPr lang="en-US" dirty="0"/>
              <a:t>This diagram compares </a:t>
            </a:r>
            <a:r>
              <a:rPr lang="en-US" b="1" dirty="0"/>
              <a:t>theoretical AI capability (blue)</a:t>
            </a:r>
            <a:r>
              <a:rPr lang="en-US" dirty="0"/>
              <a:t> with </a:t>
            </a:r>
            <a:r>
              <a:rPr lang="en-US" b="1" dirty="0"/>
              <a:t>actual observed usage (red)</a:t>
            </a:r>
            <a:r>
              <a:rPr lang="en-US" dirty="0"/>
              <a:t> across different job categories</a:t>
            </a:r>
          </a:p>
          <a:p>
            <a:r>
              <a:rPr lang="en-US" dirty="0"/>
              <a:t>The most important takeaway is the </a:t>
            </a:r>
            <a:r>
              <a:rPr lang="en-US" b="1" dirty="0"/>
              <a:t>large gap between what AI </a:t>
            </a:r>
            <a:r>
              <a:rPr lang="en-US" b="1" i="1" dirty="0"/>
              <a:t>can do</a:t>
            </a:r>
            <a:r>
              <a:rPr lang="en-US" b="1" dirty="0"/>
              <a:t> and what it is </a:t>
            </a:r>
            <a:r>
              <a:rPr lang="en-US" b="1" i="1" dirty="0"/>
              <a:t>currently doing</a:t>
            </a:r>
            <a:endParaRPr lang="en-US" dirty="0"/>
          </a:p>
          <a:p>
            <a:r>
              <a:rPr lang="en-US" dirty="0"/>
              <a:t>Many occupations—especially </a:t>
            </a:r>
            <a:r>
              <a:rPr lang="en-US" b="1" dirty="0"/>
              <a:t>computer &amp; math, business &amp; finance, and legal</a:t>
            </a:r>
            <a:r>
              <a:rPr lang="en-US" dirty="0"/>
              <a:t>—have </a:t>
            </a:r>
            <a:r>
              <a:rPr lang="en-US" b="1" dirty="0"/>
              <a:t>very high theoretical exposure</a:t>
            </a:r>
            <a:r>
              <a:rPr lang="en-US" dirty="0"/>
              <a:t>, meaning AI could perform a large share of tasks</a:t>
            </a:r>
          </a:p>
          <a:p>
            <a:r>
              <a:rPr lang="en-US" dirty="0"/>
              <a:t>However, the </a:t>
            </a:r>
            <a:r>
              <a:rPr lang="en-US" b="1" dirty="0"/>
              <a:t>observed usage is much lower across all categories</a:t>
            </a:r>
            <a:r>
              <a:rPr lang="en-US" dirty="0"/>
              <a:t>, showing that </a:t>
            </a:r>
            <a:r>
              <a:rPr lang="en-US" b="1" dirty="0"/>
              <a:t>AI adoption is still in early stages</a:t>
            </a:r>
            <a:r>
              <a:rPr lang="en-US" dirty="0"/>
              <a:t> </a:t>
            </a:r>
          </a:p>
          <a:p>
            <a:r>
              <a:rPr lang="en-US" dirty="0"/>
              <a:t>We also see that </a:t>
            </a:r>
            <a:r>
              <a:rPr lang="en-US" b="1" dirty="0"/>
              <a:t>knowledge-based professions</a:t>
            </a:r>
            <a:r>
              <a:rPr lang="en-US" dirty="0"/>
              <a:t> have the highest exposure, while </a:t>
            </a:r>
            <a:r>
              <a:rPr lang="en-US" b="1" dirty="0"/>
              <a:t>manual or physical jobs</a:t>
            </a:r>
            <a:r>
              <a:rPr lang="en-US" dirty="0"/>
              <a:t> like agriculture, construction, and transportation have very low exposure</a:t>
            </a:r>
          </a:p>
          <a:p>
            <a:r>
              <a:rPr lang="en-US" dirty="0"/>
              <a:t>This supports the idea that AI is primarily impacting </a:t>
            </a:r>
            <a:r>
              <a:rPr lang="en-US" b="1" dirty="0"/>
              <a:t>cognitive and white-collar work</a:t>
            </a:r>
            <a:r>
              <a:rPr lang="en-US" dirty="0"/>
              <a:t>, rather than manual labor 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There is a </a:t>
            </a:r>
            <a:r>
              <a:rPr lang="en-US" b="1" dirty="0"/>
              <a:t>significant gap between AI potential and real-world use</a:t>
            </a:r>
            <a:r>
              <a:rPr lang="en-US" dirty="0"/>
              <a:t>, meaning the full labor market impact of AI has </a:t>
            </a:r>
            <a:r>
              <a:rPr lang="en-US" b="1" dirty="0"/>
              <a:t>not yet been realized</a:t>
            </a:r>
            <a:r>
              <a:rPr lang="en-US" dirty="0"/>
              <a:t> but could increase as adoption grows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C685-9D43-C553-58AF-DBB7CC47A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53BD-BE72-79AF-4642-BE067638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1B44F-0890-5641-E2CE-FBE156271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774CA-A070-849C-C19A-D62FF200C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Most exposed occupations</a:t>
            </a:r>
          </a:p>
          <a:p>
            <a:r>
              <a:rPr lang="en-US" dirty="0"/>
              <a:t>This table highlights the </a:t>
            </a:r>
            <a:r>
              <a:rPr lang="en-US" b="1" dirty="0"/>
              <a:t>top 10 occupations most exposed to AI</a:t>
            </a:r>
            <a:r>
              <a:rPr lang="en-US" dirty="0"/>
              <a:t>, based on </a:t>
            </a:r>
            <a:r>
              <a:rPr lang="en-US" i="1" dirty="0"/>
              <a:t>observed real-world usage</a:t>
            </a:r>
            <a:r>
              <a:rPr lang="en-US" dirty="0"/>
              <a:t> rather than just theory</a:t>
            </a:r>
          </a:p>
          <a:p>
            <a:r>
              <a:rPr lang="en-US" dirty="0"/>
              <a:t>At the top, we see </a:t>
            </a:r>
            <a:r>
              <a:rPr lang="en-US" b="1" dirty="0"/>
              <a:t>computer programmers (74.5%)</a:t>
            </a:r>
            <a:r>
              <a:rPr lang="en-US" dirty="0"/>
              <a:t> and </a:t>
            </a:r>
            <a:r>
              <a:rPr lang="en-US" b="1" dirty="0"/>
              <a:t>customer service representatives (70.1%)</a:t>
            </a:r>
            <a:r>
              <a:rPr lang="en-US" dirty="0"/>
              <a:t>, indicating that a large portion of their tasks can already be performed or supported by AI </a:t>
            </a:r>
          </a:p>
          <a:p>
            <a:r>
              <a:rPr lang="en-US" dirty="0"/>
              <a:t>Other highly exposed roles include:</a:t>
            </a:r>
          </a:p>
          <a:p>
            <a:pPr lvl="1"/>
            <a:r>
              <a:rPr lang="en-US" b="1" dirty="0"/>
              <a:t>Data entry and medical record specialists</a:t>
            </a:r>
            <a:r>
              <a:rPr lang="en-US" dirty="0"/>
              <a:t> → tasks involve structured data handling</a:t>
            </a:r>
          </a:p>
          <a:p>
            <a:pPr lvl="1"/>
            <a:r>
              <a:rPr lang="en-US" b="1" dirty="0"/>
              <a:t>Market research and financial analysts</a:t>
            </a:r>
            <a:r>
              <a:rPr lang="en-US" dirty="0"/>
              <a:t> → tasks involve analyzing and summarizing information</a:t>
            </a:r>
          </a:p>
          <a:p>
            <a:r>
              <a:rPr lang="en-US" dirty="0"/>
              <a:t>These are all </a:t>
            </a:r>
            <a:r>
              <a:rPr lang="en-US" b="1" dirty="0"/>
              <a:t>information-processing and text-based tasks</a:t>
            </a:r>
            <a:r>
              <a:rPr lang="en-US" dirty="0"/>
              <a:t>, which AI handles well</a:t>
            </a:r>
          </a:p>
          <a:p>
            <a:r>
              <a:rPr lang="en-US" dirty="0"/>
              <a:t>A key pattern is that AI is </a:t>
            </a:r>
            <a:r>
              <a:rPr lang="en-US" b="1" dirty="0"/>
              <a:t>automating specific tasks, not entire jobs</a:t>
            </a:r>
            <a:endParaRPr lang="en-US" dirty="0"/>
          </a:p>
          <a:p>
            <a:r>
              <a:rPr lang="en-US" dirty="0"/>
              <a:t>For example, in customer service, AI can handle </a:t>
            </a:r>
            <a:r>
              <a:rPr lang="en-US" b="1" dirty="0"/>
              <a:t>routine queries</a:t>
            </a:r>
            <a:r>
              <a:rPr lang="en-US" dirty="0"/>
              <a:t>, but not complex human interactions</a:t>
            </a:r>
          </a:p>
          <a:p>
            <a:r>
              <a:rPr lang="en-US" dirty="0"/>
              <a:t>Importantly, exposure does </a:t>
            </a:r>
            <a:r>
              <a:rPr lang="en-US" b="1" dirty="0"/>
              <a:t>not mean immediate job loss</a:t>
            </a:r>
            <a:endParaRPr lang="en-US" dirty="0"/>
          </a:p>
          <a:p>
            <a:r>
              <a:rPr lang="en-US" dirty="0"/>
              <a:t>Instead, it indicates where AI is </a:t>
            </a:r>
            <a:r>
              <a:rPr lang="en-US" b="1" dirty="0"/>
              <a:t>most likely to change how work is done</a:t>
            </a:r>
            <a:endParaRPr lang="en-US" dirty="0"/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AI is currently impacting </a:t>
            </a:r>
            <a:r>
              <a:rPr lang="en-US" b="1" dirty="0"/>
              <a:t>cognitive, repetitive, and data-driven roles the most</a:t>
            </a:r>
            <a:r>
              <a:rPr lang="en-US" dirty="0"/>
              <a:t>, especially in tech, business, and administrative work, but mainly through </a:t>
            </a:r>
            <a:r>
              <a:rPr lang="en-US" b="1" dirty="0"/>
              <a:t>task-level automation rather than full job replacement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271D8-32D1-636A-AF8D-1B689E96D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22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7D03-5F13-A175-0659-B4C875A9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DAA69-521B-404E-2D59-99874D127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7B198-D6B1-50AE-F688-E5A849E7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BLS projected employment growth from 2024–2034 vs. AI exposure</a:t>
            </a:r>
            <a:endParaRPr lang="en-US" dirty="0"/>
          </a:p>
          <a:p>
            <a:r>
              <a:rPr lang="en-US" dirty="0"/>
              <a:t>This figure shows the relationship between </a:t>
            </a:r>
            <a:r>
              <a:rPr lang="en-US" b="1" dirty="0"/>
              <a:t>AI exposure and projected job growth from 2024–2034</a:t>
            </a:r>
            <a:endParaRPr lang="en-US" dirty="0"/>
          </a:p>
          <a:p>
            <a:r>
              <a:rPr lang="en-US" dirty="0"/>
              <a:t>The key trend is the </a:t>
            </a:r>
            <a:r>
              <a:rPr lang="en-US" b="1" dirty="0"/>
              <a:t>downward-sloping line</a:t>
            </a:r>
            <a:r>
              <a:rPr lang="en-US" dirty="0"/>
              <a:t>, which indicates a </a:t>
            </a:r>
            <a:r>
              <a:rPr lang="en-US" b="1" dirty="0"/>
              <a:t>negative relationship</a:t>
            </a:r>
            <a:endParaRPr lang="en-US" dirty="0"/>
          </a:p>
          <a:p>
            <a:r>
              <a:rPr lang="en-US" dirty="0"/>
              <a:t>In simple terms: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Jobs with higher AI exposure are expected to grow more slowly</a:t>
            </a:r>
            <a:endParaRPr lang="en-US" dirty="0"/>
          </a:p>
          <a:p>
            <a:r>
              <a:rPr lang="en-US" dirty="0"/>
              <a:t>For example:</a:t>
            </a:r>
          </a:p>
          <a:p>
            <a:pPr lvl="1"/>
            <a:r>
              <a:rPr lang="en-US" b="1" dirty="0"/>
              <a:t>Customer service representatives</a:t>
            </a:r>
            <a:r>
              <a:rPr lang="en-US" dirty="0"/>
              <a:t> show </a:t>
            </a:r>
            <a:r>
              <a:rPr lang="en-US" b="1" dirty="0"/>
              <a:t>high exposure and negative growth</a:t>
            </a:r>
            <a:endParaRPr lang="en-US" dirty="0"/>
          </a:p>
          <a:p>
            <a:pPr lvl="1"/>
            <a:r>
              <a:rPr lang="en-US" b="1" dirty="0"/>
              <a:t>Cashiers</a:t>
            </a:r>
            <a:r>
              <a:rPr lang="en-US" dirty="0"/>
              <a:t> also show low or declining growth</a:t>
            </a:r>
          </a:p>
          <a:p>
            <a:r>
              <a:rPr lang="en-US" dirty="0"/>
              <a:t>In contrast:</a:t>
            </a:r>
          </a:p>
          <a:p>
            <a:pPr lvl="1"/>
            <a:r>
              <a:rPr lang="en-US" b="1" dirty="0"/>
              <a:t>Electricians and nurses</a:t>
            </a:r>
            <a:r>
              <a:rPr lang="en-US" dirty="0"/>
              <a:t>, which have low AI exposure, show </a:t>
            </a:r>
            <a:r>
              <a:rPr lang="en-US" b="1" dirty="0"/>
              <a:t>strong positive growth</a:t>
            </a:r>
            <a:endParaRPr lang="en-US" dirty="0"/>
          </a:p>
          <a:p>
            <a:r>
              <a:rPr lang="en-US" dirty="0"/>
              <a:t>However, the relationship is </a:t>
            </a:r>
            <a:r>
              <a:rPr lang="en-US" b="1" dirty="0"/>
              <a:t>relatively weak (low R² value)</a:t>
            </a:r>
            <a:endParaRPr lang="en-US" dirty="0"/>
          </a:p>
          <a:p>
            <a:r>
              <a:rPr lang="en-US" dirty="0"/>
              <a:t>This means AI exposure is </a:t>
            </a:r>
            <a:r>
              <a:rPr lang="en-US" b="1" dirty="0"/>
              <a:t>not the only factor affecting job growth</a:t>
            </a:r>
            <a:r>
              <a:rPr lang="en-US" dirty="0"/>
              <a:t>—other economic factors also play a role</a:t>
            </a:r>
          </a:p>
          <a:p>
            <a:r>
              <a:rPr lang="en-US" dirty="0"/>
              <a:t>Importantly, this aligns with the paper’s finding that AI is </a:t>
            </a:r>
            <a:r>
              <a:rPr lang="en-US" b="1" dirty="0"/>
              <a:t>influencing future job trends</a:t>
            </a:r>
            <a:r>
              <a:rPr lang="en-US" dirty="0"/>
              <a:t>, even if it hasn’t yet caused widespread unemployment 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AI exposure is associated with </a:t>
            </a:r>
            <a:r>
              <a:rPr lang="en-US" b="1" dirty="0"/>
              <a:t>slower future job growth</a:t>
            </a:r>
            <a:r>
              <a:rPr lang="en-US" dirty="0"/>
              <a:t>, but its overall impact is still </a:t>
            </a:r>
            <a:r>
              <a:rPr lang="en-US" b="1" dirty="0"/>
              <a:t>emerging and not yet dominant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0D08-C5E3-F09B-6A66-974CA63C9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0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0B6A-D462-ED81-503E-03F59789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93226-1AF2-43C1-406B-C88E7D233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29AB1-D315-10BF-B873-C3842D093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Differences between high and low exposure workers</a:t>
            </a:r>
            <a:endParaRPr lang="en-US" dirty="0"/>
          </a:p>
          <a:p>
            <a:r>
              <a:rPr lang="en-US" dirty="0"/>
              <a:t>This table compares </a:t>
            </a:r>
            <a:r>
              <a:rPr lang="en-US" b="1" dirty="0"/>
              <a:t>workers with no AI exposure vs. those in the highest exposure group</a:t>
            </a:r>
            <a:endParaRPr lang="en-US" dirty="0"/>
          </a:p>
          <a:p>
            <a:r>
              <a:rPr lang="en-US" dirty="0"/>
              <a:t>Starting with demographics:</a:t>
            </a:r>
          </a:p>
          <a:p>
            <a:pPr lvl="1"/>
            <a:r>
              <a:rPr lang="en-US" dirty="0"/>
              <a:t>Highly exposed workers are </a:t>
            </a:r>
            <a:r>
              <a:rPr lang="en-US" b="1" dirty="0"/>
              <a:t>slightly older and much more likely to be female</a:t>
            </a:r>
            <a:endParaRPr lang="en-US" dirty="0"/>
          </a:p>
          <a:p>
            <a:pPr lvl="1"/>
            <a:r>
              <a:rPr lang="en-US" dirty="0"/>
              <a:t>They are also more likely to be </a:t>
            </a:r>
            <a:r>
              <a:rPr lang="en-US" b="1" dirty="0"/>
              <a:t>white or Asian</a:t>
            </a:r>
            <a:r>
              <a:rPr lang="en-US" dirty="0"/>
              <a:t>, and more likely to be </a:t>
            </a:r>
            <a:r>
              <a:rPr lang="en-US" b="1" dirty="0"/>
              <a:t>married</a:t>
            </a:r>
            <a:endParaRPr lang="en-US" dirty="0"/>
          </a:p>
          <a:p>
            <a:r>
              <a:rPr lang="en-US" dirty="0"/>
              <a:t>The biggest difference is in </a:t>
            </a:r>
            <a:r>
              <a:rPr lang="en-US" b="1" dirty="0"/>
              <a:t>education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High-exposure workers are far more likely to have </a:t>
            </a:r>
            <a:r>
              <a:rPr lang="en-US" b="1" dirty="0"/>
              <a:t>bachelor’s and graduate degrees</a:t>
            </a:r>
            <a:endParaRPr lang="en-US" dirty="0"/>
          </a:p>
          <a:p>
            <a:pPr lvl="1"/>
            <a:r>
              <a:rPr lang="en-US" dirty="0"/>
              <a:t>While low-exposure workers are more likely to have </a:t>
            </a:r>
            <a:r>
              <a:rPr lang="en-US" b="1" dirty="0"/>
              <a:t>only high school or less education</a:t>
            </a:r>
            <a:endParaRPr lang="en-US" dirty="0"/>
          </a:p>
          <a:p>
            <a:r>
              <a:rPr lang="en-US" dirty="0"/>
              <a:t>In terms of the labor market:</a:t>
            </a:r>
          </a:p>
          <a:p>
            <a:pPr lvl="1"/>
            <a:r>
              <a:rPr lang="en-US" dirty="0"/>
              <a:t>High-exposure workers </a:t>
            </a:r>
            <a:r>
              <a:rPr lang="en-US" b="1" dirty="0"/>
              <a:t>earn significantly more</a:t>
            </a:r>
            <a:r>
              <a:rPr lang="en-US" dirty="0"/>
              <a:t>—about </a:t>
            </a:r>
            <a:r>
              <a:rPr lang="en-US" b="1" dirty="0"/>
              <a:t>47% higher wages on average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They also work slightly more hours but are </a:t>
            </a:r>
            <a:r>
              <a:rPr lang="en-US" b="1" dirty="0"/>
              <a:t>less likely to be unionized</a:t>
            </a:r>
            <a:endParaRPr lang="en-US" dirty="0"/>
          </a:p>
          <a:p>
            <a:r>
              <a:rPr lang="en-US" dirty="0"/>
              <a:t>This challenges traditional views of automation:</a:t>
            </a:r>
            <a:br>
              <a:rPr lang="en-US" dirty="0"/>
            </a:br>
            <a:r>
              <a:rPr lang="en-US" dirty="0"/>
              <a:t>👉 AI is not primarily targeting low-skill jobs, but rather </a:t>
            </a:r>
            <a:r>
              <a:rPr lang="en-US" b="1" dirty="0"/>
              <a:t>high-skill, knowledge-based professions</a:t>
            </a:r>
            <a:r>
              <a:rPr lang="en-US" dirty="0"/>
              <a:t> 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AI exposure is concentrated among </a:t>
            </a:r>
            <a:r>
              <a:rPr lang="en-US" b="1" dirty="0"/>
              <a:t>higher-paid, highly educated workers</a:t>
            </a:r>
            <a:r>
              <a:rPr lang="en-US" dirty="0"/>
              <a:t>, meaning the impact of AI is shifting toward </a:t>
            </a:r>
            <a:r>
              <a:rPr lang="en-US" b="1" dirty="0"/>
              <a:t>white-collar and professional roles</a:t>
            </a:r>
            <a:r>
              <a:rPr lang="en-US" dirty="0"/>
              <a:t>, rather than manual labor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08F6-C3E7-AB42-6A64-D013DBAAB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56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B8090-257B-D97F-F2E2-82A31DEB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EA3D4-33F2-BBA4-B3AE-E1A476404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EDAE5-6000-9819-D301-6569D30A2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Trends in unemployment rate for workers with high AI exposure and no AI exposure</a:t>
            </a:r>
            <a:endParaRPr lang="en-US" dirty="0"/>
          </a:p>
          <a:p>
            <a:r>
              <a:rPr lang="en-US" dirty="0"/>
              <a:t>This figure compares </a:t>
            </a:r>
            <a:r>
              <a:rPr lang="en-US" b="1" dirty="0"/>
              <a:t>unemployment trends between high AI-exposure workers (red)</a:t>
            </a:r>
            <a:r>
              <a:rPr lang="en-US" dirty="0"/>
              <a:t> and </a:t>
            </a:r>
            <a:r>
              <a:rPr lang="en-US" b="1" dirty="0"/>
              <a:t>low/no exposure workers (blue)</a:t>
            </a:r>
            <a:r>
              <a:rPr lang="en-US" dirty="0"/>
              <a:t> over time</a:t>
            </a:r>
          </a:p>
          <a:p>
            <a:r>
              <a:rPr lang="en-US" dirty="0"/>
              <a:t>In the </a:t>
            </a:r>
            <a:r>
              <a:rPr lang="en-US" b="1" dirty="0"/>
              <a:t>top graph</a:t>
            </a:r>
            <a:r>
              <a:rPr lang="en-US" dirty="0"/>
              <a:t>, both groups follow </a:t>
            </a:r>
            <a:r>
              <a:rPr lang="en-US" b="1" dirty="0"/>
              <a:t>very similar unemployment patterns</a:t>
            </a:r>
            <a:r>
              <a:rPr lang="en-US" dirty="0"/>
              <a:t>, including the sharp spike during COVID-19</a:t>
            </a:r>
          </a:p>
          <a:p>
            <a:r>
              <a:rPr lang="en-US" dirty="0"/>
              <a:t>Importantly, after 2022—when AI tools became widespread—there is </a:t>
            </a:r>
            <a:r>
              <a:rPr lang="en-US" b="1" dirty="0"/>
              <a:t>no clear divergence between the two groups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bottom graph</a:t>
            </a:r>
            <a:r>
              <a:rPr lang="en-US" dirty="0"/>
              <a:t> uses a more rigorous method called </a:t>
            </a:r>
            <a:r>
              <a:rPr lang="en-US" b="1" dirty="0"/>
              <a:t>difference-in-differences</a:t>
            </a:r>
            <a:endParaRPr lang="en-US" dirty="0"/>
          </a:p>
          <a:p>
            <a:r>
              <a:rPr lang="en-US" dirty="0"/>
              <a:t>This measures whether AI exposure caused any </a:t>
            </a:r>
            <a:r>
              <a:rPr lang="en-US" b="1" dirty="0"/>
              <a:t>significant change in unemployment</a:t>
            </a:r>
            <a:endParaRPr lang="en-US" dirty="0"/>
          </a:p>
          <a:p>
            <a:r>
              <a:rPr lang="en-US" dirty="0"/>
              <a:t>The result stays </a:t>
            </a:r>
            <a:r>
              <a:rPr lang="en-US" b="1" dirty="0"/>
              <a:t>very close to zero</a:t>
            </a:r>
            <a:r>
              <a:rPr lang="en-US" dirty="0"/>
              <a:t>, meaning: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No strong evidence that AI has increased unemployment so far</a:t>
            </a:r>
            <a:r>
              <a:rPr lang="en-US" dirty="0"/>
              <a:t> </a:t>
            </a:r>
          </a:p>
          <a:p>
            <a:r>
              <a:rPr lang="en-US" dirty="0"/>
              <a:t>However, the paper highlights an important nuance:</a:t>
            </a:r>
          </a:p>
          <a:p>
            <a:pPr lvl="1"/>
            <a:r>
              <a:rPr lang="en-US" dirty="0"/>
              <a:t>There is </a:t>
            </a:r>
            <a:r>
              <a:rPr lang="en-US" b="1" dirty="0"/>
              <a:t>some evidence of reduced hiring</a:t>
            </a:r>
            <a:r>
              <a:rPr lang="en-US" dirty="0"/>
              <a:t>, especially for </a:t>
            </a:r>
            <a:r>
              <a:rPr lang="en-US" b="1" dirty="0"/>
              <a:t>younger workers entering exposed fields</a:t>
            </a:r>
            <a:r>
              <a:rPr lang="en-US" dirty="0"/>
              <a:t> 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AI has </a:t>
            </a:r>
            <a:r>
              <a:rPr lang="en-US" b="1" dirty="0"/>
              <a:t>not yet led to widespread job losses</a:t>
            </a:r>
            <a:r>
              <a:rPr lang="en-US" dirty="0"/>
              <a:t>, but it may be </a:t>
            </a:r>
            <a:r>
              <a:rPr lang="en-US" b="1" dirty="0"/>
              <a:t>affecting hiring patterns and entry into the workforce</a:t>
            </a:r>
            <a:r>
              <a:rPr lang="en-US" dirty="0"/>
              <a:t>, suggesting early-stage labor market impacts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B4DDD-525D-4E56-9494-E3A09407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50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0075-50C0-4ABC-EC78-B547CCE6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0BE45-C7C7-015E-E8D3-50D221FB5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7AA83-F394-5B9E-D8DD-24A852F5F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New job starts among workers age 22–25 in occupations with high and no AI exposure</a:t>
            </a:r>
            <a:endParaRPr lang="en-US" dirty="0"/>
          </a:p>
          <a:p>
            <a:r>
              <a:rPr lang="en-US" dirty="0"/>
              <a:t>This figure looks at </a:t>
            </a:r>
            <a:r>
              <a:rPr lang="en-US" b="1" dirty="0"/>
              <a:t>new job entry rates for young workers aged 22–25</a:t>
            </a:r>
            <a:r>
              <a:rPr lang="en-US" dirty="0"/>
              <a:t>, comparing </a:t>
            </a:r>
            <a:r>
              <a:rPr lang="en-US" b="1" dirty="0"/>
              <a:t>high AI-exposure jobs (red)</a:t>
            </a:r>
            <a:r>
              <a:rPr lang="en-US" dirty="0"/>
              <a:t> vs </a:t>
            </a:r>
            <a:r>
              <a:rPr lang="en-US" b="1" dirty="0"/>
              <a:t>low/no exposure jobs (blue)</a:t>
            </a:r>
            <a:endParaRPr lang="en-US" dirty="0"/>
          </a:p>
          <a:p>
            <a:r>
              <a:rPr lang="en-US" dirty="0"/>
              <a:t>In the </a:t>
            </a:r>
            <a:r>
              <a:rPr lang="en-US" b="1" dirty="0"/>
              <a:t>top graph</a:t>
            </a:r>
            <a:r>
              <a:rPr lang="en-US" dirty="0"/>
              <a:t>, we see that young workers consistently enter </a:t>
            </a:r>
            <a:r>
              <a:rPr lang="en-US" b="1" dirty="0"/>
              <a:t>low-exposure jobs at higher rates</a:t>
            </a:r>
            <a:r>
              <a:rPr lang="en-US" dirty="0"/>
              <a:t> than high-exposure ones</a:t>
            </a:r>
          </a:p>
          <a:p>
            <a:r>
              <a:rPr lang="en-US" dirty="0"/>
              <a:t>After around </a:t>
            </a:r>
            <a:r>
              <a:rPr lang="en-US" b="1" dirty="0"/>
              <a:t>2022 (when AI tools like ChatGPT became widespread)</a:t>
            </a:r>
            <a:r>
              <a:rPr lang="en-US" dirty="0"/>
              <a:t>, the gap becomes more noticeable</a:t>
            </a:r>
          </a:p>
          <a:p>
            <a:r>
              <a:rPr lang="en-US" dirty="0"/>
              <a:t>The </a:t>
            </a:r>
            <a:r>
              <a:rPr lang="en-US" b="1" dirty="0"/>
              <a:t>bottom graph</a:t>
            </a:r>
            <a:r>
              <a:rPr lang="en-US" dirty="0"/>
              <a:t> shows a difference-in-differences analysis</a:t>
            </a:r>
          </a:p>
          <a:p>
            <a:r>
              <a:rPr lang="en-US" dirty="0"/>
              <a:t>This confirms a </a:t>
            </a:r>
            <a:r>
              <a:rPr lang="en-US" b="1" dirty="0"/>
              <a:t>decline in job entry for young workers in AI-exposed occupations</a:t>
            </a:r>
            <a:endParaRPr lang="en-US" dirty="0"/>
          </a:p>
          <a:p>
            <a:r>
              <a:rPr lang="en-US" dirty="0"/>
              <a:t>The study estimates about a </a:t>
            </a:r>
            <a:r>
              <a:rPr lang="en-US" b="1" dirty="0"/>
              <a:t>~14% drop in hiring rates</a:t>
            </a:r>
            <a:r>
              <a:rPr lang="en-US" dirty="0"/>
              <a:t> for this group </a:t>
            </a:r>
          </a:p>
          <a:p>
            <a:r>
              <a:rPr lang="en-US" dirty="0"/>
              <a:t>Importantly, this does </a:t>
            </a:r>
            <a:r>
              <a:rPr lang="en-US" b="1" dirty="0"/>
              <a:t>not mean jobs are disappearing</a:t>
            </a:r>
            <a:r>
              <a:rPr lang="en-US" dirty="0"/>
              <a:t>, but rather:</a:t>
            </a:r>
            <a:br>
              <a:rPr lang="en-US" dirty="0"/>
            </a:br>
            <a:r>
              <a:rPr lang="en-US" dirty="0"/>
              <a:t>👉 Companies may be </a:t>
            </a:r>
            <a:r>
              <a:rPr lang="en-US" b="1" dirty="0"/>
              <a:t>hiring fewer entry-level workers</a:t>
            </a:r>
            <a:br>
              <a:rPr lang="en-US" dirty="0"/>
            </a:br>
            <a:r>
              <a:rPr lang="en-US" dirty="0"/>
              <a:t>👉 AI is likely replacing </a:t>
            </a:r>
            <a:r>
              <a:rPr lang="en-US" b="1" dirty="0"/>
              <a:t>routine beginner tasks</a:t>
            </a:r>
            <a:endParaRPr lang="en-US" dirty="0"/>
          </a:p>
          <a:p>
            <a:r>
              <a:rPr lang="en-US" dirty="0"/>
              <a:t>This supports a key idea from the paper:</a:t>
            </a:r>
          </a:p>
          <a:p>
            <a:pPr lvl="1"/>
            <a:r>
              <a:rPr lang="en-US" dirty="0"/>
              <a:t>AI’s early impact is </a:t>
            </a:r>
            <a:r>
              <a:rPr lang="en-US" b="1" dirty="0"/>
              <a:t>on hiring, not layoffs</a:t>
            </a:r>
            <a:r>
              <a:rPr lang="en-US" dirty="0"/>
              <a:t> </a:t>
            </a:r>
          </a:p>
          <a:p>
            <a:r>
              <a:rPr lang="en-US" dirty="0"/>
              <a:t>👉 </a:t>
            </a:r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AI is beginning to affect the labor market by </a:t>
            </a:r>
            <a:r>
              <a:rPr lang="en-US" b="1" dirty="0"/>
              <a:t>reducing entry opportunities for young workers</a:t>
            </a:r>
            <a:r>
              <a:rPr lang="en-US" dirty="0"/>
              <a:t>, especially in high-exposure fields—making early career access more difficult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E74B-EF4D-9A46-17A0-699BF4A5C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4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1754-348D-70E2-6B43-222A3128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789A9-AFFE-B12C-24D4-6C274C694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9DFE0-7E9B-27F2-1431-800BBED92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D2A0C-1DC0-B3F4-8F5A-957A4F17A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B0600-2A5F-422A-8015-714B8338F1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8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8A89-F56A-7971-0660-113CC97B1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805AB-05AC-59E6-6972-A8C3B47FC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9CCC5-B779-C095-36DE-BB7919924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626A1-3E5A-A5F3-FABB-FEF8EECB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EAE7A-1F7D-09FE-6A6F-4AACAC7B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1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F3F-ABD7-7CDD-C9A9-12B20F8B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05E5B-B943-F734-2B94-6AF77097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69A5-BE76-E23B-6F62-A6E4996A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923DB-49B8-3808-6DBC-61FC9559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624BB-6F74-B6B8-A90C-B4E79C4E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7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AC0E-2EDF-8EF0-A4D9-62803E80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D5D80-5DB6-B5E7-4727-0004D366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FCA4B-1091-0B75-D9BF-468BF5CE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A9D7B-DF9A-E3D5-BA0A-EFF0D1D8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2A593-F0D5-1CF4-5191-0BB9A4C6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B9EC-4956-923B-23AB-4DBCD01D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2186-2F37-DA15-7A83-07B34D024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598ED-1174-D45B-D1CD-A0DD73EB4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8D178-BA47-7498-0F40-5D2F4929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72C78-6107-F0CB-D881-56C02BB8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37A07-2B21-37CF-EB21-7A834D58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1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B70C-7E86-6CB2-C19A-BE3E89D9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75EE4-1D56-628B-D3DC-E1BD177DE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9740E-1D2F-9CE1-CC4F-6038CCF3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676AD-60A5-6F3E-BEB2-8A580BAE0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450D5-AF75-9844-B494-3402B1B6C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1AEF4-82BC-0A1E-6088-0BC5D4E7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E2E03-ECD9-4968-5804-EB596469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EC556-44DC-8B5D-B0D8-C817B0C6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5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3F0E-E43A-ACE4-B897-B2993BDD6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98A6D-66B5-C2DF-EC0A-96F746B2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92876-FF89-0B3B-80B0-217EB35D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C615B-0301-332D-7A0A-7FCF50A6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EF84F-76C0-74C3-FE60-63DA7676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66573-A680-0CAB-2DC7-F8D0EF4E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383AF-7CD8-D80E-E271-810CA4F4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35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4212-20E5-BFDC-58F9-F81D81013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E56C-6574-7D31-E674-5579CA142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67CA9-24A0-92F6-1057-C3458B52E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9FE20-70BE-FF15-F9D6-A0ABA1BC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32CEB-8F32-1C77-7D73-6E938E7A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AA1E3-F254-6DB7-6FCD-1CFBEAF7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1F2C-F9E8-37AA-2EBD-743341C7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5DDD0A-CC50-6460-5658-F54654871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C326C-8BB7-063E-7EC6-90A85916F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8EBD3-5107-03BC-DAE9-A81D3899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F01E9-425E-5F40-B4C6-DB77EC05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24001-4D8C-3B19-04EB-1A6AE2CE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95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2531-9592-B1D9-F504-957048AC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4BAFC-7C12-8AA1-E097-A44C507BD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97DC3-8CE9-E3F6-4B44-4FC65E90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A46C8-6AC6-DA6C-631A-659F65E1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3F39-C28E-C184-76F9-B73C1198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9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BD30E-934F-4EE8-0490-B15820862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45734-EE16-FBF5-A32E-D22BEC461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501D9-07C2-0489-21CE-956EAEF5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C13F9-DA47-0838-3C61-8C2CC1A4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9F0E2-57C2-CEFA-34A7-6808D53F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6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935F0-7FBF-822C-5BB9-349551E0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00A64-8560-FC97-6D42-AA94CA43C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22F1-053B-9B42-DD4E-DF3DC62BD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5D07C-AD67-425A-A963-569751B9043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D49C-46C8-A899-1015-F51814322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DCE6-13D0-7DFB-F5C4-8EACE78C0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62B21-1FF8-47C4-8CF7-710F5DA6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0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D479B-97C7-ACBE-792A-874EA2018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800" dirty="0">
                <a:solidFill>
                  <a:schemeClr val="bg1"/>
                </a:solidFill>
              </a:rPr>
              <a:t>Labor market impacts of AI: A new measure and early evidence</a:t>
            </a:r>
            <a:br>
              <a:rPr lang="en-US" sz="4800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763AF-0B70-9C74-CACA-1E0A80D0E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3.25.2026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3B640-7088-0AC7-2ADF-0E8162CDD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559" y="2385066"/>
            <a:ext cx="3737164" cy="21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9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945A-C6CE-0A6D-093F-39E03D9B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28A9B8-9B27-9783-464B-32A23D21E71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025AA-5237-A2DE-F9D3-409F0246D51B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4FED1-F919-733B-71A8-3521D8546D8C}"/>
              </a:ext>
            </a:extLst>
          </p:cNvPr>
          <p:cNvSpPr txBox="1"/>
          <p:nvPr/>
        </p:nvSpPr>
        <p:spPr>
          <a:xfrm>
            <a:off x="0" y="889844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Introduces “observed exposure” to measure AI job risk using real-world usage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AI usage is below its full potential (gap between capability vs actual use)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High-exposure occupations show slower projected job growth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Most exposed workers are older, female, highly educated, and higher-paid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No clear rise in unemployment since 2022 in exposed roles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Early signs of reduced hiring for younger workers in affected fields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FEB8F-41E0-787C-9D0F-67B8C7D05B66}"/>
              </a:ext>
            </a:extLst>
          </p:cNvPr>
          <p:cNvSpPr txBox="1"/>
          <p:nvPr/>
        </p:nvSpPr>
        <p:spPr>
          <a:xfrm>
            <a:off x="90854" y="335845"/>
            <a:ext cx="6160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210072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892E-FAA9-E1A0-3D20-859DD6D70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CA93E5-D342-787C-B060-36B64CB1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" y="306867"/>
            <a:ext cx="11536643" cy="655113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12D330B-C353-1A80-69D6-4AF78FC1EFC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092C7-AD1F-132B-9C28-B35D30E0F031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68368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4154-BB35-6FFC-AA8D-56316F59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1C6D79-0319-D7AC-CE98-6FF6C8A73836}"/>
              </a:ext>
            </a:extLst>
          </p:cNvPr>
          <p:cNvSpPr txBox="1"/>
          <p:nvPr/>
        </p:nvSpPr>
        <p:spPr>
          <a:xfrm>
            <a:off x="176784" y="889844"/>
            <a:ext cx="1183843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AI labor market impact is difficult to predict (past models often inaccurate)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Previous forecasts (e.g., offshoring, automation) overestimated job losses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Economic disruptions often show mixed or unclear effects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Introduces a new framework to measure AI’s real-world impact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Current data shows limited evidence of employment changes so far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Framework aims to track changes over time (early baseline)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Helps identify at-risk jobs before visible displacement occurs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5D3290-1570-7AC4-4391-99F900BDBCD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797C5-BBD1-0CB7-8E94-68FBD3FB2F1A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2D269-589C-EDCD-AB1C-84D937E95B19}"/>
              </a:ext>
            </a:extLst>
          </p:cNvPr>
          <p:cNvSpPr txBox="1"/>
          <p:nvPr/>
        </p:nvSpPr>
        <p:spPr>
          <a:xfrm>
            <a:off x="90854" y="335845"/>
            <a:ext cx="6160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Method Overview &amp; Key Insights</a:t>
            </a:r>
          </a:p>
        </p:txBody>
      </p:sp>
    </p:spTree>
    <p:extLst>
      <p:ext uri="{BB962C8B-B14F-4D97-AF65-F5344CB8AC3E}">
        <p14:creationId xmlns:p14="http://schemas.microsoft.com/office/powerpoint/2010/main" val="337386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5E61-41A1-1F93-F530-08FEFA74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33BC96-E303-2045-AF82-60749F50B1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E84D2-15BC-DED0-5E79-693A0F8C4217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4C1BE-16D8-6E1B-A90A-F9EF57F313EA}"/>
              </a:ext>
            </a:extLst>
          </p:cNvPr>
          <p:cNvSpPr txBox="1"/>
          <p:nvPr/>
        </p:nvSpPr>
        <p:spPr>
          <a:xfrm>
            <a:off x="90854" y="335845"/>
            <a:ext cx="10037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Counterfactuals &amp; AI Impact 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7CF5E-5C16-358D-FDC4-C317E8DAC4B9}"/>
              </a:ext>
            </a:extLst>
          </p:cNvPr>
          <p:cNvSpPr txBox="1"/>
          <p:nvPr/>
        </p:nvSpPr>
        <p:spPr>
          <a:xfrm>
            <a:off x="176784" y="889844"/>
            <a:ext cx="1183843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Large shocks (e.g., COVID-19) make impacts easy to identify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AI effects are gradual and less visible (like internet or trade shifts)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Changes may be hidden by other economic factors (e.g., business cycles)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Uses comparisons between high vs low AI-exposed jobs to isolate effects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Exposure defined at the task level, not whole occupations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Combines AI capability + real-world usage data for analysis</a:t>
            </a:r>
          </a:p>
        </p:txBody>
      </p:sp>
    </p:spTree>
    <p:extLst>
      <p:ext uri="{BB962C8B-B14F-4D97-AF65-F5344CB8AC3E}">
        <p14:creationId xmlns:p14="http://schemas.microsoft.com/office/powerpoint/2010/main" val="345630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AC5B-568A-4F93-FFD9-75B2EA47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55E5AE9-7E9D-C9D7-252E-43BCC22C6E8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33020B-A480-E13A-10B7-7D52D2EC218E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1BAB5-7642-7836-2CE7-BCFA3885970C}"/>
              </a:ext>
            </a:extLst>
          </p:cNvPr>
          <p:cNvSpPr txBox="1"/>
          <p:nvPr/>
        </p:nvSpPr>
        <p:spPr>
          <a:xfrm>
            <a:off x="90854" y="335845"/>
            <a:ext cx="10037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Share of Claude usage by Eloundou et al. exposure rating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55BD4-97E3-E0F4-2B30-CF6656E8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09" y="928338"/>
            <a:ext cx="882138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6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37E9-3E1B-6FA3-6982-AE0E88E7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4B5FE1-DF0A-52E8-296F-1A2DA5BF120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C9EC23-0407-8908-3861-27D9A7B7E5D1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132730-2095-A5F3-4869-A9943368334E}"/>
              </a:ext>
            </a:extLst>
          </p:cNvPr>
          <p:cNvSpPr txBox="1"/>
          <p:nvPr/>
        </p:nvSpPr>
        <p:spPr>
          <a:xfrm>
            <a:off x="90854" y="335845"/>
            <a:ext cx="10037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Share of Claude usage by Eloundou et al. exposure rating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D45C0-3DDF-B097-C6FB-B7B67F67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69" y="859065"/>
            <a:ext cx="7338346" cy="599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65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E5FB-7D7A-912D-E4F0-B0953105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E17E09-BEB0-6956-06D3-4BB12D3A8C4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84F8F-A6CF-6D04-6E70-EF4051939147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C73111-F94A-559B-62C7-704264591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1" y="369455"/>
            <a:ext cx="10682895" cy="64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4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E2DB-AA77-EF35-045C-5DA6C929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816DC62-9F7B-A918-673C-67ECE3200F4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7D4F39-F727-A81F-A2D3-F3EEEA946121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8/12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98854-4D97-0297-6FBB-A463577A3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3" y="386005"/>
            <a:ext cx="9846447" cy="625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23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B896-3AA2-0A02-2FAE-484007F7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1D7283-0746-C677-6323-6B824E08234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460FD-1652-57FE-AE92-EAC4D6F7B7E0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BF0DD-E3AB-04B1-2776-B966B2D6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" y="369455"/>
            <a:ext cx="9755297" cy="606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3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205E-E51B-B1BE-C647-084C9E7B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4886336-0A1D-5175-A042-E279C6CB55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3AED11-86B0-26E5-7235-D79FCC8F6F13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0F098-0D9C-C397-4898-916AFA16D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3" y="369455"/>
            <a:ext cx="9341975" cy="62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38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9DA5-68E9-3C27-B994-D92F577A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947716-4483-FCD2-A026-DE6C861FCC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99781-DEB9-6994-85A5-FB4B1F625740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FD773-3FB8-E473-1831-A6C9D504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3" y="369455"/>
            <a:ext cx="9415083" cy="62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4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AF64-47FB-8C38-82A4-8F2DBCE0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87178C-5940-61B1-19F5-8DEC9597039E}"/>
              </a:ext>
            </a:extLst>
          </p:cNvPr>
          <p:cNvSpPr txBox="1"/>
          <p:nvPr/>
        </p:nvSpPr>
        <p:spPr>
          <a:xfrm>
            <a:off x="0" y="859065"/>
            <a:ext cx="1201029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Introduces a new measure of AI exposure combining theory + real usage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Identifies highly exposed roles: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Programmers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Customer service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Financial analysts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No clear impact on unemployment in highly exposed jobs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Early evidence of reduced hiring among young workers (age 22–25)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Framework provides a baseline to track AI’s future labor market effects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Designed to be updated as AI usage and employment data evolve</a:t>
            </a:r>
          </a:p>
          <a:p>
            <a:endParaRPr lang="en-US" sz="2800" dirty="0"/>
          </a:p>
          <a:p>
            <a:r>
              <a:rPr lang="en-US" sz="2800" dirty="0"/>
              <a:t>Limitations / Future Directions: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Current data is early and incomplete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Exposure metrics may need updating with newer AI capabilities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Further research needed on graduates entering AI-exposed fields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7BD766-8BF7-930F-4B1A-694CBDAB38B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353800" cy="3694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dirty="0"/>
              <a:t>Labor market impacts of AI: A new measure and early evidence </a:t>
            </a:r>
            <a:r>
              <a:rPr lang="en-US" sz="1100" i="1" dirty="0"/>
              <a:t>(Published March 5, 2026)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C6370-BDEC-8610-C92A-47169B988758}"/>
              </a:ext>
            </a:extLst>
          </p:cNvPr>
          <p:cNvSpPr txBox="1"/>
          <p:nvPr/>
        </p:nvSpPr>
        <p:spPr>
          <a:xfrm>
            <a:off x="10625328" y="625449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12/12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761B2-B446-96C2-D4D6-6946E26D01F3}"/>
              </a:ext>
            </a:extLst>
          </p:cNvPr>
          <p:cNvSpPr txBox="1"/>
          <p:nvPr/>
        </p:nvSpPr>
        <p:spPr>
          <a:xfrm>
            <a:off x="90854" y="335845"/>
            <a:ext cx="10037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000627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45FE-C5D4-586F-0731-3DFB26F7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15BAAA-1093-8752-5994-D3C1004B43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7" y="0"/>
            <a:ext cx="1174432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C6D9E5-A1F2-E20C-4045-029E1C00C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7251"/>
            <a:ext cx="12192000" cy="2102154"/>
          </a:xfrm>
          <a:solidFill>
            <a:schemeClr val="bg2"/>
          </a:solidFill>
        </p:spPr>
        <p:txBody>
          <a:bodyPr anchor="b">
            <a:noAutofit/>
          </a:bodyPr>
          <a:lstStyle/>
          <a:p>
            <a:r>
              <a:rPr lang="en-US" sz="4800" dirty="0"/>
              <a:t>Labor market impacts of AI: A new measure and early evidence </a:t>
            </a:r>
            <a:r>
              <a:rPr lang="en-US" sz="4800" i="1" dirty="0"/>
              <a:t>(Published March 5, 2026)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420D5-891D-7C06-F4BE-821B8BE99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1410" y="4831237"/>
            <a:ext cx="9036313" cy="1531856"/>
          </a:xfrm>
          <a:noFill/>
        </p:spPr>
        <p:txBody>
          <a:bodyPr anchor="t">
            <a:normAutofit/>
          </a:bodyPr>
          <a:lstStyle/>
          <a:p>
            <a:r>
              <a:rPr lang="en-US" sz="8000" b="1" dirty="0"/>
              <a:t>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DEFAC-6ADD-A462-FA03-071DD38BD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559" y="2385066"/>
            <a:ext cx="3737164" cy="21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05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98DED-031F-F700-8C73-5F567592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CBB4005-7640-7795-5675-514F4DAF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C475D2-7573-73F5-EE8C-3139EEB91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A9159C-C57B-C5B6-3C94-830E955A2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13551D-483C-C5B6-4075-DC27966EC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AF4F0-FC60-B015-A37C-F7ACEF188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4A5E6B-EC40-410E-03B9-C7ECA6CC4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8A3BF-15BC-4857-BCF7-6E2F91477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3.25.2026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0A053CE-B36C-71CD-07D5-A839D6087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B312A-4981-8204-7858-92DE679FB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559" y="2385066"/>
            <a:ext cx="3737164" cy="21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13624</TotalTime>
  <Words>2079</Words>
  <Application>Microsoft Office PowerPoint</Application>
  <PresentationFormat>Widescreen</PresentationFormat>
  <Paragraphs>194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Labor market impacts of AI: A new measure and early evidence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Labor market impacts of AI: A new measure and early evidence (Published March 5, 2026)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Hilton Sarius</dc:creator>
  <cp:lastModifiedBy>Hilton Sarius</cp:lastModifiedBy>
  <cp:revision>1</cp:revision>
  <dcterms:created xsi:type="dcterms:W3CDTF">2026-01-21T01:37:36Z</dcterms:created>
  <dcterms:modified xsi:type="dcterms:W3CDTF">2026-03-25T23:40:32Z</dcterms:modified>
</cp:coreProperties>
</file>