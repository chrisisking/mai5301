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76" r:id="rId3"/>
    <p:sldId id="363" r:id="rId4"/>
    <p:sldId id="362" r:id="rId5"/>
    <p:sldId id="364" r:id="rId6"/>
    <p:sldId id="365" r:id="rId7"/>
    <p:sldId id="366" r:id="rId8"/>
    <p:sldId id="367" r:id="rId9"/>
    <p:sldId id="368" r:id="rId10"/>
    <p:sldId id="369" r:id="rId11"/>
    <p:sldId id="370" r:id="rId12"/>
    <p:sldId id="371" r:id="rId13"/>
    <p:sldId id="372" r:id="rId14"/>
    <p:sldId id="373" r:id="rId15"/>
    <p:sldId id="374" r:id="rId16"/>
    <p:sldId id="375" r:id="rId17"/>
    <p:sldId id="258" r:id="rId18"/>
    <p:sldId id="377" r:id="rId19"/>
    <p:sldId id="378" r:id="rId20"/>
    <p:sldId id="379" r:id="rId21"/>
    <p:sldId id="380" r:id="rId22"/>
    <p:sldId id="381" r:id="rId23"/>
    <p:sldId id="382" r:id="rId24"/>
    <p:sldId id="383" r:id="rId25"/>
    <p:sldId id="384" r:id="rId26"/>
    <p:sldId id="385" r:id="rId27"/>
    <p:sldId id="386" r:id="rId28"/>
    <p:sldId id="387" r:id="rId29"/>
    <p:sldId id="388" r:id="rId30"/>
    <p:sldId id="389" r:id="rId31"/>
    <p:sldId id="390" r:id="rId32"/>
    <p:sldId id="34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97132"/>
    <a:srgbClr val="00000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CD6C94-EB66-4BCF-A082-7A88F60A7250}" v="46" dt="2026-02-27T00:43:27.7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615" autoAdjust="0"/>
  </p:normalViewPr>
  <p:slideViewPr>
    <p:cSldViewPr snapToGrid="0">
      <p:cViewPr varScale="1">
        <p:scale>
          <a:sx n="102" d="100"/>
          <a:sy n="102" d="100"/>
        </p:scale>
        <p:origin x="9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lton Sarius" userId="e41e4170-a0b5-4ce6-bed1-533b1cecee6e" providerId="ADAL" clId="{0AB84215-D5DE-4B51-994D-7B1DCB931E97}"/>
    <pc:docChg chg="undo redo custSel addSld delSld modSld sldOrd">
      <pc:chgData name="Hilton Sarius" userId="e41e4170-a0b5-4ce6-bed1-533b1cecee6e" providerId="ADAL" clId="{0AB84215-D5DE-4B51-994D-7B1DCB931E97}" dt="2026-02-27T01:07:15.445" v="5967" actId="20577"/>
      <pc:docMkLst>
        <pc:docMk/>
      </pc:docMkLst>
      <pc:sldChg chg="addSp delSp modSp mod addAnim delAnim">
        <pc:chgData name="Hilton Sarius" userId="e41e4170-a0b5-4ce6-bed1-533b1cecee6e" providerId="ADAL" clId="{0AB84215-D5DE-4B51-994D-7B1DCB931E97}" dt="2026-02-26T02:20:45.125" v="5206" actId="20577"/>
        <pc:sldMkLst>
          <pc:docMk/>
          <pc:sldMk cId="2292098910" sldId="256"/>
        </pc:sldMkLst>
        <pc:spChg chg="mod">
          <ac:chgData name="Hilton Sarius" userId="e41e4170-a0b5-4ce6-bed1-533b1cecee6e" providerId="ADAL" clId="{0AB84215-D5DE-4B51-994D-7B1DCB931E97}" dt="2026-02-26T02:20:37.743" v="5204" actId="20577"/>
          <ac:spMkLst>
            <pc:docMk/>
            <pc:sldMk cId="2292098910" sldId="256"/>
            <ac:spMk id="2" creationId="{6BAD479B-97C7-ACBE-792A-874EA2018EC5}"/>
          </ac:spMkLst>
        </pc:spChg>
        <pc:spChg chg="mod">
          <ac:chgData name="Hilton Sarius" userId="e41e4170-a0b5-4ce6-bed1-533b1cecee6e" providerId="ADAL" clId="{0AB84215-D5DE-4B51-994D-7B1DCB931E97}" dt="2026-02-26T02:20:45.125" v="5206" actId="20577"/>
          <ac:spMkLst>
            <pc:docMk/>
            <pc:sldMk cId="2292098910" sldId="256"/>
            <ac:spMk id="3" creationId="{2AE763AF-0B70-9C74-CACA-1E0A80D0EDC8}"/>
          </ac:spMkLst>
        </pc:spChg>
        <pc:spChg chg="add">
          <ac:chgData name="Hilton Sarius" userId="e41e4170-a0b5-4ce6-bed1-533b1cecee6e" providerId="ADAL" clId="{0AB84215-D5DE-4B51-994D-7B1DCB931E97}" dt="2026-02-12T00:36:40.116" v="1115" actId="26606"/>
          <ac:spMkLst>
            <pc:docMk/>
            <pc:sldMk cId="2292098910" sldId="256"/>
            <ac:spMk id="41" creationId="{8555C5B3-193A-4749-9AFD-682E53CDDE8F}"/>
          </ac:spMkLst>
        </pc:spChg>
        <pc:spChg chg="add">
          <ac:chgData name="Hilton Sarius" userId="e41e4170-a0b5-4ce6-bed1-533b1cecee6e" providerId="ADAL" clId="{0AB84215-D5DE-4B51-994D-7B1DCB931E97}" dt="2026-02-12T00:36:40.116" v="1115" actId="26606"/>
          <ac:spMkLst>
            <pc:docMk/>
            <pc:sldMk cId="2292098910" sldId="256"/>
            <ac:spMk id="43" creationId="{2EAE06A6-F76A-41C9-827A-C561B004485C}"/>
          </ac:spMkLst>
        </pc:spChg>
        <pc:spChg chg="add">
          <ac:chgData name="Hilton Sarius" userId="e41e4170-a0b5-4ce6-bed1-533b1cecee6e" providerId="ADAL" clId="{0AB84215-D5DE-4B51-994D-7B1DCB931E97}" dt="2026-02-12T00:36:40.116" v="1115" actId="26606"/>
          <ac:spMkLst>
            <pc:docMk/>
            <pc:sldMk cId="2292098910" sldId="256"/>
            <ac:spMk id="45" creationId="{89F9D4E8-0639-444B-949B-9518585061AF}"/>
          </ac:spMkLst>
        </pc:spChg>
        <pc:spChg chg="add">
          <ac:chgData name="Hilton Sarius" userId="e41e4170-a0b5-4ce6-bed1-533b1cecee6e" providerId="ADAL" clId="{0AB84215-D5DE-4B51-994D-7B1DCB931E97}" dt="2026-02-12T00:36:40.116" v="1115" actId="26606"/>
          <ac:spMkLst>
            <pc:docMk/>
            <pc:sldMk cId="2292098910" sldId="256"/>
            <ac:spMk id="47" creationId="{7E3DA7A2-ED70-4BBA-AB72-00AD461FA405}"/>
          </ac:spMkLst>
        </pc:spChg>
        <pc:spChg chg="add">
          <ac:chgData name="Hilton Sarius" userId="e41e4170-a0b5-4ce6-bed1-533b1cecee6e" providerId="ADAL" clId="{0AB84215-D5DE-4B51-994D-7B1DCB931E97}" dt="2026-02-12T00:36:40.116" v="1115" actId="26606"/>
          <ac:spMkLst>
            <pc:docMk/>
            <pc:sldMk cId="2292098910" sldId="256"/>
            <ac:spMk id="49" creationId="{FC485432-3647-4218-B5D3-15D3FA222B13}"/>
          </ac:spMkLst>
        </pc:spChg>
        <pc:spChg chg="add">
          <ac:chgData name="Hilton Sarius" userId="e41e4170-a0b5-4ce6-bed1-533b1cecee6e" providerId="ADAL" clId="{0AB84215-D5DE-4B51-994D-7B1DCB931E97}" dt="2026-02-12T00:36:40.116" v="1115" actId="26606"/>
          <ac:spMkLst>
            <pc:docMk/>
            <pc:sldMk cId="2292098910" sldId="256"/>
            <ac:spMk id="51" creationId="{F4AFDDCA-6ABA-4D23-8A5C-1BF0F4308148}"/>
          </ac:spMkLst>
        </pc:spChg>
        <pc:picChg chg="add mod">
          <ac:chgData name="Hilton Sarius" userId="e41e4170-a0b5-4ce6-bed1-533b1cecee6e" providerId="ADAL" clId="{0AB84215-D5DE-4B51-994D-7B1DCB931E97}" dt="2026-01-29T01:44:20.126" v="521" actId="26606"/>
          <ac:picMkLst>
            <pc:docMk/>
            <pc:sldMk cId="2292098910" sldId="256"/>
            <ac:picMk id="5" creationId="{02A3B640-7088-0AC7-2ADF-0E8162CDDE50}"/>
          </ac:picMkLst>
        </pc:picChg>
      </pc:sldChg>
      <pc:sldChg chg="addSp delSp modSp mod modNotesTx">
        <pc:chgData name="Hilton Sarius" userId="e41e4170-a0b5-4ce6-bed1-533b1cecee6e" providerId="ADAL" clId="{0AB84215-D5DE-4B51-994D-7B1DCB931E97}" dt="2026-02-27T00:47:28.010" v="5920" actId="20577"/>
        <pc:sldMkLst>
          <pc:docMk/>
          <pc:sldMk cId="1235335610" sldId="258"/>
        </pc:sldMkLst>
        <pc:spChg chg="mod">
          <ac:chgData name="Hilton Sarius" userId="e41e4170-a0b5-4ce6-bed1-533b1cecee6e" providerId="ADAL" clId="{0AB84215-D5DE-4B51-994D-7B1DCB931E97}" dt="2026-02-26T02:14:52.136" v="5150"/>
          <ac:spMkLst>
            <pc:docMk/>
            <pc:sldMk cId="1235335610" sldId="258"/>
            <ac:spMk id="2" creationId="{428ABF6D-83D6-40A1-4B92-285433CE96A4}"/>
          </ac:spMkLst>
        </pc:spChg>
        <pc:spChg chg="add mod">
          <ac:chgData name="Hilton Sarius" userId="e41e4170-a0b5-4ce6-bed1-533b1cecee6e" providerId="ADAL" clId="{0AB84215-D5DE-4B51-994D-7B1DCB931E97}" dt="2026-02-27T00:47:28.010" v="5920" actId="20577"/>
          <ac:spMkLst>
            <pc:docMk/>
            <pc:sldMk cId="1235335610" sldId="258"/>
            <ac:spMk id="3" creationId="{D12C6992-85D6-CD58-2849-ED91C3210759}"/>
          </ac:spMkLst>
        </pc:spChg>
        <pc:spChg chg="add mod">
          <ac:chgData name="Hilton Sarius" userId="e41e4170-a0b5-4ce6-bed1-533b1cecee6e" providerId="ADAL" clId="{0AB84215-D5DE-4B51-994D-7B1DCB931E97}" dt="2026-02-27T00:08:54.318" v="5262" actId="12"/>
          <ac:spMkLst>
            <pc:docMk/>
            <pc:sldMk cId="1235335610" sldId="258"/>
            <ac:spMk id="4" creationId="{FDF234B4-5C39-16CB-3BE9-7D0B7F158AD2}"/>
          </ac:spMkLst>
        </pc:spChg>
        <pc:spChg chg="add mod">
          <ac:chgData name="Hilton Sarius" userId="e41e4170-a0b5-4ce6-bed1-533b1cecee6e" providerId="ADAL" clId="{0AB84215-D5DE-4B51-994D-7B1DCB931E97}" dt="2026-02-27T00:09:26.902" v="5263" actId="12"/>
          <ac:spMkLst>
            <pc:docMk/>
            <pc:sldMk cId="1235335610" sldId="258"/>
            <ac:spMk id="6" creationId="{58ECF709-6362-AAAE-4575-E41A892A7706}"/>
          </ac:spMkLst>
        </pc:spChg>
        <pc:spChg chg="add mod">
          <ac:chgData name="Hilton Sarius" userId="e41e4170-a0b5-4ce6-bed1-533b1cecee6e" providerId="ADAL" clId="{0AB84215-D5DE-4B51-994D-7B1DCB931E97}" dt="2026-02-26T02:19:09.177" v="5180" actId="12"/>
          <ac:spMkLst>
            <pc:docMk/>
            <pc:sldMk cId="1235335610" sldId="258"/>
            <ac:spMk id="7" creationId="{5E277A1A-4729-2AB8-6221-138A656D3504}"/>
          </ac:spMkLst>
        </pc:spChg>
        <pc:picChg chg="add del ord">
          <ac:chgData name="Hilton Sarius" userId="e41e4170-a0b5-4ce6-bed1-533b1cecee6e" providerId="ADAL" clId="{0AB84215-D5DE-4B51-994D-7B1DCB931E97}" dt="2026-02-26T02:15:06.228" v="5161" actId="478"/>
          <ac:picMkLst>
            <pc:docMk/>
            <pc:sldMk cId="1235335610" sldId="258"/>
            <ac:picMk id="5" creationId="{AB2A5F00-0675-27B2-B5ED-AB0426EE97DA}"/>
          </ac:picMkLst>
        </pc:picChg>
        <pc:picChg chg="add mod ord">
          <ac:chgData name="Hilton Sarius" userId="e41e4170-a0b5-4ce6-bed1-533b1cecee6e" providerId="ADAL" clId="{0AB84215-D5DE-4B51-994D-7B1DCB931E97}" dt="2026-02-26T02:19:43.409" v="5184" actId="167"/>
          <ac:picMkLst>
            <pc:docMk/>
            <pc:sldMk cId="1235335610" sldId="258"/>
            <ac:picMk id="9" creationId="{231275F1-42E0-6931-28C8-C6A6F5568130}"/>
          </ac:picMkLst>
        </pc:picChg>
      </pc:sldChg>
      <pc:sldChg chg="addSp delSp modSp del mod ord modNotesTx">
        <pc:chgData name="Hilton Sarius" userId="e41e4170-a0b5-4ce6-bed1-533b1cecee6e" providerId="ADAL" clId="{0AB84215-D5DE-4B51-994D-7B1DCB931E97}" dt="2026-02-27T00:43:31.565" v="5882" actId="47"/>
        <pc:sldMkLst>
          <pc:docMk/>
          <pc:sldMk cId="1796135665" sldId="269"/>
        </pc:sldMkLst>
        <pc:spChg chg="add mod">
          <ac:chgData name="Hilton Sarius" userId="e41e4170-a0b5-4ce6-bed1-533b1cecee6e" providerId="ADAL" clId="{0AB84215-D5DE-4B51-994D-7B1DCB931E97}" dt="2026-02-26T00:55:16.124" v="4914"/>
          <ac:spMkLst>
            <pc:docMk/>
            <pc:sldMk cId="1796135665" sldId="269"/>
            <ac:spMk id="5" creationId="{4B11EDE5-D97B-2481-E948-59E7D2EE3574}"/>
          </ac:spMkLst>
        </pc:spChg>
        <pc:picChg chg="add mod ord">
          <ac:chgData name="Hilton Sarius" userId="e41e4170-a0b5-4ce6-bed1-533b1cecee6e" providerId="ADAL" clId="{0AB84215-D5DE-4B51-994D-7B1DCB931E97}" dt="2026-02-26T00:55:22.359" v="4915" actId="1076"/>
          <ac:picMkLst>
            <pc:docMk/>
            <pc:sldMk cId="1796135665" sldId="269"/>
            <ac:picMk id="4" creationId="{B517925D-0FB1-09F4-AE78-9959FFC92702}"/>
          </ac:picMkLst>
        </pc:picChg>
        <pc:picChg chg="add del ord">
          <ac:chgData name="Hilton Sarius" userId="e41e4170-a0b5-4ce6-bed1-533b1cecee6e" providerId="ADAL" clId="{0AB84215-D5DE-4B51-994D-7B1DCB931E97}" dt="2026-02-26T00:54:40.535" v="4910" actId="478"/>
          <ac:picMkLst>
            <pc:docMk/>
            <pc:sldMk cId="1796135665" sldId="269"/>
            <ac:picMk id="10" creationId="{59076AC3-5495-C744-10B7-3EAD472CE5AB}"/>
          </ac:picMkLst>
        </pc:picChg>
      </pc:sldChg>
      <pc:sldChg chg="addSp delSp modSp add del mod ord">
        <pc:chgData name="Hilton Sarius" userId="e41e4170-a0b5-4ce6-bed1-533b1cecee6e" providerId="ADAL" clId="{0AB84215-D5DE-4B51-994D-7B1DCB931E97}" dt="2026-02-26T01:47:50.231" v="4981" actId="47"/>
        <pc:sldMkLst>
          <pc:docMk/>
          <pc:sldMk cId="140595252" sldId="336"/>
        </pc:sldMkLst>
      </pc:sldChg>
      <pc:sldChg chg="addSp delSp modSp add del mod">
        <pc:chgData name="Hilton Sarius" userId="e41e4170-a0b5-4ce6-bed1-533b1cecee6e" providerId="ADAL" clId="{0AB84215-D5DE-4B51-994D-7B1DCB931E97}" dt="2026-02-26T02:14:57.079" v="5152" actId="47"/>
        <pc:sldMkLst>
          <pc:docMk/>
          <pc:sldMk cId="1376401107" sldId="337"/>
        </pc:sldMkLst>
      </pc:sldChg>
      <pc:sldChg chg="addSp delSp modSp add del mod">
        <pc:chgData name="Hilton Sarius" userId="e41e4170-a0b5-4ce6-bed1-533b1cecee6e" providerId="ADAL" clId="{0AB84215-D5DE-4B51-994D-7B1DCB931E97}" dt="2026-02-26T02:14:57.412" v="5153" actId="47"/>
        <pc:sldMkLst>
          <pc:docMk/>
          <pc:sldMk cId="753351869" sldId="338"/>
        </pc:sldMkLst>
      </pc:sldChg>
      <pc:sldChg chg="addSp delSp modSp add del mod">
        <pc:chgData name="Hilton Sarius" userId="e41e4170-a0b5-4ce6-bed1-533b1cecee6e" providerId="ADAL" clId="{0AB84215-D5DE-4B51-994D-7B1DCB931E97}" dt="2026-02-26T02:14:58.072" v="5154" actId="47"/>
        <pc:sldMkLst>
          <pc:docMk/>
          <pc:sldMk cId="167091224" sldId="339"/>
        </pc:sldMkLst>
      </pc:sldChg>
      <pc:sldChg chg="addSp delSp modSp add del mod">
        <pc:chgData name="Hilton Sarius" userId="e41e4170-a0b5-4ce6-bed1-533b1cecee6e" providerId="ADAL" clId="{0AB84215-D5DE-4B51-994D-7B1DCB931E97}" dt="2026-02-26T02:14:59.155" v="5155" actId="47"/>
        <pc:sldMkLst>
          <pc:docMk/>
          <pc:sldMk cId="3879931272" sldId="340"/>
        </pc:sldMkLst>
      </pc:sldChg>
      <pc:sldChg chg="addSp delSp modSp add del mod">
        <pc:chgData name="Hilton Sarius" userId="e41e4170-a0b5-4ce6-bed1-533b1cecee6e" providerId="ADAL" clId="{0AB84215-D5DE-4B51-994D-7B1DCB931E97}" dt="2026-02-26T02:14:59.581" v="5157" actId="47"/>
        <pc:sldMkLst>
          <pc:docMk/>
          <pc:sldMk cId="190465432" sldId="341"/>
        </pc:sldMkLst>
      </pc:sldChg>
      <pc:sldChg chg="addSp delSp modSp add del mod ord">
        <pc:chgData name="Hilton Sarius" userId="e41e4170-a0b5-4ce6-bed1-533b1cecee6e" providerId="ADAL" clId="{0AB84215-D5DE-4B51-994D-7B1DCB931E97}" dt="2026-02-26T01:47:50.826" v="4982" actId="47"/>
        <pc:sldMkLst>
          <pc:docMk/>
          <pc:sldMk cId="547196953" sldId="342"/>
        </pc:sldMkLst>
      </pc:sldChg>
      <pc:sldChg chg="addSp delSp modSp add del mod">
        <pc:chgData name="Hilton Sarius" userId="e41e4170-a0b5-4ce6-bed1-533b1cecee6e" providerId="ADAL" clId="{0AB84215-D5DE-4B51-994D-7B1DCB931E97}" dt="2026-02-26T02:15:00.276" v="5158" actId="47"/>
        <pc:sldMkLst>
          <pc:docMk/>
          <pc:sldMk cId="2780791465" sldId="343"/>
        </pc:sldMkLst>
      </pc:sldChg>
      <pc:sldChg chg="addSp delSp modSp add del mod ord">
        <pc:chgData name="Hilton Sarius" userId="e41e4170-a0b5-4ce6-bed1-533b1cecee6e" providerId="ADAL" clId="{0AB84215-D5DE-4B51-994D-7B1DCB931E97}" dt="2026-02-26T01:47:51.134" v="4983" actId="47"/>
        <pc:sldMkLst>
          <pc:docMk/>
          <pc:sldMk cId="3415302500" sldId="344"/>
        </pc:sldMkLst>
      </pc:sldChg>
      <pc:sldChg chg="addSp delSp modSp add del mod">
        <pc:chgData name="Hilton Sarius" userId="e41e4170-a0b5-4ce6-bed1-533b1cecee6e" providerId="ADAL" clId="{0AB84215-D5DE-4B51-994D-7B1DCB931E97}" dt="2026-02-26T02:15:00.516" v="5159" actId="47"/>
        <pc:sldMkLst>
          <pc:docMk/>
          <pc:sldMk cId="3678618959" sldId="345"/>
        </pc:sldMkLst>
      </pc:sldChg>
      <pc:sldChg chg="addSp delSp modSp add del mod">
        <pc:chgData name="Hilton Sarius" userId="e41e4170-a0b5-4ce6-bed1-533b1cecee6e" providerId="ADAL" clId="{0AB84215-D5DE-4B51-994D-7B1DCB931E97}" dt="2026-02-26T02:15:01.830" v="5160" actId="47"/>
        <pc:sldMkLst>
          <pc:docMk/>
          <pc:sldMk cId="1592833565" sldId="346"/>
        </pc:sldMkLst>
      </pc:sldChg>
      <pc:sldChg chg="addSp delSp modSp add del mod ord">
        <pc:chgData name="Hilton Sarius" userId="e41e4170-a0b5-4ce6-bed1-533b1cecee6e" providerId="ADAL" clId="{0AB84215-D5DE-4B51-994D-7B1DCB931E97}" dt="2026-02-26T01:47:52.336" v="4984" actId="47"/>
        <pc:sldMkLst>
          <pc:docMk/>
          <pc:sldMk cId="155553640" sldId="347"/>
        </pc:sldMkLst>
      </pc:sldChg>
      <pc:sldChg chg="modSp add mod ord">
        <pc:chgData name="Hilton Sarius" userId="e41e4170-a0b5-4ce6-bed1-533b1cecee6e" providerId="ADAL" clId="{0AB84215-D5DE-4B51-994D-7B1DCB931E97}" dt="2026-02-27T01:07:15.445" v="5967" actId="20577"/>
        <pc:sldMkLst>
          <pc:docMk/>
          <pc:sldMk cId="134886716" sldId="348"/>
        </pc:sldMkLst>
        <pc:spChg chg="mod">
          <ac:chgData name="Hilton Sarius" userId="e41e4170-a0b5-4ce6-bed1-533b1cecee6e" providerId="ADAL" clId="{0AB84215-D5DE-4B51-994D-7B1DCB931E97}" dt="2026-02-12T01:23:06.976" v="1228" actId="20577"/>
          <ac:spMkLst>
            <pc:docMk/>
            <pc:sldMk cId="134886716" sldId="348"/>
            <ac:spMk id="2" creationId="{3A9AF4F0-FC60-B015-A37C-F7ACEF188D99}"/>
          </ac:spMkLst>
        </pc:spChg>
        <pc:spChg chg="mod">
          <ac:chgData name="Hilton Sarius" userId="e41e4170-a0b5-4ce6-bed1-533b1cecee6e" providerId="ADAL" clId="{0AB84215-D5DE-4B51-994D-7B1DCB931E97}" dt="2026-02-27T01:07:15.445" v="5967" actId="20577"/>
          <ac:spMkLst>
            <pc:docMk/>
            <pc:sldMk cId="134886716" sldId="348"/>
            <ac:spMk id="3" creationId="{1CD8A3BF-15BC-4857-BCF7-6E2F91477800}"/>
          </ac:spMkLst>
        </pc:spChg>
      </pc:sldChg>
      <pc:sldChg chg="addSp delSp modSp add del mod modNotesTx">
        <pc:chgData name="Hilton Sarius" userId="e41e4170-a0b5-4ce6-bed1-533b1cecee6e" providerId="ADAL" clId="{0AB84215-D5DE-4B51-994D-7B1DCB931E97}" dt="2026-02-26T00:55:28.519" v="4917" actId="47"/>
        <pc:sldMkLst>
          <pc:docMk/>
          <pc:sldMk cId="3892582570" sldId="349"/>
        </pc:sldMkLst>
      </pc:sldChg>
      <pc:sldChg chg="addSp delSp modSp add del mod modNotesTx">
        <pc:chgData name="Hilton Sarius" userId="e41e4170-a0b5-4ce6-bed1-533b1cecee6e" providerId="ADAL" clId="{0AB84215-D5DE-4B51-994D-7B1DCB931E97}" dt="2026-02-26T00:55:28.718" v="4918" actId="47"/>
        <pc:sldMkLst>
          <pc:docMk/>
          <pc:sldMk cId="169339901" sldId="350"/>
        </pc:sldMkLst>
      </pc:sldChg>
      <pc:sldChg chg="addSp delSp modSp add del mod modNotesTx">
        <pc:chgData name="Hilton Sarius" userId="e41e4170-a0b5-4ce6-bed1-533b1cecee6e" providerId="ADAL" clId="{0AB84215-D5DE-4B51-994D-7B1DCB931E97}" dt="2026-02-26T00:55:28.949" v="4919" actId="47"/>
        <pc:sldMkLst>
          <pc:docMk/>
          <pc:sldMk cId="698252674" sldId="351"/>
        </pc:sldMkLst>
      </pc:sldChg>
      <pc:sldChg chg="addSp delSp modSp add del mod modNotesTx">
        <pc:chgData name="Hilton Sarius" userId="e41e4170-a0b5-4ce6-bed1-533b1cecee6e" providerId="ADAL" clId="{0AB84215-D5DE-4B51-994D-7B1DCB931E97}" dt="2026-02-26T00:55:29.180" v="4920" actId="47"/>
        <pc:sldMkLst>
          <pc:docMk/>
          <pc:sldMk cId="2257717179" sldId="352"/>
        </pc:sldMkLst>
      </pc:sldChg>
      <pc:sldChg chg="addSp delSp modSp add del mod modNotesTx">
        <pc:chgData name="Hilton Sarius" userId="e41e4170-a0b5-4ce6-bed1-533b1cecee6e" providerId="ADAL" clId="{0AB84215-D5DE-4B51-994D-7B1DCB931E97}" dt="2026-02-26T00:55:29.389" v="4921" actId="47"/>
        <pc:sldMkLst>
          <pc:docMk/>
          <pc:sldMk cId="2612340546" sldId="353"/>
        </pc:sldMkLst>
      </pc:sldChg>
      <pc:sldChg chg="addSp delSp modSp add del mod modNotesTx">
        <pc:chgData name="Hilton Sarius" userId="e41e4170-a0b5-4ce6-bed1-533b1cecee6e" providerId="ADAL" clId="{0AB84215-D5DE-4B51-994D-7B1DCB931E97}" dt="2026-02-26T00:55:29.644" v="4922" actId="47"/>
        <pc:sldMkLst>
          <pc:docMk/>
          <pc:sldMk cId="63943230" sldId="354"/>
        </pc:sldMkLst>
      </pc:sldChg>
      <pc:sldChg chg="addSp delSp modSp add del mod modNotesTx">
        <pc:chgData name="Hilton Sarius" userId="e41e4170-a0b5-4ce6-bed1-533b1cecee6e" providerId="ADAL" clId="{0AB84215-D5DE-4B51-994D-7B1DCB931E97}" dt="2026-02-26T00:55:29.851" v="4923" actId="47"/>
        <pc:sldMkLst>
          <pc:docMk/>
          <pc:sldMk cId="2356330734" sldId="355"/>
        </pc:sldMkLst>
      </pc:sldChg>
      <pc:sldChg chg="addSp delSp modSp add del mod">
        <pc:chgData name="Hilton Sarius" userId="e41e4170-a0b5-4ce6-bed1-533b1cecee6e" providerId="ADAL" clId="{0AB84215-D5DE-4B51-994D-7B1DCB931E97}" dt="2026-02-26T00:55:30.843" v="4926" actId="47"/>
        <pc:sldMkLst>
          <pc:docMk/>
          <pc:sldMk cId="229419724" sldId="356"/>
        </pc:sldMkLst>
      </pc:sldChg>
      <pc:sldChg chg="modSp add del mod ord modNotesTx">
        <pc:chgData name="Hilton Sarius" userId="e41e4170-a0b5-4ce6-bed1-533b1cecee6e" providerId="ADAL" clId="{0AB84215-D5DE-4B51-994D-7B1DCB931E97}" dt="2026-02-26T00:55:30.437" v="4925" actId="47"/>
        <pc:sldMkLst>
          <pc:docMk/>
          <pc:sldMk cId="2058098835" sldId="357"/>
        </pc:sldMkLst>
      </pc:sldChg>
      <pc:sldChg chg="addSp delSp modSp add del mod">
        <pc:chgData name="Hilton Sarius" userId="e41e4170-a0b5-4ce6-bed1-533b1cecee6e" providerId="ADAL" clId="{0AB84215-D5DE-4B51-994D-7B1DCB931E97}" dt="2026-02-26T00:55:32.212" v="4927" actId="47"/>
        <pc:sldMkLst>
          <pc:docMk/>
          <pc:sldMk cId="1679388938" sldId="358"/>
        </pc:sldMkLst>
      </pc:sldChg>
      <pc:sldChg chg="addSp delSp modSp add del mod ord modNotesTx">
        <pc:chgData name="Hilton Sarius" userId="e41e4170-a0b5-4ce6-bed1-533b1cecee6e" providerId="ADAL" clId="{0AB84215-D5DE-4B51-994D-7B1DCB931E97}" dt="2026-02-26T00:55:28.344" v="4916" actId="47"/>
        <pc:sldMkLst>
          <pc:docMk/>
          <pc:sldMk cId="3974107756" sldId="359"/>
        </pc:sldMkLst>
      </pc:sldChg>
      <pc:sldChg chg="addSp delSp modSp add del mod">
        <pc:chgData name="Hilton Sarius" userId="e41e4170-a0b5-4ce6-bed1-533b1cecee6e" providerId="ADAL" clId="{0AB84215-D5DE-4B51-994D-7B1DCB931E97}" dt="2026-02-26T00:55:30.140" v="4924" actId="47"/>
        <pc:sldMkLst>
          <pc:docMk/>
          <pc:sldMk cId="3880951173" sldId="360"/>
        </pc:sldMkLst>
      </pc:sldChg>
      <pc:sldChg chg="addSp modSp add del mod">
        <pc:chgData name="Hilton Sarius" userId="e41e4170-a0b5-4ce6-bed1-533b1cecee6e" providerId="ADAL" clId="{0AB84215-D5DE-4B51-994D-7B1DCB931E97}" dt="2026-02-26T02:14:59.381" v="5156" actId="47"/>
        <pc:sldMkLst>
          <pc:docMk/>
          <pc:sldMk cId="4079668013" sldId="361"/>
        </pc:sldMkLst>
      </pc:sldChg>
      <pc:sldChg chg="addSp delSp modSp add mod modNotesTx">
        <pc:chgData name="Hilton Sarius" userId="e41e4170-a0b5-4ce6-bed1-533b1cecee6e" providerId="ADAL" clId="{0AB84215-D5DE-4B51-994D-7B1DCB931E97}" dt="2026-02-27T00:45:52.758" v="5889" actId="20577"/>
        <pc:sldMkLst>
          <pc:docMk/>
          <pc:sldMk cId="769124592" sldId="362"/>
        </pc:sldMkLst>
        <pc:spChg chg="mod">
          <ac:chgData name="Hilton Sarius" userId="e41e4170-a0b5-4ce6-bed1-533b1cecee6e" providerId="ADAL" clId="{0AB84215-D5DE-4B51-994D-7B1DCB931E97}" dt="2026-02-27T00:45:52.758" v="5889" actId="20577"/>
          <ac:spMkLst>
            <pc:docMk/>
            <pc:sldMk cId="769124592" sldId="362"/>
            <ac:spMk id="2" creationId="{0368AB61-5EAD-2DDF-3EFA-76691ECC0086}"/>
          </ac:spMkLst>
        </pc:spChg>
        <pc:picChg chg="del">
          <ac:chgData name="Hilton Sarius" userId="e41e4170-a0b5-4ce6-bed1-533b1cecee6e" providerId="ADAL" clId="{0AB84215-D5DE-4B51-994D-7B1DCB931E97}" dt="2026-02-26T00:56:43.524" v="4929" actId="478"/>
          <ac:picMkLst>
            <pc:docMk/>
            <pc:sldMk cId="769124592" sldId="362"/>
            <ac:picMk id="4" creationId="{BF0161AE-C918-21F9-3202-E2353D0605A4}"/>
          </ac:picMkLst>
        </pc:picChg>
        <pc:picChg chg="add">
          <ac:chgData name="Hilton Sarius" userId="e41e4170-a0b5-4ce6-bed1-533b1cecee6e" providerId="ADAL" clId="{0AB84215-D5DE-4B51-994D-7B1DCB931E97}" dt="2026-02-26T00:56:44.451" v="4930" actId="22"/>
          <ac:picMkLst>
            <pc:docMk/>
            <pc:sldMk cId="769124592" sldId="362"/>
            <ac:picMk id="6" creationId="{967BA104-1748-1175-7338-EAA895689136}"/>
          </ac:picMkLst>
        </pc:picChg>
      </pc:sldChg>
      <pc:sldChg chg="addSp delSp modSp add mod ord modNotesTx">
        <pc:chgData name="Hilton Sarius" userId="e41e4170-a0b5-4ce6-bed1-533b1cecee6e" providerId="ADAL" clId="{0AB84215-D5DE-4B51-994D-7B1DCB931E97}" dt="2026-02-27T00:45:44.659" v="5886" actId="20577"/>
        <pc:sldMkLst>
          <pc:docMk/>
          <pc:sldMk cId="1204112095" sldId="363"/>
        </pc:sldMkLst>
        <pc:spChg chg="mod">
          <ac:chgData name="Hilton Sarius" userId="e41e4170-a0b5-4ce6-bed1-533b1cecee6e" providerId="ADAL" clId="{0AB84215-D5DE-4B51-994D-7B1DCB931E97}" dt="2026-02-27T00:45:44.659" v="5886" actId="20577"/>
          <ac:spMkLst>
            <pc:docMk/>
            <pc:sldMk cId="1204112095" sldId="363"/>
            <ac:spMk id="2" creationId="{98A1F441-1D80-8A25-22A4-0A206366D7E6}"/>
          </ac:spMkLst>
        </pc:spChg>
        <pc:graphicFrameChg chg="add mod modGraphic">
          <ac:chgData name="Hilton Sarius" userId="e41e4170-a0b5-4ce6-bed1-533b1cecee6e" providerId="ADAL" clId="{0AB84215-D5DE-4B51-994D-7B1DCB931E97}" dt="2026-02-26T01:03:20.959" v="4939" actId="207"/>
          <ac:graphicFrameMkLst>
            <pc:docMk/>
            <pc:sldMk cId="1204112095" sldId="363"/>
            <ac:graphicFrameMk id="3" creationId="{AD8CE436-D03B-3D45-07DB-48296C206977}"/>
          </ac:graphicFrameMkLst>
        </pc:graphicFrameChg>
        <pc:picChg chg="del">
          <ac:chgData name="Hilton Sarius" userId="e41e4170-a0b5-4ce6-bed1-533b1cecee6e" providerId="ADAL" clId="{0AB84215-D5DE-4B51-994D-7B1DCB931E97}" dt="2026-02-26T00:56:50.512" v="4932" actId="478"/>
          <ac:picMkLst>
            <pc:docMk/>
            <pc:sldMk cId="1204112095" sldId="363"/>
            <ac:picMk id="6" creationId="{F6B51590-6295-BE35-2761-15718D3ECAEE}"/>
          </ac:picMkLst>
        </pc:picChg>
      </pc:sldChg>
      <pc:sldChg chg="addSp delSp modSp add mod modNotesTx">
        <pc:chgData name="Hilton Sarius" userId="e41e4170-a0b5-4ce6-bed1-533b1cecee6e" providerId="ADAL" clId="{0AB84215-D5DE-4B51-994D-7B1DCB931E97}" dt="2026-02-27T00:45:59.051" v="5892" actId="20577"/>
        <pc:sldMkLst>
          <pc:docMk/>
          <pc:sldMk cId="4229380047" sldId="364"/>
        </pc:sldMkLst>
        <pc:spChg chg="mod">
          <ac:chgData name="Hilton Sarius" userId="e41e4170-a0b5-4ce6-bed1-533b1cecee6e" providerId="ADAL" clId="{0AB84215-D5DE-4B51-994D-7B1DCB931E97}" dt="2026-02-27T00:45:59.051" v="5892" actId="20577"/>
          <ac:spMkLst>
            <pc:docMk/>
            <pc:sldMk cId="4229380047" sldId="364"/>
            <ac:spMk id="2" creationId="{5C76671C-04D4-5E64-A4B0-E23B7DE92C6B}"/>
          </ac:spMkLst>
        </pc:spChg>
        <pc:picChg chg="add">
          <ac:chgData name="Hilton Sarius" userId="e41e4170-a0b5-4ce6-bed1-533b1cecee6e" providerId="ADAL" clId="{0AB84215-D5DE-4B51-994D-7B1DCB931E97}" dt="2026-02-26T01:12:18.728" v="4942" actId="22"/>
          <ac:picMkLst>
            <pc:docMk/>
            <pc:sldMk cId="4229380047" sldId="364"/>
            <ac:picMk id="4" creationId="{41EDF77F-6B13-C165-825E-9A141B0475C7}"/>
          </ac:picMkLst>
        </pc:picChg>
        <pc:picChg chg="del">
          <ac:chgData name="Hilton Sarius" userId="e41e4170-a0b5-4ce6-bed1-533b1cecee6e" providerId="ADAL" clId="{0AB84215-D5DE-4B51-994D-7B1DCB931E97}" dt="2026-02-26T01:12:07.998" v="4941" actId="478"/>
          <ac:picMkLst>
            <pc:docMk/>
            <pc:sldMk cId="4229380047" sldId="364"/>
            <ac:picMk id="6" creationId="{6ACC4FD3-EF86-4680-17D8-02F6952575B0}"/>
          </ac:picMkLst>
        </pc:picChg>
      </pc:sldChg>
      <pc:sldChg chg="addSp delSp modSp add mod modNotesTx">
        <pc:chgData name="Hilton Sarius" userId="e41e4170-a0b5-4ce6-bed1-533b1cecee6e" providerId="ADAL" clId="{0AB84215-D5DE-4B51-994D-7B1DCB931E97}" dt="2026-02-27T00:46:05.970" v="5895" actId="20577"/>
        <pc:sldMkLst>
          <pc:docMk/>
          <pc:sldMk cId="2997862834" sldId="365"/>
        </pc:sldMkLst>
        <pc:spChg chg="mod">
          <ac:chgData name="Hilton Sarius" userId="e41e4170-a0b5-4ce6-bed1-533b1cecee6e" providerId="ADAL" clId="{0AB84215-D5DE-4B51-994D-7B1DCB931E97}" dt="2026-02-27T00:46:05.970" v="5895" actId="20577"/>
          <ac:spMkLst>
            <pc:docMk/>
            <pc:sldMk cId="2997862834" sldId="365"/>
            <ac:spMk id="2" creationId="{97CC8D74-AFCB-92DB-F25F-18B7A847C886}"/>
          </ac:spMkLst>
        </pc:spChg>
        <pc:picChg chg="del">
          <ac:chgData name="Hilton Sarius" userId="e41e4170-a0b5-4ce6-bed1-533b1cecee6e" providerId="ADAL" clId="{0AB84215-D5DE-4B51-994D-7B1DCB931E97}" dt="2026-02-26T01:19:01.192" v="4944" actId="478"/>
          <ac:picMkLst>
            <pc:docMk/>
            <pc:sldMk cId="2997862834" sldId="365"/>
            <ac:picMk id="4" creationId="{A992201F-CC8F-45DA-5617-784275EC27DF}"/>
          </ac:picMkLst>
        </pc:picChg>
        <pc:picChg chg="add mod ord">
          <ac:chgData name="Hilton Sarius" userId="e41e4170-a0b5-4ce6-bed1-533b1cecee6e" providerId="ADAL" clId="{0AB84215-D5DE-4B51-994D-7B1DCB931E97}" dt="2026-02-26T01:19:08.508" v="4947" actId="167"/>
          <ac:picMkLst>
            <pc:docMk/>
            <pc:sldMk cId="2997862834" sldId="365"/>
            <ac:picMk id="6" creationId="{FC93B407-45D7-076E-BF2E-E0F233C93A8E}"/>
          </ac:picMkLst>
        </pc:picChg>
      </pc:sldChg>
      <pc:sldChg chg="addSp delSp modSp add mod modNotesTx">
        <pc:chgData name="Hilton Sarius" userId="e41e4170-a0b5-4ce6-bed1-533b1cecee6e" providerId="ADAL" clId="{0AB84215-D5DE-4B51-994D-7B1DCB931E97}" dt="2026-02-27T00:46:14.073" v="5897" actId="20577"/>
        <pc:sldMkLst>
          <pc:docMk/>
          <pc:sldMk cId="270888245" sldId="366"/>
        </pc:sldMkLst>
        <pc:spChg chg="mod">
          <ac:chgData name="Hilton Sarius" userId="e41e4170-a0b5-4ce6-bed1-533b1cecee6e" providerId="ADAL" clId="{0AB84215-D5DE-4B51-994D-7B1DCB931E97}" dt="2026-02-27T00:46:14.073" v="5897" actId="20577"/>
          <ac:spMkLst>
            <pc:docMk/>
            <pc:sldMk cId="270888245" sldId="366"/>
            <ac:spMk id="2" creationId="{2FCE839C-D607-8154-5CF6-AA9189BA957D}"/>
          </ac:spMkLst>
        </pc:spChg>
        <pc:picChg chg="add mod ord">
          <ac:chgData name="Hilton Sarius" userId="e41e4170-a0b5-4ce6-bed1-533b1cecee6e" providerId="ADAL" clId="{0AB84215-D5DE-4B51-994D-7B1DCB931E97}" dt="2026-02-26T01:24:27.775" v="4952" actId="14100"/>
          <ac:picMkLst>
            <pc:docMk/>
            <pc:sldMk cId="270888245" sldId="366"/>
            <ac:picMk id="4" creationId="{EEF89D91-3E34-2D94-3503-B3D736DED9C4}"/>
          </ac:picMkLst>
        </pc:picChg>
        <pc:picChg chg="del">
          <ac:chgData name="Hilton Sarius" userId="e41e4170-a0b5-4ce6-bed1-533b1cecee6e" providerId="ADAL" clId="{0AB84215-D5DE-4B51-994D-7B1DCB931E97}" dt="2026-02-26T01:24:22.176" v="4949" actId="478"/>
          <ac:picMkLst>
            <pc:docMk/>
            <pc:sldMk cId="270888245" sldId="366"/>
            <ac:picMk id="6" creationId="{8C1FE105-2B6A-92BA-5EC1-E7467AF8E530}"/>
          </ac:picMkLst>
        </pc:picChg>
      </pc:sldChg>
      <pc:sldChg chg="addSp delSp modSp add mod modNotesTx">
        <pc:chgData name="Hilton Sarius" userId="e41e4170-a0b5-4ce6-bed1-533b1cecee6e" providerId="ADAL" clId="{0AB84215-D5DE-4B51-994D-7B1DCB931E97}" dt="2026-02-27T00:46:20.992" v="5899" actId="20577"/>
        <pc:sldMkLst>
          <pc:docMk/>
          <pc:sldMk cId="3232453610" sldId="367"/>
        </pc:sldMkLst>
        <pc:spChg chg="mod">
          <ac:chgData name="Hilton Sarius" userId="e41e4170-a0b5-4ce6-bed1-533b1cecee6e" providerId="ADAL" clId="{0AB84215-D5DE-4B51-994D-7B1DCB931E97}" dt="2026-02-27T00:46:20.992" v="5899" actId="20577"/>
          <ac:spMkLst>
            <pc:docMk/>
            <pc:sldMk cId="3232453610" sldId="367"/>
            <ac:spMk id="2" creationId="{DFEB76CF-DF34-7068-A3EC-B8402CE48EB8}"/>
          </ac:spMkLst>
        </pc:spChg>
        <pc:picChg chg="del">
          <ac:chgData name="Hilton Sarius" userId="e41e4170-a0b5-4ce6-bed1-533b1cecee6e" providerId="ADAL" clId="{0AB84215-D5DE-4B51-994D-7B1DCB931E97}" dt="2026-02-26T01:28:24.379" v="4954" actId="478"/>
          <ac:picMkLst>
            <pc:docMk/>
            <pc:sldMk cId="3232453610" sldId="367"/>
            <ac:picMk id="4" creationId="{1D157597-69D0-20A0-5D58-3B8DAECD9998}"/>
          </ac:picMkLst>
        </pc:picChg>
        <pc:picChg chg="add del">
          <ac:chgData name="Hilton Sarius" userId="e41e4170-a0b5-4ce6-bed1-533b1cecee6e" providerId="ADAL" clId="{0AB84215-D5DE-4B51-994D-7B1DCB931E97}" dt="2026-02-26T01:30:00.175" v="4956" actId="478"/>
          <ac:picMkLst>
            <pc:docMk/>
            <pc:sldMk cId="3232453610" sldId="367"/>
            <ac:picMk id="6" creationId="{8FED41DA-A9EF-08C5-337F-F28205DBA0C4}"/>
          </ac:picMkLst>
        </pc:picChg>
        <pc:picChg chg="add">
          <ac:chgData name="Hilton Sarius" userId="e41e4170-a0b5-4ce6-bed1-533b1cecee6e" providerId="ADAL" clId="{0AB84215-D5DE-4B51-994D-7B1DCB931E97}" dt="2026-02-26T01:30:00.756" v="4957" actId="22"/>
          <ac:picMkLst>
            <pc:docMk/>
            <pc:sldMk cId="3232453610" sldId="367"/>
            <ac:picMk id="8" creationId="{B9993788-67EA-87BC-6D00-CF46A499CEE5}"/>
          </ac:picMkLst>
        </pc:picChg>
      </pc:sldChg>
      <pc:sldChg chg="addSp delSp modSp add mod modNotesTx">
        <pc:chgData name="Hilton Sarius" userId="e41e4170-a0b5-4ce6-bed1-533b1cecee6e" providerId="ADAL" clId="{0AB84215-D5DE-4B51-994D-7B1DCB931E97}" dt="2026-02-27T00:46:26.496" v="5901" actId="20577"/>
        <pc:sldMkLst>
          <pc:docMk/>
          <pc:sldMk cId="238081852" sldId="368"/>
        </pc:sldMkLst>
        <pc:spChg chg="mod">
          <ac:chgData name="Hilton Sarius" userId="e41e4170-a0b5-4ce6-bed1-533b1cecee6e" providerId="ADAL" clId="{0AB84215-D5DE-4B51-994D-7B1DCB931E97}" dt="2026-02-27T00:46:26.496" v="5901" actId="20577"/>
          <ac:spMkLst>
            <pc:docMk/>
            <pc:sldMk cId="238081852" sldId="368"/>
            <ac:spMk id="2" creationId="{9BF7B0F4-2623-4FAE-4EA4-3D6A4AF405B9}"/>
          </ac:spMkLst>
        </pc:spChg>
        <pc:picChg chg="add">
          <ac:chgData name="Hilton Sarius" userId="e41e4170-a0b5-4ce6-bed1-533b1cecee6e" providerId="ADAL" clId="{0AB84215-D5DE-4B51-994D-7B1DCB931E97}" dt="2026-02-26T01:35:58.519" v="4960" actId="22"/>
          <ac:picMkLst>
            <pc:docMk/>
            <pc:sldMk cId="238081852" sldId="368"/>
            <ac:picMk id="4" creationId="{680EBDDD-1553-A7F2-1DE6-0D8C783A291E}"/>
          </ac:picMkLst>
        </pc:picChg>
        <pc:picChg chg="del">
          <ac:chgData name="Hilton Sarius" userId="e41e4170-a0b5-4ce6-bed1-533b1cecee6e" providerId="ADAL" clId="{0AB84215-D5DE-4B51-994D-7B1DCB931E97}" dt="2026-02-26T01:35:58.211" v="4959" actId="478"/>
          <ac:picMkLst>
            <pc:docMk/>
            <pc:sldMk cId="238081852" sldId="368"/>
            <ac:picMk id="8" creationId="{ED997A4C-D95E-EEE7-15A3-4D508691F09D}"/>
          </ac:picMkLst>
        </pc:picChg>
      </pc:sldChg>
      <pc:sldChg chg="addSp delSp modSp add mod modNotesTx">
        <pc:chgData name="Hilton Sarius" userId="e41e4170-a0b5-4ce6-bed1-533b1cecee6e" providerId="ADAL" clId="{0AB84215-D5DE-4B51-994D-7B1DCB931E97}" dt="2026-02-27T00:46:32.943" v="5903" actId="20577"/>
        <pc:sldMkLst>
          <pc:docMk/>
          <pc:sldMk cId="3671285366" sldId="369"/>
        </pc:sldMkLst>
        <pc:spChg chg="mod">
          <ac:chgData name="Hilton Sarius" userId="e41e4170-a0b5-4ce6-bed1-533b1cecee6e" providerId="ADAL" clId="{0AB84215-D5DE-4B51-994D-7B1DCB931E97}" dt="2026-02-27T00:46:32.943" v="5903" actId="20577"/>
          <ac:spMkLst>
            <pc:docMk/>
            <pc:sldMk cId="3671285366" sldId="369"/>
            <ac:spMk id="2" creationId="{3270B268-37BA-52C7-0D77-257296D13D54}"/>
          </ac:spMkLst>
        </pc:spChg>
        <pc:picChg chg="del">
          <ac:chgData name="Hilton Sarius" userId="e41e4170-a0b5-4ce6-bed1-533b1cecee6e" providerId="ADAL" clId="{0AB84215-D5DE-4B51-994D-7B1DCB931E97}" dt="2026-02-26T01:36:03.017" v="4962" actId="478"/>
          <ac:picMkLst>
            <pc:docMk/>
            <pc:sldMk cId="3671285366" sldId="369"/>
            <ac:picMk id="4" creationId="{F9871943-798D-289D-4DC4-560F0CEB9F57}"/>
          </ac:picMkLst>
        </pc:picChg>
        <pc:picChg chg="add">
          <ac:chgData name="Hilton Sarius" userId="e41e4170-a0b5-4ce6-bed1-533b1cecee6e" providerId="ADAL" clId="{0AB84215-D5DE-4B51-994D-7B1DCB931E97}" dt="2026-02-26T01:36:15.292" v="4963" actId="22"/>
          <ac:picMkLst>
            <pc:docMk/>
            <pc:sldMk cId="3671285366" sldId="369"/>
            <ac:picMk id="6" creationId="{A18A9BB1-48DD-DC79-7DC4-B9734FFD89CD}"/>
          </ac:picMkLst>
        </pc:picChg>
      </pc:sldChg>
      <pc:sldChg chg="addSp delSp modSp add mod modNotesTx">
        <pc:chgData name="Hilton Sarius" userId="e41e4170-a0b5-4ce6-bed1-533b1cecee6e" providerId="ADAL" clId="{0AB84215-D5DE-4B51-994D-7B1DCB931E97}" dt="2026-02-27T00:46:39.795" v="5906" actId="20577"/>
        <pc:sldMkLst>
          <pc:docMk/>
          <pc:sldMk cId="605939909" sldId="370"/>
        </pc:sldMkLst>
        <pc:spChg chg="mod">
          <ac:chgData name="Hilton Sarius" userId="e41e4170-a0b5-4ce6-bed1-533b1cecee6e" providerId="ADAL" clId="{0AB84215-D5DE-4B51-994D-7B1DCB931E97}" dt="2026-02-27T00:46:39.795" v="5906" actId="20577"/>
          <ac:spMkLst>
            <pc:docMk/>
            <pc:sldMk cId="605939909" sldId="370"/>
            <ac:spMk id="2" creationId="{480AE05D-DB4A-8ABD-C25C-D0796A74442F}"/>
          </ac:spMkLst>
        </pc:spChg>
        <pc:picChg chg="add">
          <ac:chgData name="Hilton Sarius" userId="e41e4170-a0b5-4ce6-bed1-533b1cecee6e" providerId="ADAL" clId="{0AB84215-D5DE-4B51-994D-7B1DCB931E97}" dt="2026-02-26T01:37:14.457" v="4966" actId="22"/>
          <ac:picMkLst>
            <pc:docMk/>
            <pc:sldMk cId="605939909" sldId="370"/>
            <ac:picMk id="4" creationId="{E52BB5DD-5D2E-9AD8-2D29-B03EE965EC25}"/>
          </ac:picMkLst>
        </pc:picChg>
        <pc:picChg chg="del">
          <ac:chgData name="Hilton Sarius" userId="e41e4170-a0b5-4ce6-bed1-533b1cecee6e" providerId="ADAL" clId="{0AB84215-D5DE-4B51-994D-7B1DCB931E97}" dt="2026-02-26T01:37:00.645" v="4965" actId="478"/>
          <ac:picMkLst>
            <pc:docMk/>
            <pc:sldMk cId="605939909" sldId="370"/>
            <ac:picMk id="6" creationId="{8F65C328-94BC-33FA-CF99-A1515489189B}"/>
          </ac:picMkLst>
        </pc:picChg>
      </pc:sldChg>
      <pc:sldChg chg="addSp delSp modSp add mod modNotesTx">
        <pc:chgData name="Hilton Sarius" userId="e41e4170-a0b5-4ce6-bed1-533b1cecee6e" providerId="ADAL" clId="{0AB84215-D5DE-4B51-994D-7B1DCB931E97}" dt="2026-02-27T00:46:47.832" v="5910" actId="20577"/>
        <pc:sldMkLst>
          <pc:docMk/>
          <pc:sldMk cId="992015866" sldId="371"/>
        </pc:sldMkLst>
        <pc:spChg chg="mod">
          <ac:chgData name="Hilton Sarius" userId="e41e4170-a0b5-4ce6-bed1-533b1cecee6e" providerId="ADAL" clId="{0AB84215-D5DE-4B51-994D-7B1DCB931E97}" dt="2026-02-27T00:46:47.832" v="5910" actId="20577"/>
          <ac:spMkLst>
            <pc:docMk/>
            <pc:sldMk cId="992015866" sldId="371"/>
            <ac:spMk id="2" creationId="{102C2F4F-F4D7-5220-A104-B628619DA30F}"/>
          </ac:spMkLst>
        </pc:spChg>
        <pc:picChg chg="del">
          <ac:chgData name="Hilton Sarius" userId="e41e4170-a0b5-4ce6-bed1-533b1cecee6e" providerId="ADAL" clId="{0AB84215-D5DE-4B51-994D-7B1DCB931E97}" dt="2026-02-26T01:38:56.912" v="4968" actId="478"/>
          <ac:picMkLst>
            <pc:docMk/>
            <pc:sldMk cId="992015866" sldId="371"/>
            <ac:picMk id="4" creationId="{394D1F9C-2C83-486C-C327-31629F92A7C6}"/>
          </ac:picMkLst>
        </pc:picChg>
        <pc:picChg chg="add">
          <ac:chgData name="Hilton Sarius" userId="e41e4170-a0b5-4ce6-bed1-533b1cecee6e" providerId="ADAL" clId="{0AB84215-D5DE-4B51-994D-7B1DCB931E97}" dt="2026-02-26T01:38:57.184" v="4969" actId="22"/>
          <ac:picMkLst>
            <pc:docMk/>
            <pc:sldMk cId="992015866" sldId="371"/>
            <ac:picMk id="6" creationId="{3CE52296-BC7E-0D08-FF4D-5E0DFEDF1FBB}"/>
          </ac:picMkLst>
        </pc:picChg>
      </pc:sldChg>
      <pc:sldChg chg="addSp delSp modSp add mod modNotesTx">
        <pc:chgData name="Hilton Sarius" userId="e41e4170-a0b5-4ce6-bed1-533b1cecee6e" providerId="ADAL" clId="{0AB84215-D5DE-4B51-994D-7B1DCB931E97}" dt="2026-02-27T00:47:03.623" v="5914" actId="20577"/>
        <pc:sldMkLst>
          <pc:docMk/>
          <pc:sldMk cId="678625189" sldId="372"/>
        </pc:sldMkLst>
        <pc:spChg chg="mod">
          <ac:chgData name="Hilton Sarius" userId="e41e4170-a0b5-4ce6-bed1-533b1cecee6e" providerId="ADAL" clId="{0AB84215-D5DE-4B51-994D-7B1DCB931E97}" dt="2026-02-27T00:47:03.623" v="5914" actId="20577"/>
          <ac:spMkLst>
            <pc:docMk/>
            <pc:sldMk cId="678625189" sldId="372"/>
            <ac:spMk id="2" creationId="{4AADFC9A-6050-851E-85A0-37C7664E41D3}"/>
          </ac:spMkLst>
        </pc:spChg>
        <pc:picChg chg="add">
          <ac:chgData name="Hilton Sarius" userId="e41e4170-a0b5-4ce6-bed1-533b1cecee6e" providerId="ADAL" clId="{0AB84215-D5DE-4B51-994D-7B1DCB931E97}" dt="2026-02-26T01:40:17.790" v="4972" actId="22"/>
          <ac:picMkLst>
            <pc:docMk/>
            <pc:sldMk cId="678625189" sldId="372"/>
            <ac:picMk id="4" creationId="{E8F32B50-1ACB-E7CE-AC77-AD3ADFFB26E8}"/>
          </ac:picMkLst>
        </pc:picChg>
        <pc:picChg chg="del">
          <ac:chgData name="Hilton Sarius" userId="e41e4170-a0b5-4ce6-bed1-533b1cecee6e" providerId="ADAL" clId="{0AB84215-D5DE-4B51-994D-7B1DCB931E97}" dt="2026-02-26T01:39:01.637" v="4971" actId="478"/>
          <ac:picMkLst>
            <pc:docMk/>
            <pc:sldMk cId="678625189" sldId="372"/>
            <ac:picMk id="6" creationId="{6626D967-08C5-C2AB-5D73-A66E0F7AFEC9}"/>
          </ac:picMkLst>
        </pc:picChg>
      </pc:sldChg>
      <pc:sldChg chg="addSp delSp modSp add mod modNotesTx">
        <pc:chgData name="Hilton Sarius" userId="e41e4170-a0b5-4ce6-bed1-533b1cecee6e" providerId="ADAL" clId="{0AB84215-D5DE-4B51-994D-7B1DCB931E97}" dt="2026-02-27T00:56:32.053" v="5965" actId="1076"/>
        <pc:sldMkLst>
          <pc:docMk/>
          <pc:sldMk cId="73365345" sldId="373"/>
        </pc:sldMkLst>
        <pc:spChg chg="mod">
          <ac:chgData name="Hilton Sarius" userId="e41e4170-a0b5-4ce6-bed1-533b1cecee6e" providerId="ADAL" clId="{0AB84215-D5DE-4B51-994D-7B1DCB931E97}" dt="2026-02-27T00:47:12.696" v="5916" actId="20577"/>
          <ac:spMkLst>
            <pc:docMk/>
            <pc:sldMk cId="73365345" sldId="373"/>
            <ac:spMk id="2" creationId="{F7F03BA7-4C0C-9D5D-EBA4-74C95AA98CFB}"/>
          </ac:spMkLst>
        </pc:spChg>
        <pc:picChg chg="add mod">
          <ac:chgData name="Hilton Sarius" userId="e41e4170-a0b5-4ce6-bed1-533b1cecee6e" providerId="ADAL" clId="{0AB84215-D5DE-4B51-994D-7B1DCB931E97}" dt="2026-02-27T00:56:28.456" v="5964" actId="1076"/>
          <ac:picMkLst>
            <pc:docMk/>
            <pc:sldMk cId="73365345" sldId="373"/>
            <ac:picMk id="4" creationId="{55B5DC12-D273-D8CD-3B3F-A61B6FFA61CD}"/>
          </ac:picMkLst>
        </pc:picChg>
        <pc:picChg chg="del">
          <ac:chgData name="Hilton Sarius" userId="e41e4170-a0b5-4ce6-bed1-533b1cecee6e" providerId="ADAL" clId="{0AB84215-D5DE-4B51-994D-7B1DCB931E97}" dt="2026-02-26T01:41:54.969" v="4974" actId="478"/>
          <ac:picMkLst>
            <pc:docMk/>
            <pc:sldMk cId="73365345" sldId="373"/>
            <ac:picMk id="4" creationId="{E44E4CF2-E06A-989B-6FFB-2AE9F173EFC0}"/>
          </ac:picMkLst>
        </pc:picChg>
        <pc:picChg chg="add mod">
          <ac:chgData name="Hilton Sarius" userId="e41e4170-a0b5-4ce6-bed1-533b1cecee6e" providerId="ADAL" clId="{0AB84215-D5DE-4B51-994D-7B1DCB931E97}" dt="2026-02-27T00:56:32.053" v="5965" actId="1076"/>
          <ac:picMkLst>
            <pc:docMk/>
            <pc:sldMk cId="73365345" sldId="373"/>
            <ac:picMk id="6" creationId="{FD8A0AAE-D261-A233-E3FF-F619B3278BB5}"/>
          </ac:picMkLst>
        </pc:picChg>
      </pc:sldChg>
      <pc:sldChg chg="addSp delSp modSp add mod modNotesTx">
        <pc:chgData name="Hilton Sarius" userId="e41e4170-a0b5-4ce6-bed1-533b1cecee6e" providerId="ADAL" clId="{0AB84215-D5DE-4B51-994D-7B1DCB931E97}" dt="2026-02-27T00:47:18.089" v="5918" actId="20577"/>
        <pc:sldMkLst>
          <pc:docMk/>
          <pc:sldMk cId="2405514774" sldId="374"/>
        </pc:sldMkLst>
        <pc:spChg chg="mod">
          <ac:chgData name="Hilton Sarius" userId="e41e4170-a0b5-4ce6-bed1-533b1cecee6e" providerId="ADAL" clId="{0AB84215-D5DE-4B51-994D-7B1DCB931E97}" dt="2026-02-27T00:47:18.089" v="5918" actId="20577"/>
          <ac:spMkLst>
            <pc:docMk/>
            <pc:sldMk cId="2405514774" sldId="374"/>
            <ac:spMk id="2" creationId="{6AB2541D-317E-7506-293E-7867B9C791CD}"/>
          </ac:spMkLst>
        </pc:spChg>
        <pc:picChg chg="add">
          <ac:chgData name="Hilton Sarius" userId="e41e4170-a0b5-4ce6-bed1-533b1cecee6e" providerId="ADAL" clId="{0AB84215-D5DE-4B51-994D-7B1DCB931E97}" dt="2026-02-26T01:47:16.958" v="4978" actId="22"/>
          <ac:picMkLst>
            <pc:docMk/>
            <pc:sldMk cId="2405514774" sldId="374"/>
            <ac:picMk id="4" creationId="{0D55BFBF-F26E-462F-D6F6-8EAE6A6D1CFF}"/>
          </ac:picMkLst>
        </pc:picChg>
        <pc:picChg chg="del">
          <ac:chgData name="Hilton Sarius" userId="e41e4170-a0b5-4ce6-bed1-533b1cecee6e" providerId="ADAL" clId="{0AB84215-D5DE-4B51-994D-7B1DCB931E97}" dt="2026-02-26T01:45:22.917" v="4977" actId="478"/>
          <ac:picMkLst>
            <pc:docMk/>
            <pc:sldMk cId="2405514774" sldId="374"/>
            <ac:picMk id="6" creationId="{5226B2C4-5475-3C48-5CDE-6AC00BA78711}"/>
          </ac:picMkLst>
        </pc:picChg>
      </pc:sldChg>
      <pc:sldChg chg="addSp delSp modSp add mod ord setBg delDesignElem">
        <pc:chgData name="Hilton Sarius" userId="e41e4170-a0b5-4ce6-bed1-533b1cecee6e" providerId="ADAL" clId="{0AB84215-D5DE-4B51-994D-7B1DCB931E97}" dt="2026-02-26T02:00:01.989" v="5091" actId="113"/>
        <pc:sldMkLst>
          <pc:docMk/>
          <pc:sldMk cId="2984705734" sldId="375"/>
        </pc:sldMkLst>
        <pc:spChg chg="mod">
          <ac:chgData name="Hilton Sarius" userId="e41e4170-a0b5-4ce6-bed1-533b1cecee6e" providerId="ADAL" clId="{0AB84215-D5DE-4B51-994D-7B1DCB931E97}" dt="2026-02-26T01:51:51.214" v="5024" actId="207"/>
          <ac:spMkLst>
            <pc:docMk/>
            <pc:sldMk cId="2984705734" sldId="375"/>
            <ac:spMk id="2" creationId="{BEC6D9E5-A1F2-E20C-4045-029E1C00C3F9}"/>
          </ac:spMkLst>
        </pc:spChg>
        <pc:spChg chg="mod">
          <ac:chgData name="Hilton Sarius" userId="e41e4170-a0b5-4ce6-bed1-533b1cecee6e" providerId="ADAL" clId="{0AB84215-D5DE-4B51-994D-7B1DCB931E97}" dt="2026-02-26T02:00:01.989" v="5091" actId="113"/>
          <ac:spMkLst>
            <pc:docMk/>
            <pc:sldMk cId="2984705734" sldId="375"/>
            <ac:spMk id="3" creationId="{A81420D5-891D-7C06-F4BE-821B8BE99989}"/>
          </ac:spMkLst>
        </pc:spChg>
        <pc:spChg chg="add mod">
          <ac:chgData name="Hilton Sarius" userId="e41e4170-a0b5-4ce6-bed1-533b1cecee6e" providerId="ADAL" clId="{0AB84215-D5DE-4B51-994D-7B1DCB931E97}" dt="2026-02-26T01:48:22.582" v="4990"/>
          <ac:spMkLst>
            <pc:docMk/>
            <pc:sldMk cId="2984705734" sldId="375"/>
            <ac:spMk id="4" creationId="{FDE1D41D-21E9-39F4-F8F7-34C48031A372}"/>
          </ac:spMkLst>
        </pc:spChg>
        <pc:spChg chg="del">
          <ac:chgData name="Hilton Sarius" userId="e41e4170-a0b5-4ce6-bed1-533b1cecee6e" providerId="ADAL" clId="{0AB84215-D5DE-4B51-994D-7B1DCB931E97}" dt="2026-02-26T01:47:54.352" v="4986"/>
          <ac:spMkLst>
            <pc:docMk/>
            <pc:sldMk cId="2984705734" sldId="375"/>
            <ac:spMk id="41" creationId="{006076AF-3117-6593-B37A-565246528CD2}"/>
          </ac:spMkLst>
        </pc:spChg>
        <pc:spChg chg="del">
          <ac:chgData name="Hilton Sarius" userId="e41e4170-a0b5-4ce6-bed1-533b1cecee6e" providerId="ADAL" clId="{0AB84215-D5DE-4B51-994D-7B1DCB931E97}" dt="2026-02-26T01:47:54.352" v="4986"/>
          <ac:spMkLst>
            <pc:docMk/>
            <pc:sldMk cId="2984705734" sldId="375"/>
            <ac:spMk id="43" creationId="{FA5F84E3-2F29-48A1-7998-0ED78BF8A465}"/>
          </ac:spMkLst>
        </pc:spChg>
        <pc:spChg chg="del">
          <ac:chgData name="Hilton Sarius" userId="e41e4170-a0b5-4ce6-bed1-533b1cecee6e" providerId="ADAL" clId="{0AB84215-D5DE-4B51-994D-7B1DCB931E97}" dt="2026-02-26T01:47:54.352" v="4986"/>
          <ac:spMkLst>
            <pc:docMk/>
            <pc:sldMk cId="2984705734" sldId="375"/>
            <ac:spMk id="45" creationId="{63FC2517-8450-4FDA-FD9A-78BC26FF591D}"/>
          </ac:spMkLst>
        </pc:spChg>
        <pc:spChg chg="del">
          <ac:chgData name="Hilton Sarius" userId="e41e4170-a0b5-4ce6-bed1-533b1cecee6e" providerId="ADAL" clId="{0AB84215-D5DE-4B51-994D-7B1DCB931E97}" dt="2026-02-26T01:47:54.352" v="4986"/>
          <ac:spMkLst>
            <pc:docMk/>
            <pc:sldMk cId="2984705734" sldId="375"/>
            <ac:spMk id="47" creationId="{2E0A4DDF-3CF3-26CB-645A-11FC5638A4BC}"/>
          </ac:spMkLst>
        </pc:spChg>
        <pc:spChg chg="del">
          <ac:chgData name="Hilton Sarius" userId="e41e4170-a0b5-4ce6-bed1-533b1cecee6e" providerId="ADAL" clId="{0AB84215-D5DE-4B51-994D-7B1DCB931E97}" dt="2026-02-26T01:47:54.352" v="4986"/>
          <ac:spMkLst>
            <pc:docMk/>
            <pc:sldMk cId="2984705734" sldId="375"/>
            <ac:spMk id="49" creationId="{C41DEDB9-2CC6-CA7C-28CF-73C716AB0994}"/>
          </ac:spMkLst>
        </pc:spChg>
        <pc:spChg chg="del">
          <ac:chgData name="Hilton Sarius" userId="e41e4170-a0b5-4ce6-bed1-533b1cecee6e" providerId="ADAL" clId="{0AB84215-D5DE-4B51-994D-7B1DCB931E97}" dt="2026-02-26T01:47:54.352" v="4986"/>
          <ac:spMkLst>
            <pc:docMk/>
            <pc:sldMk cId="2984705734" sldId="375"/>
            <ac:spMk id="51" creationId="{2612ADF1-A049-D905-F81D-0056C5B2C9FD}"/>
          </ac:spMkLst>
        </pc:spChg>
        <pc:picChg chg="add mod ord">
          <ac:chgData name="Hilton Sarius" userId="e41e4170-a0b5-4ce6-bed1-533b1cecee6e" providerId="ADAL" clId="{0AB84215-D5DE-4B51-994D-7B1DCB931E97}" dt="2026-02-26T01:50:40.628" v="5015" actId="29295"/>
          <ac:picMkLst>
            <pc:docMk/>
            <pc:sldMk cId="2984705734" sldId="375"/>
            <ac:picMk id="7" creationId="{B115BAAA-1093-8752-5994-D3C1004B43D5}"/>
          </ac:picMkLst>
        </pc:picChg>
      </pc:sldChg>
      <pc:sldChg chg="addSp delSp modSp add mod ord modNotesTx">
        <pc:chgData name="Hilton Sarius" userId="e41e4170-a0b5-4ce6-bed1-533b1cecee6e" providerId="ADAL" clId="{0AB84215-D5DE-4B51-994D-7B1DCB931E97}" dt="2026-02-27T00:45:38.013" v="5883" actId="20577"/>
        <pc:sldMkLst>
          <pc:docMk/>
          <pc:sldMk cId="991245229" sldId="376"/>
        </pc:sldMkLst>
        <pc:spChg chg="mod">
          <ac:chgData name="Hilton Sarius" userId="e41e4170-a0b5-4ce6-bed1-533b1cecee6e" providerId="ADAL" clId="{0AB84215-D5DE-4B51-994D-7B1DCB931E97}" dt="2026-02-27T00:45:38.013" v="5883" actId="20577"/>
          <ac:spMkLst>
            <pc:docMk/>
            <pc:sldMk cId="991245229" sldId="376"/>
            <ac:spMk id="2" creationId="{112630E5-9637-74B8-DEA1-56B71AD25CD8}"/>
          </ac:spMkLst>
        </pc:spChg>
        <pc:spChg chg="add mod">
          <ac:chgData name="Hilton Sarius" userId="e41e4170-a0b5-4ce6-bed1-533b1cecee6e" providerId="ADAL" clId="{0AB84215-D5DE-4B51-994D-7B1DCB931E97}" dt="2026-02-26T02:03:20.173" v="5148" actId="1076"/>
          <ac:spMkLst>
            <pc:docMk/>
            <pc:sldMk cId="991245229" sldId="376"/>
            <ac:spMk id="6" creationId="{3D9ACAB9-0816-CA0B-320F-BDB798F55BA1}"/>
          </ac:spMkLst>
        </pc:spChg>
        <pc:spChg chg="add mod">
          <ac:chgData name="Hilton Sarius" userId="e41e4170-a0b5-4ce6-bed1-533b1cecee6e" providerId="ADAL" clId="{0AB84215-D5DE-4B51-994D-7B1DCB931E97}" dt="2026-02-26T02:03:22.893" v="5149" actId="1076"/>
          <ac:spMkLst>
            <pc:docMk/>
            <pc:sldMk cId="991245229" sldId="376"/>
            <ac:spMk id="7" creationId="{E8382DA7-707D-62F3-6954-D309636E5096}"/>
          </ac:spMkLst>
        </pc:spChg>
        <pc:spChg chg="add mod">
          <ac:chgData name="Hilton Sarius" userId="e41e4170-a0b5-4ce6-bed1-533b1cecee6e" providerId="ADAL" clId="{0AB84215-D5DE-4B51-994D-7B1DCB931E97}" dt="2026-02-26T02:03:09.692" v="5147" actId="1036"/>
          <ac:spMkLst>
            <pc:docMk/>
            <pc:sldMk cId="991245229" sldId="376"/>
            <ac:spMk id="8" creationId="{D37E9D3B-365A-ECCF-54CD-DDBB9BA4245A}"/>
          </ac:spMkLst>
        </pc:spChg>
        <pc:graphicFrameChg chg="del">
          <ac:chgData name="Hilton Sarius" userId="e41e4170-a0b5-4ce6-bed1-533b1cecee6e" providerId="ADAL" clId="{0AB84215-D5DE-4B51-994D-7B1DCB931E97}" dt="2026-02-26T01:55:42.607" v="5029" actId="478"/>
          <ac:graphicFrameMkLst>
            <pc:docMk/>
            <pc:sldMk cId="991245229" sldId="376"/>
            <ac:graphicFrameMk id="3" creationId="{AA7DD44D-B576-57BC-EA9C-01798063746E}"/>
          </ac:graphicFrameMkLst>
        </pc:graphicFrameChg>
        <pc:picChg chg="add mod">
          <ac:chgData name="Hilton Sarius" userId="e41e4170-a0b5-4ce6-bed1-533b1cecee6e" providerId="ADAL" clId="{0AB84215-D5DE-4B51-994D-7B1DCB931E97}" dt="2026-02-26T01:56:53.696" v="5042" actId="1076"/>
          <ac:picMkLst>
            <pc:docMk/>
            <pc:sldMk cId="991245229" sldId="376"/>
            <ac:picMk id="2050" creationId="{B2E3630F-CB36-3719-5859-79F2770994DC}"/>
          </ac:picMkLst>
        </pc:picChg>
        <pc:picChg chg="add del mod">
          <ac:chgData name="Hilton Sarius" userId="e41e4170-a0b5-4ce6-bed1-533b1cecee6e" providerId="ADAL" clId="{0AB84215-D5DE-4B51-994D-7B1DCB931E97}" dt="2026-02-26T02:03:01.600" v="5124" actId="1076"/>
          <ac:picMkLst>
            <pc:docMk/>
            <pc:sldMk cId="991245229" sldId="376"/>
            <ac:picMk id="2052" creationId="{CAB61799-E1D4-110E-73F3-DFBE8A8A9532}"/>
          </ac:picMkLst>
        </pc:picChg>
      </pc:sldChg>
      <pc:sldChg chg="addSp delSp modSp add mod">
        <pc:chgData name="Hilton Sarius" userId="e41e4170-a0b5-4ce6-bed1-533b1cecee6e" providerId="ADAL" clId="{0AB84215-D5DE-4B51-994D-7B1DCB931E97}" dt="2026-02-27T00:47:35.250" v="5922" actId="20577"/>
        <pc:sldMkLst>
          <pc:docMk/>
          <pc:sldMk cId="2165426282" sldId="377"/>
        </pc:sldMkLst>
        <pc:spChg chg="mod">
          <ac:chgData name="Hilton Sarius" userId="e41e4170-a0b5-4ce6-bed1-533b1cecee6e" providerId="ADAL" clId="{0AB84215-D5DE-4B51-994D-7B1DCB931E97}" dt="2026-02-27T00:47:35.250" v="5922" actId="20577"/>
          <ac:spMkLst>
            <pc:docMk/>
            <pc:sldMk cId="2165426282" sldId="377"/>
            <ac:spMk id="3" creationId="{59CC23D1-3381-A757-7AC4-39F14EE7902B}"/>
          </ac:spMkLst>
        </pc:spChg>
        <pc:spChg chg="del">
          <ac:chgData name="Hilton Sarius" userId="e41e4170-a0b5-4ce6-bed1-533b1cecee6e" providerId="ADAL" clId="{0AB84215-D5DE-4B51-994D-7B1DCB931E97}" dt="2026-02-26T02:21:09.358" v="5209" actId="478"/>
          <ac:spMkLst>
            <pc:docMk/>
            <pc:sldMk cId="2165426282" sldId="377"/>
            <ac:spMk id="4" creationId="{504D3D84-C92B-1BE3-DDDE-925A51504B7E}"/>
          </ac:spMkLst>
        </pc:spChg>
        <pc:spChg chg="del">
          <ac:chgData name="Hilton Sarius" userId="e41e4170-a0b5-4ce6-bed1-533b1cecee6e" providerId="ADAL" clId="{0AB84215-D5DE-4B51-994D-7B1DCB931E97}" dt="2026-02-26T02:21:10.896" v="5210" actId="478"/>
          <ac:spMkLst>
            <pc:docMk/>
            <pc:sldMk cId="2165426282" sldId="377"/>
            <ac:spMk id="6" creationId="{F2758C03-DD9D-9E6E-E54D-C9FCC711B990}"/>
          </ac:spMkLst>
        </pc:spChg>
        <pc:spChg chg="del">
          <ac:chgData name="Hilton Sarius" userId="e41e4170-a0b5-4ce6-bed1-533b1cecee6e" providerId="ADAL" clId="{0AB84215-D5DE-4B51-994D-7B1DCB931E97}" dt="2026-02-26T02:21:12.393" v="5211" actId="478"/>
          <ac:spMkLst>
            <pc:docMk/>
            <pc:sldMk cId="2165426282" sldId="377"/>
            <ac:spMk id="7" creationId="{32BAC1C4-7D4F-73F1-ACE4-6F7C04287B20}"/>
          </ac:spMkLst>
        </pc:spChg>
        <pc:picChg chg="add">
          <ac:chgData name="Hilton Sarius" userId="e41e4170-a0b5-4ce6-bed1-533b1cecee6e" providerId="ADAL" clId="{0AB84215-D5DE-4B51-994D-7B1DCB931E97}" dt="2026-02-26T02:21:32.386" v="5212" actId="22"/>
          <ac:picMkLst>
            <pc:docMk/>
            <pc:sldMk cId="2165426282" sldId="377"/>
            <ac:picMk id="8" creationId="{07B1A78F-3B3D-1E43-4B48-501064DE3E34}"/>
          </ac:picMkLst>
        </pc:picChg>
        <pc:picChg chg="del">
          <ac:chgData name="Hilton Sarius" userId="e41e4170-a0b5-4ce6-bed1-533b1cecee6e" providerId="ADAL" clId="{0AB84215-D5DE-4B51-994D-7B1DCB931E97}" dt="2026-02-26T02:21:07.413" v="5208" actId="478"/>
          <ac:picMkLst>
            <pc:docMk/>
            <pc:sldMk cId="2165426282" sldId="377"/>
            <ac:picMk id="9" creationId="{A4E276F6-1E4D-D84F-265F-F2DB7F8A4657}"/>
          </ac:picMkLst>
        </pc:picChg>
      </pc:sldChg>
      <pc:sldChg chg="addSp delSp modSp add mod">
        <pc:chgData name="Hilton Sarius" userId="e41e4170-a0b5-4ce6-bed1-533b1cecee6e" providerId="ADAL" clId="{0AB84215-D5DE-4B51-994D-7B1DCB931E97}" dt="2026-02-27T00:47:41.816" v="5924" actId="20577"/>
        <pc:sldMkLst>
          <pc:docMk/>
          <pc:sldMk cId="173382327" sldId="378"/>
        </pc:sldMkLst>
        <pc:spChg chg="mod">
          <ac:chgData name="Hilton Sarius" userId="e41e4170-a0b5-4ce6-bed1-533b1cecee6e" providerId="ADAL" clId="{0AB84215-D5DE-4B51-994D-7B1DCB931E97}" dt="2026-02-27T00:47:41.816" v="5924" actId="20577"/>
          <ac:spMkLst>
            <pc:docMk/>
            <pc:sldMk cId="173382327" sldId="378"/>
            <ac:spMk id="3" creationId="{FFFC6E20-AFD3-61E9-A22C-3C3115BCABA7}"/>
          </ac:spMkLst>
        </pc:spChg>
        <pc:picChg chg="add">
          <ac:chgData name="Hilton Sarius" userId="e41e4170-a0b5-4ce6-bed1-533b1cecee6e" providerId="ADAL" clId="{0AB84215-D5DE-4B51-994D-7B1DCB931E97}" dt="2026-02-26T02:24:48.910" v="5215" actId="22"/>
          <ac:picMkLst>
            <pc:docMk/>
            <pc:sldMk cId="173382327" sldId="378"/>
            <ac:picMk id="5" creationId="{C89161FF-FC14-FB45-FB18-E6CB2DC2259D}"/>
          </ac:picMkLst>
        </pc:picChg>
        <pc:picChg chg="del">
          <ac:chgData name="Hilton Sarius" userId="e41e4170-a0b5-4ce6-bed1-533b1cecee6e" providerId="ADAL" clId="{0AB84215-D5DE-4B51-994D-7B1DCB931E97}" dt="2026-02-26T02:21:42.035" v="5214" actId="478"/>
          <ac:picMkLst>
            <pc:docMk/>
            <pc:sldMk cId="173382327" sldId="378"/>
            <ac:picMk id="8" creationId="{891503C5-57B6-1E0C-9A31-0009AECE1320}"/>
          </ac:picMkLst>
        </pc:picChg>
      </pc:sldChg>
      <pc:sldChg chg="addSp delSp modSp add mod">
        <pc:chgData name="Hilton Sarius" userId="e41e4170-a0b5-4ce6-bed1-533b1cecee6e" providerId="ADAL" clId="{0AB84215-D5DE-4B51-994D-7B1DCB931E97}" dt="2026-02-27T00:47:47.063" v="5926" actId="20577"/>
        <pc:sldMkLst>
          <pc:docMk/>
          <pc:sldMk cId="2754249411" sldId="379"/>
        </pc:sldMkLst>
        <pc:spChg chg="mod">
          <ac:chgData name="Hilton Sarius" userId="e41e4170-a0b5-4ce6-bed1-533b1cecee6e" providerId="ADAL" clId="{0AB84215-D5DE-4B51-994D-7B1DCB931E97}" dt="2026-02-27T00:47:47.063" v="5926" actId="20577"/>
          <ac:spMkLst>
            <pc:docMk/>
            <pc:sldMk cId="2754249411" sldId="379"/>
            <ac:spMk id="3" creationId="{DAFB3269-3E3B-E613-27D9-D386DEF53D8D}"/>
          </ac:spMkLst>
        </pc:spChg>
        <pc:picChg chg="del">
          <ac:chgData name="Hilton Sarius" userId="e41e4170-a0b5-4ce6-bed1-533b1cecee6e" providerId="ADAL" clId="{0AB84215-D5DE-4B51-994D-7B1DCB931E97}" dt="2026-02-26T02:25:03.159" v="5217" actId="478"/>
          <ac:picMkLst>
            <pc:docMk/>
            <pc:sldMk cId="2754249411" sldId="379"/>
            <ac:picMk id="5" creationId="{2C86C9ED-C75D-3EAE-5CA9-FB554A8805D7}"/>
          </ac:picMkLst>
        </pc:picChg>
        <pc:picChg chg="add">
          <ac:chgData name="Hilton Sarius" userId="e41e4170-a0b5-4ce6-bed1-533b1cecee6e" providerId="ADAL" clId="{0AB84215-D5DE-4B51-994D-7B1DCB931E97}" dt="2026-02-26T02:26:16.917" v="5218" actId="22"/>
          <ac:picMkLst>
            <pc:docMk/>
            <pc:sldMk cId="2754249411" sldId="379"/>
            <ac:picMk id="6" creationId="{37A85841-43C8-AB71-CC13-ED797F703D72}"/>
          </ac:picMkLst>
        </pc:picChg>
      </pc:sldChg>
      <pc:sldChg chg="addSp delSp modSp add mod">
        <pc:chgData name="Hilton Sarius" userId="e41e4170-a0b5-4ce6-bed1-533b1cecee6e" providerId="ADAL" clId="{0AB84215-D5DE-4B51-994D-7B1DCB931E97}" dt="2026-02-27T00:47:53.354" v="5928" actId="20577"/>
        <pc:sldMkLst>
          <pc:docMk/>
          <pc:sldMk cId="2492488645" sldId="380"/>
        </pc:sldMkLst>
        <pc:spChg chg="mod">
          <ac:chgData name="Hilton Sarius" userId="e41e4170-a0b5-4ce6-bed1-533b1cecee6e" providerId="ADAL" clId="{0AB84215-D5DE-4B51-994D-7B1DCB931E97}" dt="2026-02-27T00:47:53.354" v="5928" actId="20577"/>
          <ac:spMkLst>
            <pc:docMk/>
            <pc:sldMk cId="2492488645" sldId="380"/>
            <ac:spMk id="3" creationId="{CAC5ED8A-7E74-4B69-C400-3CC12090F842}"/>
          </ac:spMkLst>
        </pc:spChg>
        <pc:picChg chg="add">
          <ac:chgData name="Hilton Sarius" userId="e41e4170-a0b5-4ce6-bed1-533b1cecee6e" providerId="ADAL" clId="{0AB84215-D5DE-4B51-994D-7B1DCB931E97}" dt="2026-02-26T02:27:12.102" v="5221" actId="22"/>
          <ac:picMkLst>
            <pc:docMk/>
            <pc:sldMk cId="2492488645" sldId="380"/>
            <ac:picMk id="5" creationId="{B352BE6A-BBFD-12B8-AC50-D135FF3F3047}"/>
          </ac:picMkLst>
        </pc:picChg>
        <pc:picChg chg="del">
          <ac:chgData name="Hilton Sarius" userId="e41e4170-a0b5-4ce6-bed1-533b1cecee6e" providerId="ADAL" clId="{0AB84215-D5DE-4B51-994D-7B1DCB931E97}" dt="2026-02-26T02:26:26.129" v="5220" actId="478"/>
          <ac:picMkLst>
            <pc:docMk/>
            <pc:sldMk cId="2492488645" sldId="380"/>
            <ac:picMk id="6" creationId="{D78B44A8-BD67-9C10-4A9E-AD6FB931AD03}"/>
          </ac:picMkLst>
        </pc:picChg>
      </pc:sldChg>
      <pc:sldChg chg="addSp delSp modSp add mod">
        <pc:chgData name="Hilton Sarius" userId="e41e4170-a0b5-4ce6-bed1-533b1cecee6e" providerId="ADAL" clId="{0AB84215-D5DE-4B51-994D-7B1DCB931E97}" dt="2026-02-27T00:48:00.928" v="5931" actId="20577"/>
        <pc:sldMkLst>
          <pc:docMk/>
          <pc:sldMk cId="3618592226" sldId="381"/>
        </pc:sldMkLst>
        <pc:spChg chg="mod">
          <ac:chgData name="Hilton Sarius" userId="e41e4170-a0b5-4ce6-bed1-533b1cecee6e" providerId="ADAL" clId="{0AB84215-D5DE-4B51-994D-7B1DCB931E97}" dt="2026-02-27T00:48:00.928" v="5931" actId="20577"/>
          <ac:spMkLst>
            <pc:docMk/>
            <pc:sldMk cId="3618592226" sldId="381"/>
            <ac:spMk id="3" creationId="{688FC497-8C0C-6B17-C21B-37BE729AFD7D}"/>
          </ac:spMkLst>
        </pc:spChg>
        <pc:spChg chg="add mod">
          <ac:chgData name="Hilton Sarius" userId="e41e4170-a0b5-4ce6-bed1-533b1cecee6e" providerId="ADAL" clId="{0AB84215-D5DE-4B51-994D-7B1DCB931E97}" dt="2026-02-26T02:29:07.104" v="5258" actId="403"/>
          <ac:spMkLst>
            <pc:docMk/>
            <pc:sldMk cId="3618592226" sldId="381"/>
            <ac:spMk id="9" creationId="{AF409DD4-E056-9AD7-E6B9-16DAE1990261}"/>
          </ac:spMkLst>
        </pc:spChg>
        <pc:picChg chg="del">
          <ac:chgData name="Hilton Sarius" userId="e41e4170-a0b5-4ce6-bed1-533b1cecee6e" providerId="ADAL" clId="{0AB84215-D5DE-4B51-994D-7B1DCB931E97}" dt="2026-02-26T02:27:17.745" v="5223" actId="478"/>
          <ac:picMkLst>
            <pc:docMk/>
            <pc:sldMk cId="3618592226" sldId="381"/>
            <ac:picMk id="5" creationId="{A728711D-5A54-65E4-3909-EF6F690D6067}"/>
          </ac:picMkLst>
        </pc:picChg>
        <pc:picChg chg="add del">
          <ac:chgData name="Hilton Sarius" userId="e41e4170-a0b5-4ce6-bed1-533b1cecee6e" providerId="ADAL" clId="{0AB84215-D5DE-4B51-994D-7B1DCB931E97}" dt="2026-02-26T02:28:03.860" v="5225" actId="478"/>
          <ac:picMkLst>
            <pc:docMk/>
            <pc:sldMk cId="3618592226" sldId="381"/>
            <ac:picMk id="6" creationId="{DC0239A1-F471-018A-C59E-F5A23F7B24CF}"/>
          </ac:picMkLst>
        </pc:picChg>
        <pc:picChg chg="add">
          <ac:chgData name="Hilton Sarius" userId="e41e4170-a0b5-4ce6-bed1-533b1cecee6e" providerId="ADAL" clId="{0AB84215-D5DE-4B51-994D-7B1DCB931E97}" dt="2026-02-26T02:28:17.404" v="5226" actId="22"/>
          <ac:picMkLst>
            <pc:docMk/>
            <pc:sldMk cId="3618592226" sldId="381"/>
            <ac:picMk id="8" creationId="{70D575B9-7942-A895-43BF-526892330BB7}"/>
          </ac:picMkLst>
        </pc:picChg>
      </pc:sldChg>
      <pc:sldChg chg="addSp delSp modSp add mod">
        <pc:chgData name="Hilton Sarius" userId="e41e4170-a0b5-4ce6-bed1-533b1cecee6e" providerId="ADAL" clId="{0AB84215-D5DE-4B51-994D-7B1DCB931E97}" dt="2026-02-27T00:48:09.822" v="5934" actId="20577"/>
        <pc:sldMkLst>
          <pc:docMk/>
          <pc:sldMk cId="1267275952" sldId="382"/>
        </pc:sldMkLst>
        <pc:spChg chg="mod">
          <ac:chgData name="Hilton Sarius" userId="e41e4170-a0b5-4ce6-bed1-533b1cecee6e" providerId="ADAL" clId="{0AB84215-D5DE-4B51-994D-7B1DCB931E97}" dt="2026-02-27T00:48:09.822" v="5934" actId="20577"/>
          <ac:spMkLst>
            <pc:docMk/>
            <pc:sldMk cId="1267275952" sldId="382"/>
            <ac:spMk id="3" creationId="{EA1E9C67-9FF7-B543-B7AD-A75A3C662E93}"/>
          </ac:spMkLst>
        </pc:spChg>
        <pc:spChg chg="add mod">
          <ac:chgData name="Hilton Sarius" userId="e41e4170-a0b5-4ce6-bed1-533b1cecee6e" providerId="ADAL" clId="{0AB84215-D5DE-4B51-994D-7B1DCB931E97}" dt="2026-02-27T00:22:53.788" v="5374" actId="20577"/>
          <ac:spMkLst>
            <pc:docMk/>
            <pc:sldMk cId="1267275952" sldId="382"/>
            <ac:spMk id="4" creationId="{8543ED10-B608-6A1B-D32D-82336A5EB87F}"/>
          </ac:spMkLst>
        </pc:spChg>
        <pc:picChg chg="add">
          <ac:chgData name="Hilton Sarius" userId="e41e4170-a0b5-4ce6-bed1-533b1cecee6e" providerId="ADAL" clId="{0AB84215-D5DE-4B51-994D-7B1DCB931E97}" dt="2026-02-26T02:29:30.654" v="5261" actId="22"/>
          <ac:picMkLst>
            <pc:docMk/>
            <pc:sldMk cId="1267275952" sldId="382"/>
            <ac:picMk id="5" creationId="{BFD3800B-2D20-39C3-A952-EF0B1A39CF53}"/>
          </ac:picMkLst>
        </pc:picChg>
        <pc:picChg chg="del">
          <ac:chgData name="Hilton Sarius" userId="e41e4170-a0b5-4ce6-bed1-533b1cecee6e" providerId="ADAL" clId="{0AB84215-D5DE-4B51-994D-7B1DCB931E97}" dt="2026-02-26T02:29:30.440" v="5260" actId="478"/>
          <ac:picMkLst>
            <pc:docMk/>
            <pc:sldMk cId="1267275952" sldId="382"/>
            <ac:picMk id="8" creationId="{9D0FBD06-74EB-BB2D-3E1B-65176B15B41A}"/>
          </ac:picMkLst>
        </pc:picChg>
      </pc:sldChg>
      <pc:sldChg chg="addSp delSp modSp add mod">
        <pc:chgData name="Hilton Sarius" userId="e41e4170-a0b5-4ce6-bed1-533b1cecee6e" providerId="ADAL" clId="{0AB84215-D5DE-4B51-994D-7B1DCB931E97}" dt="2026-02-27T00:48:18.864" v="5938" actId="20577"/>
        <pc:sldMkLst>
          <pc:docMk/>
          <pc:sldMk cId="1982569779" sldId="383"/>
        </pc:sldMkLst>
        <pc:spChg chg="mod">
          <ac:chgData name="Hilton Sarius" userId="e41e4170-a0b5-4ce6-bed1-533b1cecee6e" providerId="ADAL" clId="{0AB84215-D5DE-4B51-994D-7B1DCB931E97}" dt="2026-02-27T00:48:18.864" v="5938" actId="20577"/>
          <ac:spMkLst>
            <pc:docMk/>
            <pc:sldMk cId="1982569779" sldId="383"/>
            <ac:spMk id="3" creationId="{06FFB84B-7615-4674-B695-3530C8212A25}"/>
          </ac:spMkLst>
        </pc:spChg>
        <pc:spChg chg="del">
          <ac:chgData name="Hilton Sarius" userId="e41e4170-a0b5-4ce6-bed1-533b1cecee6e" providerId="ADAL" clId="{0AB84215-D5DE-4B51-994D-7B1DCB931E97}" dt="2026-02-27T00:23:20.772" v="5378" actId="478"/>
          <ac:spMkLst>
            <pc:docMk/>
            <pc:sldMk cId="1982569779" sldId="383"/>
            <ac:spMk id="4" creationId="{E0CE2B1F-D228-7A74-2DD3-5A1BB044F23D}"/>
          </ac:spMkLst>
        </pc:spChg>
        <pc:spChg chg="add mod">
          <ac:chgData name="Hilton Sarius" userId="e41e4170-a0b5-4ce6-bed1-533b1cecee6e" providerId="ADAL" clId="{0AB84215-D5DE-4B51-994D-7B1DCB931E97}" dt="2026-02-27T00:28:35.823" v="5477" actId="313"/>
          <ac:spMkLst>
            <pc:docMk/>
            <pc:sldMk cId="1982569779" sldId="383"/>
            <ac:spMk id="8" creationId="{A23FE2F1-E902-E44C-E96F-D742DAAE642E}"/>
          </ac:spMkLst>
        </pc:spChg>
        <pc:spChg chg="del">
          <ac:chgData name="Hilton Sarius" userId="e41e4170-a0b5-4ce6-bed1-533b1cecee6e" providerId="ADAL" clId="{0AB84215-D5DE-4B51-994D-7B1DCB931E97}" dt="2026-02-27T00:23:02.349" v="5377" actId="478"/>
          <ac:spMkLst>
            <pc:docMk/>
            <pc:sldMk cId="1982569779" sldId="383"/>
            <ac:spMk id="9" creationId="{31A05301-ACC1-35AB-E297-312B0BE91146}"/>
          </ac:spMkLst>
        </pc:spChg>
        <pc:picChg chg="del">
          <ac:chgData name="Hilton Sarius" userId="e41e4170-a0b5-4ce6-bed1-533b1cecee6e" providerId="ADAL" clId="{0AB84215-D5DE-4B51-994D-7B1DCB931E97}" dt="2026-02-27T00:23:00.332" v="5376" actId="478"/>
          <ac:picMkLst>
            <pc:docMk/>
            <pc:sldMk cId="1982569779" sldId="383"/>
            <ac:picMk id="5" creationId="{9100C7B5-9BEF-6963-1DC3-5E5E050006A4}"/>
          </ac:picMkLst>
        </pc:picChg>
        <pc:picChg chg="add del">
          <ac:chgData name="Hilton Sarius" userId="e41e4170-a0b5-4ce6-bed1-533b1cecee6e" providerId="ADAL" clId="{0AB84215-D5DE-4B51-994D-7B1DCB931E97}" dt="2026-02-27T00:28:04.619" v="5436" actId="478"/>
          <ac:picMkLst>
            <pc:docMk/>
            <pc:sldMk cId="1982569779" sldId="383"/>
            <ac:picMk id="7" creationId="{B232FFE3-753A-2EA1-4BB8-EDE85B519B1F}"/>
          </ac:picMkLst>
        </pc:picChg>
      </pc:sldChg>
      <pc:sldChg chg="addSp modSp add mod">
        <pc:chgData name="Hilton Sarius" userId="e41e4170-a0b5-4ce6-bed1-533b1cecee6e" providerId="ADAL" clId="{0AB84215-D5DE-4B51-994D-7B1DCB931E97}" dt="2026-02-27T00:48:28.104" v="5944" actId="20577"/>
        <pc:sldMkLst>
          <pc:docMk/>
          <pc:sldMk cId="475267008" sldId="384"/>
        </pc:sldMkLst>
        <pc:spChg chg="mod">
          <ac:chgData name="Hilton Sarius" userId="e41e4170-a0b5-4ce6-bed1-533b1cecee6e" providerId="ADAL" clId="{0AB84215-D5DE-4B51-994D-7B1DCB931E97}" dt="2026-02-27T00:48:28.104" v="5944" actId="20577"/>
          <ac:spMkLst>
            <pc:docMk/>
            <pc:sldMk cId="475267008" sldId="384"/>
            <ac:spMk id="3" creationId="{7F2DA10B-D37B-AD8C-769D-35160FCDC58F}"/>
          </ac:spMkLst>
        </pc:spChg>
        <pc:spChg chg="add mod">
          <ac:chgData name="Hilton Sarius" userId="e41e4170-a0b5-4ce6-bed1-533b1cecee6e" providerId="ADAL" clId="{0AB84215-D5DE-4B51-994D-7B1DCB931E97}" dt="2026-02-27T00:29:50.501" v="5517" actId="20577"/>
          <ac:spMkLst>
            <pc:docMk/>
            <pc:sldMk cId="475267008" sldId="384"/>
            <ac:spMk id="4" creationId="{2FB882FF-9F29-FC5E-3602-F8FDF53D479E}"/>
          </ac:spMkLst>
        </pc:spChg>
        <pc:spChg chg="mod">
          <ac:chgData name="Hilton Sarius" userId="e41e4170-a0b5-4ce6-bed1-533b1cecee6e" providerId="ADAL" clId="{0AB84215-D5DE-4B51-994D-7B1DCB931E97}" dt="2026-02-27T00:28:43.547" v="5478" actId="313"/>
          <ac:spMkLst>
            <pc:docMk/>
            <pc:sldMk cId="475267008" sldId="384"/>
            <ac:spMk id="8" creationId="{A0C80046-9433-1BCC-683B-24C1E06C8AF5}"/>
          </ac:spMkLst>
        </pc:spChg>
      </pc:sldChg>
      <pc:sldChg chg="addSp delSp modSp add mod">
        <pc:chgData name="Hilton Sarius" userId="e41e4170-a0b5-4ce6-bed1-533b1cecee6e" providerId="ADAL" clId="{0AB84215-D5DE-4B51-994D-7B1DCB931E97}" dt="2026-02-27T00:48:36.063" v="5947" actId="20577"/>
        <pc:sldMkLst>
          <pc:docMk/>
          <pc:sldMk cId="4020753299" sldId="385"/>
        </pc:sldMkLst>
        <pc:spChg chg="mod">
          <ac:chgData name="Hilton Sarius" userId="e41e4170-a0b5-4ce6-bed1-533b1cecee6e" providerId="ADAL" clId="{0AB84215-D5DE-4B51-994D-7B1DCB931E97}" dt="2026-02-27T00:48:36.063" v="5947" actId="20577"/>
          <ac:spMkLst>
            <pc:docMk/>
            <pc:sldMk cId="4020753299" sldId="385"/>
            <ac:spMk id="3" creationId="{0B819FDB-9A43-5963-9488-71BDF6DA9A8C}"/>
          </ac:spMkLst>
        </pc:spChg>
        <pc:spChg chg="del">
          <ac:chgData name="Hilton Sarius" userId="e41e4170-a0b5-4ce6-bed1-533b1cecee6e" providerId="ADAL" clId="{0AB84215-D5DE-4B51-994D-7B1DCB931E97}" dt="2026-02-27T00:31:12.436" v="5521" actId="478"/>
          <ac:spMkLst>
            <pc:docMk/>
            <pc:sldMk cId="4020753299" sldId="385"/>
            <ac:spMk id="4" creationId="{D06AF0A1-935C-F6FE-AA18-575B8BD501C5}"/>
          </ac:spMkLst>
        </pc:spChg>
        <pc:spChg chg="mod">
          <ac:chgData name="Hilton Sarius" userId="e41e4170-a0b5-4ce6-bed1-533b1cecee6e" providerId="ADAL" clId="{0AB84215-D5DE-4B51-994D-7B1DCB931E97}" dt="2026-02-27T00:32:14.619" v="5648" actId="20577"/>
          <ac:spMkLst>
            <pc:docMk/>
            <pc:sldMk cId="4020753299" sldId="385"/>
            <ac:spMk id="8" creationId="{C8791267-0D82-25D7-87AF-89F6AFB738CB}"/>
          </ac:spMkLst>
        </pc:spChg>
        <pc:picChg chg="add">
          <ac:chgData name="Hilton Sarius" userId="e41e4170-a0b5-4ce6-bed1-533b1cecee6e" providerId="ADAL" clId="{0AB84215-D5DE-4B51-994D-7B1DCB931E97}" dt="2026-02-27T00:31:06.972" v="5520" actId="22"/>
          <ac:picMkLst>
            <pc:docMk/>
            <pc:sldMk cId="4020753299" sldId="385"/>
            <ac:picMk id="6" creationId="{C295E99E-287E-DAD2-E71D-8B5B5DD68728}"/>
          </ac:picMkLst>
        </pc:picChg>
        <pc:picChg chg="del">
          <ac:chgData name="Hilton Sarius" userId="e41e4170-a0b5-4ce6-bed1-533b1cecee6e" providerId="ADAL" clId="{0AB84215-D5DE-4B51-994D-7B1DCB931E97}" dt="2026-02-27T00:31:05.954" v="5519" actId="478"/>
          <ac:picMkLst>
            <pc:docMk/>
            <pc:sldMk cId="4020753299" sldId="385"/>
            <ac:picMk id="7" creationId="{D7026713-6E99-10AB-0315-D75FA67FF4F2}"/>
          </ac:picMkLst>
        </pc:picChg>
      </pc:sldChg>
      <pc:sldChg chg="addSp delSp modSp add mod">
        <pc:chgData name="Hilton Sarius" userId="e41e4170-a0b5-4ce6-bed1-533b1cecee6e" providerId="ADAL" clId="{0AB84215-D5DE-4B51-994D-7B1DCB931E97}" dt="2026-02-27T00:48:45.450" v="5950" actId="20577"/>
        <pc:sldMkLst>
          <pc:docMk/>
          <pc:sldMk cId="25347672" sldId="386"/>
        </pc:sldMkLst>
        <pc:spChg chg="mod">
          <ac:chgData name="Hilton Sarius" userId="e41e4170-a0b5-4ce6-bed1-533b1cecee6e" providerId="ADAL" clId="{0AB84215-D5DE-4B51-994D-7B1DCB931E97}" dt="2026-02-27T00:48:45.450" v="5950" actId="20577"/>
          <ac:spMkLst>
            <pc:docMk/>
            <pc:sldMk cId="25347672" sldId="386"/>
            <ac:spMk id="3" creationId="{C35D3652-FD48-0DE9-A0E6-C711AFE868C4}"/>
          </ac:spMkLst>
        </pc:spChg>
        <pc:spChg chg="mod">
          <ac:chgData name="Hilton Sarius" userId="e41e4170-a0b5-4ce6-bed1-533b1cecee6e" providerId="ADAL" clId="{0AB84215-D5DE-4B51-994D-7B1DCB931E97}" dt="2026-02-27T00:35:40.342" v="5679" actId="313"/>
          <ac:spMkLst>
            <pc:docMk/>
            <pc:sldMk cId="25347672" sldId="386"/>
            <ac:spMk id="8" creationId="{B92A08AF-9EAA-8434-D52B-E7DBBC01F524}"/>
          </ac:spMkLst>
        </pc:spChg>
        <pc:picChg chg="add del">
          <ac:chgData name="Hilton Sarius" userId="e41e4170-a0b5-4ce6-bed1-533b1cecee6e" providerId="ADAL" clId="{0AB84215-D5DE-4B51-994D-7B1DCB931E97}" dt="2026-02-27T00:33:34.860" v="5652" actId="478"/>
          <ac:picMkLst>
            <pc:docMk/>
            <pc:sldMk cId="25347672" sldId="386"/>
            <ac:picMk id="5" creationId="{AADF4864-DA81-CC1E-DA9B-FA09D35A8C70}"/>
          </ac:picMkLst>
        </pc:picChg>
        <pc:picChg chg="del">
          <ac:chgData name="Hilton Sarius" userId="e41e4170-a0b5-4ce6-bed1-533b1cecee6e" providerId="ADAL" clId="{0AB84215-D5DE-4B51-994D-7B1DCB931E97}" dt="2026-02-27T00:32:42.715" v="5650" actId="478"/>
          <ac:picMkLst>
            <pc:docMk/>
            <pc:sldMk cId="25347672" sldId="386"/>
            <ac:picMk id="6" creationId="{ED6C98FE-E9A3-E8DC-A6DE-3CB8203275B6}"/>
          </ac:picMkLst>
        </pc:picChg>
        <pc:picChg chg="add">
          <ac:chgData name="Hilton Sarius" userId="e41e4170-a0b5-4ce6-bed1-533b1cecee6e" providerId="ADAL" clId="{0AB84215-D5DE-4B51-994D-7B1DCB931E97}" dt="2026-02-27T00:33:35.244" v="5653" actId="22"/>
          <ac:picMkLst>
            <pc:docMk/>
            <pc:sldMk cId="25347672" sldId="386"/>
            <ac:picMk id="9" creationId="{ED5F1A99-8209-322E-22B6-6DE26B853D49}"/>
          </ac:picMkLst>
        </pc:picChg>
      </pc:sldChg>
      <pc:sldChg chg="addSp delSp modSp add mod">
        <pc:chgData name="Hilton Sarius" userId="e41e4170-a0b5-4ce6-bed1-533b1cecee6e" providerId="ADAL" clId="{0AB84215-D5DE-4B51-994D-7B1DCB931E97}" dt="2026-02-27T00:48:53.733" v="5953" actId="20577"/>
        <pc:sldMkLst>
          <pc:docMk/>
          <pc:sldMk cId="2182197935" sldId="387"/>
        </pc:sldMkLst>
        <pc:spChg chg="mod">
          <ac:chgData name="Hilton Sarius" userId="e41e4170-a0b5-4ce6-bed1-533b1cecee6e" providerId="ADAL" clId="{0AB84215-D5DE-4B51-994D-7B1DCB931E97}" dt="2026-02-27T00:48:53.733" v="5953" actId="20577"/>
          <ac:spMkLst>
            <pc:docMk/>
            <pc:sldMk cId="2182197935" sldId="387"/>
            <ac:spMk id="3" creationId="{711BBBF8-E16D-CB52-D719-06B1E03CA7DE}"/>
          </ac:spMkLst>
        </pc:spChg>
        <pc:spChg chg="mod">
          <ac:chgData name="Hilton Sarius" userId="e41e4170-a0b5-4ce6-bed1-533b1cecee6e" providerId="ADAL" clId="{0AB84215-D5DE-4B51-994D-7B1DCB931E97}" dt="2026-02-27T00:36:05.698" v="5711" actId="20577"/>
          <ac:spMkLst>
            <pc:docMk/>
            <pc:sldMk cId="2182197935" sldId="387"/>
            <ac:spMk id="8" creationId="{37CA6CC6-0272-B90D-8505-88C3BBB32287}"/>
          </ac:spMkLst>
        </pc:spChg>
        <pc:picChg chg="add">
          <ac:chgData name="Hilton Sarius" userId="e41e4170-a0b5-4ce6-bed1-533b1cecee6e" providerId="ADAL" clId="{0AB84215-D5DE-4B51-994D-7B1DCB931E97}" dt="2026-02-27T00:36:57.197" v="5713" actId="22"/>
          <ac:picMkLst>
            <pc:docMk/>
            <pc:sldMk cId="2182197935" sldId="387"/>
            <ac:picMk id="5" creationId="{E78E3EBA-6F3B-B64F-1695-7FA3175AEA54}"/>
          </ac:picMkLst>
        </pc:picChg>
        <pc:picChg chg="del">
          <ac:chgData name="Hilton Sarius" userId="e41e4170-a0b5-4ce6-bed1-533b1cecee6e" providerId="ADAL" clId="{0AB84215-D5DE-4B51-994D-7B1DCB931E97}" dt="2026-02-27T00:36:11.442" v="5712" actId="478"/>
          <ac:picMkLst>
            <pc:docMk/>
            <pc:sldMk cId="2182197935" sldId="387"/>
            <ac:picMk id="9" creationId="{A0FA6221-750C-D8E7-FD4E-FDDADB2C4D6E}"/>
          </ac:picMkLst>
        </pc:picChg>
      </pc:sldChg>
      <pc:sldChg chg="addSp delSp modSp add mod">
        <pc:chgData name="Hilton Sarius" userId="e41e4170-a0b5-4ce6-bed1-533b1cecee6e" providerId="ADAL" clId="{0AB84215-D5DE-4B51-994D-7B1DCB931E97}" dt="2026-02-27T00:49:00.568" v="5956" actId="20577"/>
        <pc:sldMkLst>
          <pc:docMk/>
          <pc:sldMk cId="2657414105" sldId="388"/>
        </pc:sldMkLst>
        <pc:spChg chg="mod">
          <ac:chgData name="Hilton Sarius" userId="e41e4170-a0b5-4ce6-bed1-533b1cecee6e" providerId="ADAL" clId="{0AB84215-D5DE-4B51-994D-7B1DCB931E97}" dt="2026-02-27T00:49:00.568" v="5956" actId="20577"/>
          <ac:spMkLst>
            <pc:docMk/>
            <pc:sldMk cId="2657414105" sldId="388"/>
            <ac:spMk id="3" creationId="{EDC1C743-6947-81B0-AABC-46FE17FC8D78}"/>
          </ac:spMkLst>
        </pc:spChg>
        <pc:spChg chg="add mod">
          <ac:chgData name="Hilton Sarius" userId="e41e4170-a0b5-4ce6-bed1-533b1cecee6e" providerId="ADAL" clId="{0AB84215-D5DE-4B51-994D-7B1DCB931E97}" dt="2026-02-27T00:41:38.217" v="5880" actId="20577"/>
          <ac:spMkLst>
            <pc:docMk/>
            <pc:sldMk cId="2657414105" sldId="388"/>
            <ac:spMk id="7" creationId="{F3AC645C-04A2-83D9-16B5-9C02D1911761}"/>
          </ac:spMkLst>
        </pc:spChg>
        <pc:spChg chg="mod">
          <ac:chgData name="Hilton Sarius" userId="e41e4170-a0b5-4ce6-bed1-533b1cecee6e" providerId="ADAL" clId="{0AB84215-D5DE-4B51-994D-7B1DCB931E97}" dt="2026-02-27T00:38:07.824" v="5724" actId="20577"/>
          <ac:spMkLst>
            <pc:docMk/>
            <pc:sldMk cId="2657414105" sldId="388"/>
            <ac:spMk id="8" creationId="{D9575945-DA58-4349-B552-6571E00983E8}"/>
          </ac:spMkLst>
        </pc:spChg>
        <pc:picChg chg="del">
          <ac:chgData name="Hilton Sarius" userId="e41e4170-a0b5-4ce6-bed1-533b1cecee6e" providerId="ADAL" clId="{0AB84215-D5DE-4B51-994D-7B1DCB931E97}" dt="2026-02-27T00:37:05.607" v="5715" actId="478"/>
          <ac:picMkLst>
            <pc:docMk/>
            <pc:sldMk cId="2657414105" sldId="388"/>
            <ac:picMk id="5" creationId="{6870A318-A3DD-CF7D-E726-8FBC5ADAD59E}"/>
          </ac:picMkLst>
        </pc:picChg>
        <pc:picChg chg="add">
          <ac:chgData name="Hilton Sarius" userId="e41e4170-a0b5-4ce6-bed1-533b1cecee6e" providerId="ADAL" clId="{0AB84215-D5DE-4B51-994D-7B1DCB931E97}" dt="2026-02-27T00:37:58.909" v="5716" actId="22"/>
          <ac:picMkLst>
            <pc:docMk/>
            <pc:sldMk cId="2657414105" sldId="388"/>
            <ac:picMk id="6" creationId="{69769828-217A-F652-73F1-F0692AA3A8AC}"/>
          </ac:picMkLst>
        </pc:picChg>
      </pc:sldChg>
      <pc:sldChg chg="addSp delSp modSp add mod">
        <pc:chgData name="Hilton Sarius" userId="e41e4170-a0b5-4ce6-bed1-533b1cecee6e" providerId="ADAL" clId="{0AB84215-D5DE-4B51-994D-7B1DCB931E97}" dt="2026-02-27T00:49:10.535" v="5960" actId="20577"/>
        <pc:sldMkLst>
          <pc:docMk/>
          <pc:sldMk cId="4267010867" sldId="389"/>
        </pc:sldMkLst>
        <pc:spChg chg="mod">
          <ac:chgData name="Hilton Sarius" userId="e41e4170-a0b5-4ce6-bed1-533b1cecee6e" providerId="ADAL" clId="{0AB84215-D5DE-4B51-994D-7B1DCB931E97}" dt="2026-02-27T00:49:10.535" v="5960" actId="20577"/>
          <ac:spMkLst>
            <pc:docMk/>
            <pc:sldMk cId="4267010867" sldId="389"/>
            <ac:spMk id="3" creationId="{FBE78E8F-1328-708C-DE37-A35A3CCD0CC9}"/>
          </ac:spMkLst>
        </pc:spChg>
        <pc:picChg chg="add">
          <ac:chgData name="Hilton Sarius" userId="e41e4170-a0b5-4ce6-bed1-533b1cecee6e" providerId="ADAL" clId="{0AB84215-D5DE-4B51-994D-7B1DCB931E97}" dt="2026-02-27T00:38:40.340" v="5727" actId="22"/>
          <ac:picMkLst>
            <pc:docMk/>
            <pc:sldMk cId="4267010867" sldId="389"/>
            <ac:picMk id="5" creationId="{753AD2EE-DFBC-C6B5-5F07-FADD91D31B2C}"/>
          </ac:picMkLst>
        </pc:picChg>
        <pc:picChg chg="del">
          <ac:chgData name="Hilton Sarius" userId="e41e4170-a0b5-4ce6-bed1-533b1cecee6e" providerId="ADAL" clId="{0AB84215-D5DE-4B51-994D-7B1DCB931E97}" dt="2026-02-27T00:38:39.364" v="5726" actId="478"/>
          <ac:picMkLst>
            <pc:docMk/>
            <pc:sldMk cId="4267010867" sldId="389"/>
            <ac:picMk id="6" creationId="{AF3E79C9-DA3D-D609-7752-E5C7EB2ADEC1}"/>
          </ac:picMkLst>
        </pc:picChg>
      </pc:sldChg>
      <pc:sldChg chg="modSp add ord">
        <pc:chgData name="Hilton Sarius" userId="e41e4170-a0b5-4ce6-bed1-533b1cecee6e" providerId="ADAL" clId="{0AB84215-D5DE-4B51-994D-7B1DCB931E97}" dt="2026-02-27T00:43:27.784" v="5881"/>
        <pc:sldMkLst>
          <pc:docMk/>
          <pc:sldMk cId="630727608" sldId="390"/>
        </pc:sldMkLst>
        <pc:spChg chg="mod">
          <ac:chgData name="Hilton Sarius" userId="e41e4170-a0b5-4ce6-bed1-533b1cecee6e" providerId="ADAL" clId="{0AB84215-D5DE-4B51-994D-7B1DCB931E97}" dt="2026-02-27T00:43:27.784" v="5881"/>
          <ac:spMkLst>
            <pc:docMk/>
            <pc:sldMk cId="630727608" sldId="390"/>
            <ac:spMk id="2" creationId="{901AC55F-E71C-8D1C-C4F2-4B70637432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32A8EA-0068-4978-B921-E69E98BAEE59}"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3B0600-2A5F-422A-8015-714B8338F1A3}" type="slidenum">
              <a:rPr lang="en-US" smtClean="0"/>
              <a:t>‹#›</a:t>
            </a:fld>
            <a:endParaRPr lang="en-US"/>
          </a:p>
        </p:txBody>
      </p:sp>
    </p:spTree>
    <p:extLst>
      <p:ext uri="{BB962C8B-B14F-4D97-AF65-F5344CB8AC3E}">
        <p14:creationId xmlns:p14="http://schemas.microsoft.com/office/powerpoint/2010/main" val="1334627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E91B5-0B51-C0C5-BF70-A4EFB41D5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1BEEE-7A71-4F36-401A-B67FB4C500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78DA5A-9EA9-3ACF-0164-9ED07F6846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9D9D9A-AEB2-E1DA-A081-14E003878B2E}"/>
              </a:ext>
            </a:extLst>
          </p:cNvPr>
          <p:cNvSpPr>
            <a:spLocks noGrp="1"/>
          </p:cNvSpPr>
          <p:nvPr>
            <p:ph type="sldNum" sz="quarter" idx="5"/>
          </p:nvPr>
        </p:nvSpPr>
        <p:spPr/>
        <p:txBody>
          <a:bodyPr/>
          <a:lstStyle/>
          <a:p>
            <a:fld id="{D83B0600-2A5F-422A-8015-714B8338F1A3}" type="slidenum">
              <a:rPr lang="en-US" smtClean="0"/>
              <a:t>2</a:t>
            </a:fld>
            <a:endParaRPr lang="en-US"/>
          </a:p>
        </p:txBody>
      </p:sp>
    </p:spTree>
    <p:extLst>
      <p:ext uri="{BB962C8B-B14F-4D97-AF65-F5344CB8AC3E}">
        <p14:creationId xmlns:p14="http://schemas.microsoft.com/office/powerpoint/2010/main" val="2854445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D9880-F1E2-A6CA-7362-901BC36FA7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9B06B-8BA9-FDD1-B07A-BD5E15C49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FBA097-2E75-9A0D-ABC1-3B3FA7FB1C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27B160-8875-D10F-FEED-EAE9FD6AACD7}"/>
              </a:ext>
            </a:extLst>
          </p:cNvPr>
          <p:cNvSpPr>
            <a:spLocks noGrp="1"/>
          </p:cNvSpPr>
          <p:nvPr>
            <p:ph type="sldNum" sz="quarter" idx="5"/>
          </p:nvPr>
        </p:nvSpPr>
        <p:spPr/>
        <p:txBody>
          <a:bodyPr/>
          <a:lstStyle/>
          <a:p>
            <a:fld id="{D83B0600-2A5F-422A-8015-714B8338F1A3}" type="slidenum">
              <a:rPr lang="en-US" smtClean="0"/>
              <a:t>3</a:t>
            </a:fld>
            <a:endParaRPr lang="en-US"/>
          </a:p>
        </p:txBody>
      </p:sp>
    </p:spTree>
    <p:extLst>
      <p:ext uri="{BB962C8B-B14F-4D97-AF65-F5344CB8AC3E}">
        <p14:creationId xmlns:p14="http://schemas.microsoft.com/office/powerpoint/2010/main" val="2372161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387D2-2ACF-5DE3-60AF-96130ABB4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54EE1-07F4-DBF8-1010-46F2504283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E1055-900E-4339-BCDE-D19C570C5A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254186-90A1-78E8-E8F2-3E8E955B9DE3}"/>
              </a:ext>
            </a:extLst>
          </p:cNvPr>
          <p:cNvSpPr>
            <a:spLocks noGrp="1"/>
          </p:cNvSpPr>
          <p:nvPr>
            <p:ph type="sldNum" sz="quarter" idx="5"/>
          </p:nvPr>
        </p:nvSpPr>
        <p:spPr/>
        <p:txBody>
          <a:bodyPr/>
          <a:lstStyle/>
          <a:p>
            <a:fld id="{D83B0600-2A5F-422A-8015-714B8338F1A3}" type="slidenum">
              <a:rPr lang="en-US" smtClean="0"/>
              <a:t>4</a:t>
            </a:fld>
            <a:endParaRPr lang="en-US"/>
          </a:p>
        </p:txBody>
      </p:sp>
    </p:spTree>
    <p:extLst>
      <p:ext uri="{BB962C8B-B14F-4D97-AF65-F5344CB8AC3E}">
        <p14:creationId xmlns:p14="http://schemas.microsoft.com/office/powerpoint/2010/main" val="4271728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33BE7-E4BF-BD85-AC86-9EBBA4D66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EBCDC-04EB-3FFE-4A5D-A68B4AC3D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F5762C-C23D-32CB-8F8E-70DBA31F75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C2F53D-96D4-7432-D0FB-0227E9F1E054}"/>
              </a:ext>
            </a:extLst>
          </p:cNvPr>
          <p:cNvSpPr>
            <a:spLocks noGrp="1"/>
          </p:cNvSpPr>
          <p:nvPr>
            <p:ph type="sldNum" sz="quarter" idx="5"/>
          </p:nvPr>
        </p:nvSpPr>
        <p:spPr/>
        <p:txBody>
          <a:bodyPr/>
          <a:lstStyle/>
          <a:p>
            <a:fld id="{D83B0600-2A5F-422A-8015-714B8338F1A3}" type="slidenum">
              <a:rPr lang="en-US" smtClean="0"/>
              <a:t>5</a:t>
            </a:fld>
            <a:endParaRPr lang="en-US"/>
          </a:p>
        </p:txBody>
      </p:sp>
    </p:spTree>
    <p:extLst>
      <p:ext uri="{BB962C8B-B14F-4D97-AF65-F5344CB8AC3E}">
        <p14:creationId xmlns:p14="http://schemas.microsoft.com/office/powerpoint/2010/main" val="3969083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8BBC8-F6F2-2B78-1C24-E944868ED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F07CF-9665-ADA0-3B81-286D66556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33925C-9D32-1051-DF52-ED129B1E38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B404FE-14B7-824C-E64C-06F5F0099FAB}"/>
              </a:ext>
            </a:extLst>
          </p:cNvPr>
          <p:cNvSpPr>
            <a:spLocks noGrp="1"/>
          </p:cNvSpPr>
          <p:nvPr>
            <p:ph type="sldNum" sz="quarter" idx="5"/>
          </p:nvPr>
        </p:nvSpPr>
        <p:spPr/>
        <p:txBody>
          <a:bodyPr/>
          <a:lstStyle/>
          <a:p>
            <a:fld id="{D83B0600-2A5F-422A-8015-714B8338F1A3}" type="slidenum">
              <a:rPr lang="en-US" smtClean="0"/>
              <a:t>6</a:t>
            </a:fld>
            <a:endParaRPr lang="en-US"/>
          </a:p>
        </p:txBody>
      </p:sp>
    </p:spTree>
    <p:extLst>
      <p:ext uri="{BB962C8B-B14F-4D97-AF65-F5344CB8AC3E}">
        <p14:creationId xmlns:p14="http://schemas.microsoft.com/office/powerpoint/2010/main" val="3760880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F9770-326B-BE98-0AF0-42D94644C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4A0DA-51A2-0A38-ACA1-12FEA1ACE0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85369-3D99-6619-26E6-A926D4399F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A3F058-ECAC-9592-612C-E69B80304BAC}"/>
              </a:ext>
            </a:extLst>
          </p:cNvPr>
          <p:cNvSpPr>
            <a:spLocks noGrp="1"/>
          </p:cNvSpPr>
          <p:nvPr>
            <p:ph type="sldNum" sz="quarter" idx="5"/>
          </p:nvPr>
        </p:nvSpPr>
        <p:spPr/>
        <p:txBody>
          <a:bodyPr/>
          <a:lstStyle/>
          <a:p>
            <a:fld id="{D83B0600-2A5F-422A-8015-714B8338F1A3}" type="slidenum">
              <a:rPr lang="en-US" smtClean="0"/>
              <a:t>7</a:t>
            </a:fld>
            <a:endParaRPr lang="en-US"/>
          </a:p>
        </p:txBody>
      </p:sp>
    </p:spTree>
    <p:extLst>
      <p:ext uri="{BB962C8B-B14F-4D97-AF65-F5344CB8AC3E}">
        <p14:creationId xmlns:p14="http://schemas.microsoft.com/office/powerpoint/2010/main" val="4071387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AB944-9997-9640-5CD7-9A5EA3176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891B6-A5C2-DAA6-551A-C95B26320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8D3D4D-79D9-D340-420D-1BB2D620E9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1EC716-52F2-1EEC-BE28-9120C40E6D34}"/>
              </a:ext>
            </a:extLst>
          </p:cNvPr>
          <p:cNvSpPr>
            <a:spLocks noGrp="1"/>
          </p:cNvSpPr>
          <p:nvPr>
            <p:ph type="sldNum" sz="quarter" idx="5"/>
          </p:nvPr>
        </p:nvSpPr>
        <p:spPr/>
        <p:txBody>
          <a:bodyPr/>
          <a:lstStyle/>
          <a:p>
            <a:fld id="{D83B0600-2A5F-422A-8015-714B8338F1A3}" type="slidenum">
              <a:rPr lang="en-US" smtClean="0"/>
              <a:t>8</a:t>
            </a:fld>
            <a:endParaRPr lang="en-US"/>
          </a:p>
        </p:txBody>
      </p:sp>
    </p:spTree>
    <p:extLst>
      <p:ext uri="{BB962C8B-B14F-4D97-AF65-F5344CB8AC3E}">
        <p14:creationId xmlns:p14="http://schemas.microsoft.com/office/powerpoint/2010/main" val="1140018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6337-403D-4A23-C9CA-F31CD216F1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E916D8-825F-7B75-E8A8-EB142CB30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818688-2E9B-DAC9-52C4-0C9C74C53C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3D514A-8C97-55BF-3CB8-92D35DBA2143}"/>
              </a:ext>
            </a:extLst>
          </p:cNvPr>
          <p:cNvSpPr>
            <a:spLocks noGrp="1"/>
          </p:cNvSpPr>
          <p:nvPr>
            <p:ph type="sldNum" sz="quarter" idx="5"/>
          </p:nvPr>
        </p:nvSpPr>
        <p:spPr/>
        <p:txBody>
          <a:bodyPr/>
          <a:lstStyle/>
          <a:p>
            <a:fld id="{D83B0600-2A5F-422A-8015-714B8338F1A3}" type="slidenum">
              <a:rPr lang="en-US" smtClean="0"/>
              <a:t>9</a:t>
            </a:fld>
            <a:endParaRPr lang="en-US"/>
          </a:p>
        </p:txBody>
      </p:sp>
    </p:spTree>
    <p:extLst>
      <p:ext uri="{BB962C8B-B14F-4D97-AF65-F5344CB8AC3E}">
        <p14:creationId xmlns:p14="http://schemas.microsoft.com/office/powerpoint/2010/main" val="1368208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54030-AF78-36B3-1308-FCEDBDBA3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6BC52-02FF-2885-B0B4-ED1BE982E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146BE-343D-6C01-956E-A5C714C05D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4C4D36-2222-949C-2383-AC86E2E97F96}"/>
              </a:ext>
            </a:extLst>
          </p:cNvPr>
          <p:cNvSpPr>
            <a:spLocks noGrp="1"/>
          </p:cNvSpPr>
          <p:nvPr>
            <p:ph type="sldNum" sz="quarter" idx="5"/>
          </p:nvPr>
        </p:nvSpPr>
        <p:spPr/>
        <p:txBody>
          <a:bodyPr/>
          <a:lstStyle/>
          <a:p>
            <a:fld id="{D83B0600-2A5F-422A-8015-714B8338F1A3}" type="slidenum">
              <a:rPr lang="en-US" smtClean="0"/>
              <a:t>10</a:t>
            </a:fld>
            <a:endParaRPr lang="en-US"/>
          </a:p>
        </p:txBody>
      </p:sp>
    </p:spTree>
    <p:extLst>
      <p:ext uri="{BB962C8B-B14F-4D97-AF65-F5344CB8AC3E}">
        <p14:creationId xmlns:p14="http://schemas.microsoft.com/office/powerpoint/2010/main" val="648034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7FE4F-C35A-A393-4814-B804FD84A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35365-B138-5FB0-D6E5-6CDD3C59F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8825A-5E6A-C636-136A-F739A00204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41C9B0-B178-98FF-DFF8-55063EFE5269}"/>
              </a:ext>
            </a:extLst>
          </p:cNvPr>
          <p:cNvSpPr>
            <a:spLocks noGrp="1"/>
          </p:cNvSpPr>
          <p:nvPr>
            <p:ph type="sldNum" sz="quarter" idx="5"/>
          </p:nvPr>
        </p:nvSpPr>
        <p:spPr/>
        <p:txBody>
          <a:bodyPr/>
          <a:lstStyle/>
          <a:p>
            <a:fld id="{D83B0600-2A5F-422A-8015-714B8338F1A3}" type="slidenum">
              <a:rPr lang="en-US" smtClean="0"/>
              <a:t>11</a:t>
            </a:fld>
            <a:endParaRPr lang="en-US"/>
          </a:p>
        </p:txBody>
      </p:sp>
    </p:spTree>
    <p:extLst>
      <p:ext uri="{BB962C8B-B14F-4D97-AF65-F5344CB8AC3E}">
        <p14:creationId xmlns:p14="http://schemas.microsoft.com/office/powerpoint/2010/main" val="1033065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D65EF-A9BC-DFF3-298C-487F712AD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29332-80D7-689F-E01E-D21ED2583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FBCC3-4CBA-49D9-D9C5-425DE43D29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9C338B-84D6-DAF1-B5C2-AFBE538A3D13}"/>
              </a:ext>
            </a:extLst>
          </p:cNvPr>
          <p:cNvSpPr>
            <a:spLocks noGrp="1"/>
          </p:cNvSpPr>
          <p:nvPr>
            <p:ph type="sldNum" sz="quarter" idx="5"/>
          </p:nvPr>
        </p:nvSpPr>
        <p:spPr/>
        <p:txBody>
          <a:bodyPr/>
          <a:lstStyle/>
          <a:p>
            <a:fld id="{D83B0600-2A5F-422A-8015-714B8338F1A3}" type="slidenum">
              <a:rPr lang="en-US" smtClean="0"/>
              <a:t>12</a:t>
            </a:fld>
            <a:endParaRPr lang="en-US"/>
          </a:p>
        </p:txBody>
      </p:sp>
    </p:spTree>
    <p:extLst>
      <p:ext uri="{BB962C8B-B14F-4D97-AF65-F5344CB8AC3E}">
        <p14:creationId xmlns:p14="http://schemas.microsoft.com/office/powerpoint/2010/main" val="2884074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479D9-7A81-A31F-51F4-20F20C7055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306F6-9922-1DB8-661F-43753CCEC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DD09F6-36E2-48B4-FCB2-64615A521B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A64CA5-56DB-F83C-65C4-66FECD037CCC}"/>
              </a:ext>
            </a:extLst>
          </p:cNvPr>
          <p:cNvSpPr>
            <a:spLocks noGrp="1"/>
          </p:cNvSpPr>
          <p:nvPr>
            <p:ph type="sldNum" sz="quarter" idx="5"/>
          </p:nvPr>
        </p:nvSpPr>
        <p:spPr/>
        <p:txBody>
          <a:bodyPr/>
          <a:lstStyle/>
          <a:p>
            <a:fld id="{D83B0600-2A5F-422A-8015-714B8338F1A3}" type="slidenum">
              <a:rPr lang="en-US" smtClean="0"/>
              <a:t>13</a:t>
            </a:fld>
            <a:endParaRPr lang="en-US"/>
          </a:p>
        </p:txBody>
      </p:sp>
    </p:spTree>
    <p:extLst>
      <p:ext uri="{BB962C8B-B14F-4D97-AF65-F5344CB8AC3E}">
        <p14:creationId xmlns:p14="http://schemas.microsoft.com/office/powerpoint/2010/main" val="2790789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7842C-9471-3593-9647-DE90B24378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613B1-4004-D6FE-DF5D-F6E020771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A72BFB-CE3F-6C18-1692-7593750BB3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A7F06E-AAF2-1738-2ED5-EE7B959FBFF2}"/>
              </a:ext>
            </a:extLst>
          </p:cNvPr>
          <p:cNvSpPr>
            <a:spLocks noGrp="1"/>
          </p:cNvSpPr>
          <p:nvPr>
            <p:ph type="sldNum" sz="quarter" idx="5"/>
          </p:nvPr>
        </p:nvSpPr>
        <p:spPr/>
        <p:txBody>
          <a:bodyPr/>
          <a:lstStyle/>
          <a:p>
            <a:fld id="{D83B0600-2A5F-422A-8015-714B8338F1A3}" type="slidenum">
              <a:rPr lang="en-US" smtClean="0"/>
              <a:t>14</a:t>
            </a:fld>
            <a:endParaRPr lang="en-US"/>
          </a:p>
        </p:txBody>
      </p:sp>
    </p:spTree>
    <p:extLst>
      <p:ext uri="{BB962C8B-B14F-4D97-AF65-F5344CB8AC3E}">
        <p14:creationId xmlns:p14="http://schemas.microsoft.com/office/powerpoint/2010/main" val="513351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5E5ED-A564-341B-23AF-5DA160BCF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A508F-689C-2724-ABA9-DA5A1DC97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918C4-9B10-E1AE-FA45-C298DF1F58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EC3BBB-8096-C773-43F9-E176AF1976FB}"/>
              </a:ext>
            </a:extLst>
          </p:cNvPr>
          <p:cNvSpPr>
            <a:spLocks noGrp="1"/>
          </p:cNvSpPr>
          <p:nvPr>
            <p:ph type="sldNum" sz="quarter" idx="5"/>
          </p:nvPr>
        </p:nvSpPr>
        <p:spPr/>
        <p:txBody>
          <a:bodyPr/>
          <a:lstStyle/>
          <a:p>
            <a:fld id="{D83B0600-2A5F-422A-8015-714B8338F1A3}" type="slidenum">
              <a:rPr lang="en-US" smtClean="0"/>
              <a:t>15</a:t>
            </a:fld>
            <a:endParaRPr lang="en-US"/>
          </a:p>
        </p:txBody>
      </p:sp>
    </p:spTree>
    <p:extLst>
      <p:ext uri="{BB962C8B-B14F-4D97-AF65-F5344CB8AC3E}">
        <p14:creationId xmlns:p14="http://schemas.microsoft.com/office/powerpoint/2010/main" val="2199980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3B0600-2A5F-422A-8015-714B8338F1A3}" type="slidenum">
              <a:rPr lang="en-US" smtClean="0"/>
              <a:t>17</a:t>
            </a:fld>
            <a:endParaRPr lang="en-US"/>
          </a:p>
        </p:txBody>
      </p:sp>
    </p:spTree>
    <p:extLst>
      <p:ext uri="{BB962C8B-B14F-4D97-AF65-F5344CB8AC3E}">
        <p14:creationId xmlns:p14="http://schemas.microsoft.com/office/powerpoint/2010/main" val="2252622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31260-0CD7-94BE-23F8-0F5EECB0C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AF8A2-0DC7-0760-A168-65659F7A1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ABDF4-EE47-366F-13BC-268C3C056F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8874D8-90DC-7B2A-5C4A-AC2720C9B7A5}"/>
              </a:ext>
            </a:extLst>
          </p:cNvPr>
          <p:cNvSpPr>
            <a:spLocks noGrp="1"/>
          </p:cNvSpPr>
          <p:nvPr>
            <p:ph type="sldNum" sz="quarter" idx="5"/>
          </p:nvPr>
        </p:nvSpPr>
        <p:spPr/>
        <p:txBody>
          <a:bodyPr/>
          <a:lstStyle/>
          <a:p>
            <a:fld id="{D83B0600-2A5F-422A-8015-714B8338F1A3}" type="slidenum">
              <a:rPr lang="en-US" smtClean="0"/>
              <a:t>18</a:t>
            </a:fld>
            <a:endParaRPr lang="en-US"/>
          </a:p>
        </p:txBody>
      </p:sp>
    </p:spTree>
    <p:extLst>
      <p:ext uri="{BB962C8B-B14F-4D97-AF65-F5344CB8AC3E}">
        <p14:creationId xmlns:p14="http://schemas.microsoft.com/office/powerpoint/2010/main" val="427211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5522F-5357-94AD-8ADF-6E524E013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25527-F407-DDCE-801A-261C1C394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9C5CC-45A0-0557-5D5F-BB4E1A923B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79F8BB-3096-DE43-6B30-B4F92ED2C442}"/>
              </a:ext>
            </a:extLst>
          </p:cNvPr>
          <p:cNvSpPr>
            <a:spLocks noGrp="1"/>
          </p:cNvSpPr>
          <p:nvPr>
            <p:ph type="sldNum" sz="quarter" idx="5"/>
          </p:nvPr>
        </p:nvSpPr>
        <p:spPr/>
        <p:txBody>
          <a:bodyPr/>
          <a:lstStyle/>
          <a:p>
            <a:fld id="{D83B0600-2A5F-422A-8015-714B8338F1A3}" type="slidenum">
              <a:rPr lang="en-US" smtClean="0"/>
              <a:t>19</a:t>
            </a:fld>
            <a:endParaRPr lang="en-US"/>
          </a:p>
        </p:txBody>
      </p:sp>
    </p:spTree>
    <p:extLst>
      <p:ext uri="{BB962C8B-B14F-4D97-AF65-F5344CB8AC3E}">
        <p14:creationId xmlns:p14="http://schemas.microsoft.com/office/powerpoint/2010/main" val="1063792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0D055-89C2-E491-CB66-2C9043FCF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C2788B-38E6-FA19-C6F5-63C3B9EA8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C2F7F-82E5-5034-8762-C785153A9C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C5A571-B64E-A4A7-750B-0F8A534334F5}"/>
              </a:ext>
            </a:extLst>
          </p:cNvPr>
          <p:cNvSpPr>
            <a:spLocks noGrp="1"/>
          </p:cNvSpPr>
          <p:nvPr>
            <p:ph type="sldNum" sz="quarter" idx="5"/>
          </p:nvPr>
        </p:nvSpPr>
        <p:spPr/>
        <p:txBody>
          <a:bodyPr/>
          <a:lstStyle/>
          <a:p>
            <a:fld id="{D83B0600-2A5F-422A-8015-714B8338F1A3}" type="slidenum">
              <a:rPr lang="en-US" smtClean="0"/>
              <a:t>20</a:t>
            </a:fld>
            <a:endParaRPr lang="en-US"/>
          </a:p>
        </p:txBody>
      </p:sp>
    </p:spTree>
    <p:extLst>
      <p:ext uri="{BB962C8B-B14F-4D97-AF65-F5344CB8AC3E}">
        <p14:creationId xmlns:p14="http://schemas.microsoft.com/office/powerpoint/2010/main" val="99400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C2691-BDEE-EEF2-6E9F-C97DFE16B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9DA36-D3CB-54A7-7645-2FE1CEA978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9AAD2E-70C4-B0B6-B56A-071234EF3B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2FC95A-FF62-0FAC-9FFE-3D4F50340FB9}"/>
              </a:ext>
            </a:extLst>
          </p:cNvPr>
          <p:cNvSpPr>
            <a:spLocks noGrp="1"/>
          </p:cNvSpPr>
          <p:nvPr>
            <p:ph type="sldNum" sz="quarter" idx="5"/>
          </p:nvPr>
        </p:nvSpPr>
        <p:spPr/>
        <p:txBody>
          <a:bodyPr/>
          <a:lstStyle/>
          <a:p>
            <a:fld id="{D83B0600-2A5F-422A-8015-714B8338F1A3}" type="slidenum">
              <a:rPr lang="en-US" smtClean="0"/>
              <a:t>21</a:t>
            </a:fld>
            <a:endParaRPr lang="en-US"/>
          </a:p>
        </p:txBody>
      </p:sp>
    </p:spTree>
    <p:extLst>
      <p:ext uri="{BB962C8B-B14F-4D97-AF65-F5344CB8AC3E}">
        <p14:creationId xmlns:p14="http://schemas.microsoft.com/office/powerpoint/2010/main" val="3065639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22CD1-CA26-FC32-4A7D-60EFE9064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98839-CA4C-4901-8615-AEE28FB80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51196-0E38-7EBC-A1DA-FB04FE4316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994064-8D0E-5940-0330-5EE0ABB8E1E0}"/>
              </a:ext>
            </a:extLst>
          </p:cNvPr>
          <p:cNvSpPr>
            <a:spLocks noGrp="1"/>
          </p:cNvSpPr>
          <p:nvPr>
            <p:ph type="sldNum" sz="quarter" idx="5"/>
          </p:nvPr>
        </p:nvSpPr>
        <p:spPr/>
        <p:txBody>
          <a:bodyPr/>
          <a:lstStyle/>
          <a:p>
            <a:fld id="{D83B0600-2A5F-422A-8015-714B8338F1A3}" type="slidenum">
              <a:rPr lang="en-US" smtClean="0"/>
              <a:t>22</a:t>
            </a:fld>
            <a:endParaRPr lang="en-US"/>
          </a:p>
        </p:txBody>
      </p:sp>
    </p:spTree>
    <p:extLst>
      <p:ext uri="{BB962C8B-B14F-4D97-AF65-F5344CB8AC3E}">
        <p14:creationId xmlns:p14="http://schemas.microsoft.com/office/powerpoint/2010/main" val="2036966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83D5-19A6-DEB0-768B-91A8A0F2C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53192-BDE7-6A85-9886-4E62C02594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E555B-0720-094E-3FC8-9F6A5F1F6C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B6894B-3AB4-A18D-857F-C1DD7E58AE58}"/>
              </a:ext>
            </a:extLst>
          </p:cNvPr>
          <p:cNvSpPr>
            <a:spLocks noGrp="1"/>
          </p:cNvSpPr>
          <p:nvPr>
            <p:ph type="sldNum" sz="quarter" idx="5"/>
          </p:nvPr>
        </p:nvSpPr>
        <p:spPr/>
        <p:txBody>
          <a:bodyPr/>
          <a:lstStyle/>
          <a:p>
            <a:fld id="{D83B0600-2A5F-422A-8015-714B8338F1A3}" type="slidenum">
              <a:rPr lang="en-US" smtClean="0"/>
              <a:t>23</a:t>
            </a:fld>
            <a:endParaRPr lang="en-US"/>
          </a:p>
        </p:txBody>
      </p:sp>
    </p:spTree>
    <p:extLst>
      <p:ext uri="{BB962C8B-B14F-4D97-AF65-F5344CB8AC3E}">
        <p14:creationId xmlns:p14="http://schemas.microsoft.com/office/powerpoint/2010/main" val="15875073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D55C4-D706-25B1-2AB8-0843DE0F4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4AAC27-273E-1B95-745D-9CF2002D88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3606F8-8C3F-74BB-CE41-CF566665B4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BB52F4-9192-025F-2B8D-CE393A9521C2}"/>
              </a:ext>
            </a:extLst>
          </p:cNvPr>
          <p:cNvSpPr>
            <a:spLocks noGrp="1"/>
          </p:cNvSpPr>
          <p:nvPr>
            <p:ph type="sldNum" sz="quarter" idx="5"/>
          </p:nvPr>
        </p:nvSpPr>
        <p:spPr/>
        <p:txBody>
          <a:bodyPr/>
          <a:lstStyle/>
          <a:p>
            <a:fld id="{D83B0600-2A5F-422A-8015-714B8338F1A3}" type="slidenum">
              <a:rPr lang="en-US" smtClean="0"/>
              <a:t>24</a:t>
            </a:fld>
            <a:endParaRPr lang="en-US"/>
          </a:p>
        </p:txBody>
      </p:sp>
    </p:spTree>
    <p:extLst>
      <p:ext uri="{BB962C8B-B14F-4D97-AF65-F5344CB8AC3E}">
        <p14:creationId xmlns:p14="http://schemas.microsoft.com/office/powerpoint/2010/main" val="39727549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DE70B-1877-AAC9-66D1-878897C91B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6E462-9257-6602-AF40-DD42EAE34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7C1605-2D60-F6DA-6787-6CA5A63BF5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103C36-A2A9-FB1E-904A-AD9072E9544C}"/>
              </a:ext>
            </a:extLst>
          </p:cNvPr>
          <p:cNvSpPr>
            <a:spLocks noGrp="1"/>
          </p:cNvSpPr>
          <p:nvPr>
            <p:ph type="sldNum" sz="quarter" idx="5"/>
          </p:nvPr>
        </p:nvSpPr>
        <p:spPr/>
        <p:txBody>
          <a:bodyPr/>
          <a:lstStyle/>
          <a:p>
            <a:fld id="{D83B0600-2A5F-422A-8015-714B8338F1A3}" type="slidenum">
              <a:rPr lang="en-US" smtClean="0"/>
              <a:t>25</a:t>
            </a:fld>
            <a:endParaRPr lang="en-US"/>
          </a:p>
        </p:txBody>
      </p:sp>
    </p:spTree>
    <p:extLst>
      <p:ext uri="{BB962C8B-B14F-4D97-AF65-F5344CB8AC3E}">
        <p14:creationId xmlns:p14="http://schemas.microsoft.com/office/powerpoint/2010/main" val="225528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69570-62C4-4D3B-5646-5C6E54D6D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A9EEF-90F5-0D87-56F4-D306A87A8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2A781-0CA6-3598-EFDA-B9006169B9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FF7200-2219-71E8-8FB0-3F1CAF641E02}"/>
              </a:ext>
            </a:extLst>
          </p:cNvPr>
          <p:cNvSpPr>
            <a:spLocks noGrp="1"/>
          </p:cNvSpPr>
          <p:nvPr>
            <p:ph type="sldNum" sz="quarter" idx="5"/>
          </p:nvPr>
        </p:nvSpPr>
        <p:spPr/>
        <p:txBody>
          <a:bodyPr/>
          <a:lstStyle/>
          <a:p>
            <a:fld id="{D83B0600-2A5F-422A-8015-714B8338F1A3}" type="slidenum">
              <a:rPr lang="en-US" smtClean="0"/>
              <a:t>26</a:t>
            </a:fld>
            <a:endParaRPr lang="en-US"/>
          </a:p>
        </p:txBody>
      </p:sp>
    </p:spTree>
    <p:extLst>
      <p:ext uri="{BB962C8B-B14F-4D97-AF65-F5344CB8AC3E}">
        <p14:creationId xmlns:p14="http://schemas.microsoft.com/office/powerpoint/2010/main" val="15431068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7728F-3A75-A441-F111-6FD72DF587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8451A-C649-BB8B-88DC-FDA5FE6A3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0D5AF-C520-D0CC-CFEE-88D2773A25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C839A4-5905-BFC3-22CB-7DAE67EB1AB5}"/>
              </a:ext>
            </a:extLst>
          </p:cNvPr>
          <p:cNvSpPr>
            <a:spLocks noGrp="1"/>
          </p:cNvSpPr>
          <p:nvPr>
            <p:ph type="sldNum" sz="quarter" idx="5"/>
          </p:nvPr>
        </p:nvSpPr>
        <p:spPr/>
        <p:txBody>
          <a:bodyPr/>
          <a:lstStyle/>
          <a:p>
            <a:fld id="{D83B0600-2A5F-422A-8015-714B8338F1A3}" type="slidenum">
              <a:rPr lang="en-US" smtClean="0"/>
              <a:t>27</a:t>
            </a:fld>
            <a:endParaRPr lang="en-US"/>
          </a:p>
        </p:txBody>
      </p:sp>
    </p:spTree>
    <p:extLst>
      <p:ext uri="{BB962C8B-B14F-4D97-AF65-F5344CB8AC3E}">
        <p14:creationId xmlns:p14="http://schemas.microsoft.com/office/powerpoint/2010/main" val="11964197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25285-DFFF-CC67-FF6A-AB40C6471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9F992-C104-8770-E0DB-FF0A6147F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F8434-DC7B-0A6A-0609-C0BC924804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10A8D7-A2D3-B2B7-920E-D3B92B0FE2B9}"/>
              </a:ext>
            </a:extLst>
          </p:cNvPr>
          <p:cNvSpPr>
            <a:spLocks noGrp="1"/>
          </p:cNvSpPr>
          <p:nvPr>
            <p:ph type="sldNum" sz="quarter" idx="5"/>
          </p:nvPr>
        </p:nvSpPr>
        <p:spPr/>
        <p:txBody>
          <a:bodyPr/>
          <a:lstStyle/>
          <a:p>
            <a:fld id="{D83B0600-2A5F-422A-8015-714B8338F1A3}" type="slidenum">
              <a:rPr lang="en-US" smtClean="0"/>
              <a:t>28</a:t>
            </a:fld>
            <a:endParaRPr lang="en-US"/>
          </a:p>
        </p:txBody>
      </p:sp>
    </p:spTree>
    <p:extLst>
      <p:ext uri="{BB962C8B-B14F-4D97-AF65-F5344CB8AC3E}">
        <p14:creationId xmlns:p14="http://schemas.microsoft.com/office/powerpoint/2010/main" val="31308725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AEB95-ECB7-6ABD-3745-DADF93361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2A1F57-A9CC-2F57-E52E-CDFFA1D71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FE09C-3B82-B6EE-6571-0E5D3E3E50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D8946E-3B85-6129-4D16-65ABADE5E5B4}"/>
              </a:ext>
            </a:extLst>
          </p:cNvPr>
          <p:cNvSpPr>
            <a:spLocks noGrp="1"/>
          </p:cNvSpPr>
          <p:nvPr>
            <p:ph type="sldNum" sz="quarter" idx="5"/>
          </p:nvPr>
        </p:nvSpPr>
        <p:spPr/>
        <p:txBody>
          <a:bodyPr/>
          <a:lstStyle/>
          <a:p>
            <a:fld id="{D83B0600-2A5F-422A-8015-714B8338F1A3}" type="slidenum">
              <a:rPr lang="en-US" smtClean="0"/>
              <a:t>29</a:t>
            </a:fld>
            <a:endParaRPr lang="en-US"/>
          </a:p>
        </p:txBody>
      </p:sp>
    </p:spTree>
    <p:extLst>
      <p:ext uri="{BB962C8B-B14F-4D97-AF65-F5344CB8AC3E}">
        <p14:creationId xmlns:p14="http://schemas.microsoft.com/office/powerpoint/2010/main" val="30744018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B4134-5F9E-A7FB-D0C9-D6DEFC4EB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FDC04-F14E-1FDB-B449-97707175A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FF283E-8511-DC97-B2DC-4983FFE87A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87D2FA-E964-5B24-2B10-BAE9C4DB1689}"/>
              </a:ext>
            </a:extLst>
          </p:cNvPr>
          <p:cNvSpPr>
            <a:spLocks noGrp="1"/>
          </p:cNvSpPr>
          <p:nvPr>
            <p:ph type="sldNum" sz="quarter" idx="5"/>
          </p:nvPr>
        </p:nvSpPr>
        <p:spPr/>
        <p:txBody>
          <a:bodyPr/>
          <a:lstStyle/>
          <a:p>
            <a:fld id="{D83B0600-2A5F-422A-8015-714B8338F1A3}" type="slidenum">
              <a:rPr lang="en-US" smtClean="0"/>
              <a:t>30</a:t>
            </a:fld>
            <a:endParaRPr lang="en-US"/>
          </a:p>
        </p:txBody>
      </p:sp>
    </p:spTree>
    <p:extLst>
      <p:ext uri="{BB962C8B-B14F-4D97-AF65-F5344CB8AC3E}">
        <p14:creationId xmlns:p14="http://schemas.microsoft.com/office/powerpoint/2010/main" val="2219260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C8A89-F56A-7971-0660-113CC97B1D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805AB-05AC-59E6-6972-A8C3B47FC1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69CCC5-B779-C095-36DE-BB7919924C8E}"/>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5" name="Footer Placeholder 4">
            <a:extLst>
              <a:ext uri="{FF2B5EF4-FFF2-40B4-BE49-F238E27FC236}">
                <a16:creationId xmlns:a16="http://schemas.microsoft.com/office/drawing/2014/main" id="{0F2626A1-3E5A-A5F3-FABB-FEF8EECB1C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EAE7A-1F7D-09FE-6A6F-4AACAC7B54EB}"/>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1748711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F3F-ABD7-7CDD-C9A9-12B20F8BE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105E5B-B943-F734-2B94-6AF7709715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C69A5-BE76-E23B-6F62-A6E4996A0EDB}"/>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5" name="Footer Placeholder 4">
            <a:extLst>
              <a:ext uri="{FF2B5EF4-FFF2-40B4-BE49-F238E27FC236}">
                <a16:creationId xmlns:a16="http://schemas.microsoft.com/office/drawing/2014/main" id="{D1F923DB-49B8-3808-6DBC-61FC9559C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F624BB-6F74-B6B8-A90C-B4E79C4EB32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64574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4AC0E-2EDF-8EF0-A4D9-62803E8030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7D5D80-5DB6-B5E7-4727-0004D36672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BFCA4B-1091-0B75-D9BF-468BF5CEA31C}"/>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5" name="Footer Placeholder 4">
            <a:extLst>
              <a:ext uri="{FF2B5EF4-FFF2-40B4-BE49-F238E27FC236}">
                <a16:creationId xmlns:a16="http://schemas.microsoft.com/office/drawing/2014/main" id="{916A9D7B-DF9A-E3D5-BA0A-EFF0D1D8F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92A593-F0D5-1CF4-5191-0BB9A4C6B601}"/>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709295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B9EC-4956-923B-23AB-4DBCD01D84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B42186-2F37-DA15-7A83-07B34D0244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C598ED-1174-D45B-D1CD-A0DD73EB47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68D178-BA47-7498-0F40-5D2F49294CDE}"/>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6" name="Footer Placeholder 5">
            <a:extLst>
              <a:ext uri="{FF2B5EF4-FFF2-40B4-BE49-F238E27FC236}">
                <a16:creationId xmlns:a16="http://schemas.microsoft.com/office/drawing/2014/main" id="{3BF72C78-6107-F0CB-D881-56C02BB85F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37A07-2B21-37CF-EB21-7A834D583F1D}"/>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136913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AB70C-7E86-6CB2-C19A-BE3E89D95C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F75EE4-1D56-628B-D3DC-E1BD177DE9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F9740E-1D2F-9CE1-CC4F-6038CCF3A6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9676AD-60A5-6F3E-BEB2-8A580BAE06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E450D5-AF75-9844-B494-3402B1B6C0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D1AEF4-82BC-0A1E-6088-0BC5D4E7FBBC}"/>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8" name="Footer Placeholder 7">
            <a:extLst>
              <a:ext uri="{FF2B5EF4-FFF2-40B4-BE49-F238E27FC236}">
                <a16:creationId xmlns:a16="http://schemas.microsoft.com/office/drawing/2014/main" id="{46BE2E03-ECD9-4968-5804-EB5964698F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EEC556-44DC-8B5D-B0D8-C817B0C696A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911151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3F0E-E43A-ACE4-B897-B2993BDD61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998A6D-66B5-C2DF-EC0A-96F746B2F40A}"/>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4" name="Footer Placeholder 3">
            <a:extLst>
              <a:ext uri="{FF2B5EF4-FFF2-40B4-BE49-F238E27FC236}">
                <a16:creationId xmlns:a16="http://schemas.microsoft.com/office/drawing/2014/main" id="{9AA92876-FF89-0B3B-80B0-217EB35D0B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3C615B-0301-332D-7A0A-7FCF50A6F287}"/>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377501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FEF84F-76C0-74C3-FE60-63DA76768D78}"/>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3" name="Footer Placeholder 2">
            <a:extLst>
              <a:ext uri="{FF2B5EF4-FFF2-40B4-BE49-F238E27FC236}">
                <a16:creationId xmlns:a16="http://schemas.microsoft.com/office/drawing/2014/main" id="{D1F66573-A680-0CAB-2DC7-F8D0EF4EC4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0383AF-7CD8-D80E-E271-810CA4F44C77}"/>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1578835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4212-20E5-BFDC-58F9-F81D81013C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98E56C-6574-7D31-E674-5579CA1426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867CA9-24A0-92F6-1057-C3458B52EE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F9FE20-70BE-FF15-F9D6-A0ABA1BC20D8}"/>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6" name="Footer Placeholder 5">
            <a:extLst>
              <a:ext uri="{FF2B5EF4-FFF2-40B4-BE49-F238E27FC236}">
                <a16:creationId xmlns:a16="http://schemas.microsoft.com/office/drawing/2014/main" id="{EEC32CEB-8F32-1C77-7D73-6E938E7A9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0AA1E3-F254-6DB7-6FCD-1CFBEAF77CE5}"/>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386354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1F2C-F9E8-37AA-2EBD-743341C79E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5DDD0A-CC50-6460-5658-F54654871A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7C326C-8BB7-063E-7EC6-90A85916F3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8EBD3-5107-03BC-DAE9-A81D3899E0D3}"/>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6" name="Footer Placeholder 5">
            <a:extLst>
              <a:ext uri="{FF2B5EF4-FFF2-40B4-BE49-F238E27FC236}">
                <a16:creationId xmlns:a16="http://schemas.microsoft.com/office/drawing/2014/main" id="{481F01E9-425E-5F40-B4C6-DB77EC05BD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924001-4D8C-3B19-04EB-1A6AE2CEFA5F}"/>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39795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C2531-9592-B1D9-F504-957048ACEF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24BAFC-7C12-8AA1-E097-A44C507BD4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B97DC3-8CE9-E3F6-4B44-4FC65E90B24D}"/>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5" name="Footer Placeholder 4">
            <a:extLst>
              <a:ext uri="{FF2B5EF4-FFF2-40B4-BE49-F238E27FC236}">
                <a16:creationId xmlns:a16="http://schemas.microsoft.com/office/drawing/2014/main" id="{A6AA46C8-6AC6-DA6C-631A-659F65E11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A3F39-C28E-C184-76F9-B73C11989CA0}"/>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70091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9BD30E-934F-4EE8-0490-B15820862D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945734-EE16-FBF5-A32E-D22BEC4616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6501D9-07C2-0489-21CE-956EAEF54DDC}"/>
              </a:ext>
            </a:extLst>
          </p:cNvPr>
          <p:cNvSpPr>
            <a:spLocks noGrp="1"/>
          </p:cNvSpPr>
          <p:nvPr>
            <p:ph type="dt" sz="half" idx="10"/>
          </p:nvPr>
        </p:nvSpPr>
        <p:spPr/>
        <p:txBody>
          <a:bodyPr/>
          <a:lstStyle/>
          <a:p>
            <a:fld id="{F3A5D07C-AD67-425A-A963-569751B90433}" type="datetimeFigureOut">
              <a:rPr lang="en-US" smtClean="0"/>
              <a:t>2/26/2026</a:t>
            </a:fld>
            <a:endParaRPr lang="en-US"/>
          </a:p>
        </p:txBody>
      </p:sp>
      <p:sp>
        <p:nvSpPr>
          <p:cNvPr id="5" name="Footer Placeholder 4">
            <a:extLst>
              <a:ext uri="{FF2B5EF4-FFF2-40B4-BE49-F238E27FC236}">
                <a16:creationId xmlns:a16="http://schemas.microsoft.com/office/drawing/2014/main" id="{AF5C13F9-DA47-0838-3C61-8C2CC1A476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9F0E2-57C2-CEFA-34A7-6808D53F536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4044465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7935F0-7FBF-822C-5BB9-349551E038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F00A64-8560-FC97-6D42-AA94CA43CB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222F1-053B-9B42-DD4E-DF3DC62BD5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A5D07C-AD67-425A-A963-569751B90433}" type="datetimeFigureOut">
              <a:rPr lang="en-US" smtClean="0"/>
              <a:t>2/26/2026</a:t>
            </a:fld>
            <a:endParaRPr lang="en-US"/>
          </a:p>
        </p:txBody>
      </p:sp>
      <p:sp>
        <p:nvSpPr>
          <p:cNvPr id="5" name="Footer Placeholder 4">
            <a:extLst>
              <a:ext uri="{FF2B5EF4-FFF2-40B4-BE49-F238E27FC236}">
                <a16:creationId xmlns:a16="http://schemas.microsoft.com/office/drawing/2014/main" id="{B8E0D49C-46C8-A899-1015-F518143226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54DCE6-13D0-7DFB-F5C4-8EACE78C08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C62B21-1FF8-47C4-8CF7-710F5DA64AD5}" type="slidenum">
              <a:rPr lang="en-US" smtClean="0"/>
              <a:t>‹#›</a:t>
            </a:fld>
            <a:endParaRPr lang="en-US"/>
          </a:p>
        </p:txBody>
      </p:sp>
    </p:spTree>
    <p:extLst>
      <p:ext uri="{BB962C8B-B14F-4D97-AF65-F5344CB8AC3E}">
        <p14:creationId xmlns:p14="http://schemas.microsoft.com/office/powerpoint/2010/main" val="1993709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gorilla.cs.berkeley.edu/"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AD479B-97C7-ACBE-792A-874EA2018EC5}"/>
              </a:ext>
            </a:extLst>
          </p:cNvPr>
          <p:cNvSpPr>
            <a:spLocks noGrp="1"/>
          </p:cNvSpPr>
          <p:nvPr>
            <p:ph type="ctrTitle"/>
          </p:nvPr>
        </p:nvSpPr>
        <p:spPr>
          <a:xfrm>
            <a:off x="1127208" y="857251"/>
            <a:ext cx="4747280" cy="3098061"/>
          </a:xfrm>
        </p:spPr>
        <p:txBody>
          <a:bodyPr anchor="b">
            <a:normAutofit/>
          </a:bodyPr>
          <a:lstStyle/>
          <a:p>
            <a:pPr algn="r"/>
            <a:r>
              <a:rPr lang="en-US" sz="4800" dirty="0" err="1">
                <a:solidFill>
                  <a:srgbClr val="FFFFFF"/>
                </a:solidFill>
              </a:rPr>
              <a:t>Toolformer</a:t>
            </a:r>
            <a:br>
              <a:rPr lang="en-US" sz="4800" dirty="0">
                <a:solidFill>
                  <a:srgbClr val="FFFFFF"/>
                </a:solidFill>
              </a:rPr>
            </a:br>
            <a:r>
              <a:rPr lang="en-US" sz="4800" dirty="0">
                <a:solidFill>
                  <a:srgbClr val="FFFFFF"/>
                </a:solidFill>
              </a:rPr>
              <a:t>&amp;</a:t>
            </a:r>
            <a:br>
              <a:rPr lang="en-US" sz="4800" dirty="0">
                <a:solidFill>
                  <a:srgbClr val="FFFFFF"/>
                </a:solidFill>
              </a:rPr>
            </a:br>
            <a:r>
              <a:rPr lang="en-US" sz="4800" dirty="0">
                <a:solidFill>
                  <a:srgbClr val="FFFFFF"/>
                </a:solidFill>
              </a:rPr>
              <a:t>Gorilla</a:t>
            </a:r>
          </a:p>
        </p:txBody>
      </p:sp>
      <p:sp>
        <p:nvSpPr>
          <p:cNvPr id="49" name="Rectangle 48">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2AE763AF-0B70-9C74-CACA-1E0A80D0EDC8}"/>
              </a:ext>
            </a:extLst>
          </p:cNvPr>
          <p:cNvSpPr>
            <a:spLocks noGrp="1"/>
          </p:cNvSpPr>
          <p:nvPr>
            <p:ph type="subTitle" idx="1"/>
          </p:nvPr>
        </p:nvSpPr>
        <p:spPr>
          <a:xfrm>
            <a:off x="1127208" y="4756265"/>
            <a:ext cx="4393278" cy="1244483"/>
          </a:xfrm>
        </p:spPr>
        <p:txBody>
          <a:bodyPr anchor="t">
            <a:normAutofit/>
          </a:bodyPr>
          <a:lstStyle/>
          <a:p>
            <a:pPr algn="l"/>
            <a:r>
              <a:rPr lang="en-US" dirty="0">
                <a:solidFill>
                  <a:srgbClr val="FFFFFF"/>
                </a:solidFill>
              </a:rPr>
              <a:t>2.26.2026</a:t>
            </a:r>
          </a:p>
        </p:txBody>
      </p:sp>
      <p:sp>
        <p:nvSpPr>
          <p:cNvPr id="51" name="Oval 50">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2A3B640-7088-0AC7-2ADF-0E8162CDDE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0559" y="2385066"/>
            <a:ext cx="3737164" cy="2102154"/>
          </a:xfrm>
          <a:prstGeom prst="rect">
            <a:avLst/>
          </a:prstGeom>
        </p:spPr>
      </p:pic>
    </p:spTree>
    <p:extLst>
      <p:ext uri="{BB962C8B-B14F-4D97-AF65-F5344CB8AC3E}">
        <p14:creationId xmlns:p14="http://schemas.microsoft.com/office/powerpoint/2010/main" val="2292098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4A07D-30AE-9C46-C4ED-E550C9253BE4}"/>
            </a:ext>
          </a:extLst>
        </p:cNvPr>
        <p:cNvGrpSpPr/>
        <p:nvPr/>
      </p:nvGrpSpPr>
      <p:grpSpPr>
        <a:xfrm>
          <a:off x="0" y="0"/>
          <a:ext cx="0" cy="0"/>
          <a:chOff x="0" y="0"/>
          <a:chExt cx="0" cy="0"/>
        </a:xfrm>
      </p:grpSpPr>
      <p:pic>
        <p:nvPicPr>
          <p:cNvPr id="2052" name="Picture 4" descr="Toolformer: How Language Models Learn to Use Tools by Themselves | by  Darshan Tank | Medium">
            <a:extLst>
              <a:ext uri="{FF2B5EF4-FFF2-40B4-BE49-F238E27FC236}">
                <a16:creationId xmlns:a16="http://schemas.microsoft.com/office/drawing/2014/main" id="{CAB61799-E1D4-110E-73F3-DFBE8A8A9532}"/>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10180163" y="0"/>
            <a:ext cx="2011837" cy="2011837"/>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DCD8D860-E850-6285-C5C4-8F9AC1073ECF}"/>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112630E5-9637-74B8-DEA1-56B71AD25CD8}"/>
              </a:ext>
            </a:extLst>
          </p:cNvPr>
          <p:cNvSpPr txBox="1"/>
          <p:nvPr/>
        </p:nvSpPr>
        <p:spPr>
          <a:xfrm>
            <a:off x="10625328" y="6254496"/>
            <a:ext cx="1389888" cy="369332"/>
          </a:xfrm>
          <a:prstGeom prst="rect">
            <a:avLst/>
          </a:prstGeom>
          <a:noFill/>
        </p:spPr>
        <p:txBody>
          <a:bodyPr wrap="square" rtlCol="0">
            <a:spAutoFit/>
          </a:bodyPr>
          <a:lstStyle/>
          <a:p>
            <a:r>
              <a:rPr lang="en-US" dirty="0"/>
              <a:t>1/28</a:t>
            </a:r>
          </a:p>
        </p:txBody>
      </p:sp>
      <p:sp>
        <p:nvSpPr>
          <p:cNvPr id="6" name="TextBox 5">
            <a:extLst>
              <a:ext uri="{FF2B5EF4-FFF2-40B4-BE49-F238E27FC236}">
                <a16:creationId xmlns:a16="http://schemas.microsoft.com/office/drawing/2014/main" id="{3D9ACAB9-0816-CA0B-320F-BDB798F55BA1}"/>
              </a:ext>
            </a:extLst>
          </p:cNvPr>
          <p:cNvSpPr txBox="1"/>
          <p:nvPr/>
        </p:nvSpPr>
        <p:spPr>
          <a:xfrm>
            <a:off x="176784" y="1216808"/>
            <a:ext cx="3634033" cy="4001801"/>
          </a:xfrm>
          <a:prstGeom prst="rect">
            <a:avLst/>
          </a:prstGeom>
          <a:solidFill>
            <a:srgbClr val="F2F2F2">
              <a:alpha val="80000"/>
            </a:srgbClr>
          </a:solidFill>
        </p:spPr>
        <p:txBody>
          <a:bodyPr wrap="square">
            <a:spAutoFit/>
          </a:bodyPr>
          <a:lstStyle/>
          <a:p>
            <a:pPr>
              <a:lnSpc>
                <a:spcPct val="115000"/>
              </a:lnSpc>
              <a:spcAft>
                <a:spcPts val="800"/>
              </a:spcAft>
              <a:buNone/>
            </a:pPr>
            <a:r>
              <a:rPr lang="en-US" b="1" kern="100" dirty="0">
                <a:effectLst/>
                <a:latin typeface="Segoe UI Emoji" panose="020B0502040204020203" pitchFamily="34" charset="0"/>
                <a:ea typeface="Aptos" panose="020B0004020202020204" pitchFamily="34" charset="0"/>
                <a:cs typeface="Segoe UI Emoji" panose="020B0502040204020203" pitchFamily="34" charset="0"/>
              </a:rPr>
              <a:t>Introduction</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kern="100" dirty="0">
                <a:effectLst/>
                <a:latin typeface="Aptos" panose="020B0004020202020204" pitchFamily="34" charset="0"/>
                <a:ea typeface="Aptos" panose="020B0004020202020204" pitchFamily="34" charset="0"/>
                <a:cs typeface="Times New Roman" panose="02020603050405020304" pitchFamily="18" charset="0"/>
              </a:rPr>
              <a:t>The </a:t>
            </a:r>
            <a:r>
              <a:rPr lang="en-US" kern="100" dirty="0" err="1">
                <a:effectLst/>
                <a:latin typeface="Aptos" panose="020B0004020202020204" pitchFamily="34" charset="0"/>
                <a:ea typeface="Aptos" panose="020B0004020202020204" pitchFamily="34" charset="0"/>
                <a:cs typeface="Times New Roman" panose="02020603050405020304" pitchFamily="18" charset="0"/>
              </a:rPr>
              <a:t>Toolformer</a:t>
            </a:r>
            <a:r>
              <a:rPr lang="en-US" kern="100" dirty="0">
                <a:effectLst/>
                <a:latin typeface="Aptos" panose="020B0004020202020204" pitchFamily="34" charset="0"/>
                <a:ea typeface="Aptos" panose="020B0004020202020204" pitchFamily="34" charset="0"/>
                <a:cs typeface="Times New Roman" panose="02020603050405020304" pitchFamily="18" charset="0"/>
              </a:rPr>
              <a:t> method enables a language model (LM) to learn on its own how to use external tools (like calculators, search engines, translators, etc.) through simple APIs, improving its performance on tasks it traditionally struggles with such as math, factual lookup, or up-to-date information retrieval without needing massive additional supervision.</a:t>
            </a:r>
          </a:p>
        </p:txBody>
      </p:sp>
      <p:sp>
        <p:nvSpPr>
          <p:cNvPr id="7" name="TextBox 6">
            <a:extLst>
              <a:ext uri="{FF2B5EF4-FFF2-40B4-BE49-F238E27FC236}">
                <a16:creationId xmlns:a16="http://schemas.microsoft.com/office/drawing/2014/main" id="{E8382DA7-707D-62F3-6954-D309636E5096}"/>
              </a:ext>
            </a:extLst>
          </p:cNvPr>
          <p:cNvSpPr txBox="1"/>
          <p:nvPr/>
        </p:nvSpPr>
        <p:spPr>
          <a:xfrm>
            <a:off x="4080880" y="1597454"/>
            <a:ext cx="3904095" cy="3364704"/>
          </a:xfrm>
          <a:prstGeom prst="rect">
            <a:avLst/>
          </a:prstGeom>
          <a:solidFill>
            <a:srgbClr val="F2F2F2">
              <a:alpha val="80000"/>
            </a:srgbClr>
          </a:solidFill>
        </p:spPr>
        <p:txBody>
          <a:bodyPr wrap="square">
            <a:spAutoFit/>
          </a:bodyPr>
          <a:lstStyle/>
          <a:p>
            <a:pPr>
              <a:lnSpc>
                <a:spcPct val="115000"/>
              </a:lnSpc>
              <a:spcAft>
                <a:spcPts val="800"/>
              </a:spcAft>
              <a:buNone/>
            </a:pPr>
            <a:r>
              <a:rPr lang="en-US" b="1" kern="100" dirty="0">
                <a:effectLst/>
                <a:latin typeface="Aptos" panose="020B0004020202020204" pitchFamily="34" charset="0"/>
                <a:ea typeface="Aptos" panose="020B0004020202020204" pitchFamily="34" charset="0"/>
                <a:cs typeface="Times New Roman" panose="02020603050405020304" pitchFamily="18" charset="0"/>
              </a:rPr>
              <a:t>Why </a:t>
            </a:r>
            <a:r>
              <a:rPr lang="en-US" b="1" kern="100" dirty="0" err="1">
                <a:effectLst/>
                <a:latin typeface="Aptos" panose="020B0004020202020204" pitchFamily="34" charset="0"/>
                <a:ea typeface="Aptos" panose="020B0004020202020204" pitchFamily="34" charset="0"/>
                <a:cs typeface="Times New Roman" panose="02020603050405020304" pitchFamily="18" charset="0"/>
              </a:rPr>
              <a:t>Toolformer</a:t>
            </a:r>
            <a:endParaRPr lang="en-US"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kern="100" dirty="0">
                <a:effectLst/>
                <a:latin typeface="Aptos" panose="020B0004020202020204" pitchFamily="34" charset="0"/>
                <a:ea typeface="Aptos" panose="020B0004020202020204" pitchFamily="34" charset="0"/>
                <a:cs typeface="Times New Roman" panose="02020603050405020304" pitchFamily="18" charset="0"/>
              </a:rPr>
              <a:t>Standard large language models are excellent at general language tasks but often lack basic functional skills (e.g., precise calculations or factual retrieval). Specialized models or tools excel at those tasks, but integrating them effectively with LMs has usually required either lots of human annotation or task-specific design.</a:t>
            </a:r>
          </a:p>
        </p:txBody>
      </p:sp>
      <p:sp>
        <p:nvSpPr>
          <p:cNvPr id="8" name="TextBox 7">
            <a:extLst>
              <a:ext uri="{FF2B5EF4-FFF2-40B4-BE49-F238E27FC236}">
                <a16:creationId xmlns:a16="http://schemas.microsoft.com/office/drawing/2014/main" id="{D37E9D3B-365A-ECCF-54CD-DDBB9BA4245A}"/>
              </a:ext>
            </a:extLst>
          </p:cNvPr>
          <p:cNvSpPr txBox="1"/>
          <p:nvPr/>
        </p:nvSpPr>
        <p:spPr>
          <a:xfrm>
            <a:off x="8111121" y="2121782"/>
            <a:ext cx="3904095" cy="2830198"/>
          </a:xfrm>
          <a:prstGeom prst="rect">
            <a:avLst/>
          </a:prstGeom>
          <a:solidFill>
            <a:srgbClr val="F2F2F2">
              <a:alpha val="80000"/>
            </a:srgbClr>
          </a:solidFill>
        </p:spPr>
        <p:txBody>
          <a:bodyPr wrap="square">
            <a:spAutoFit/>
          </a:bodyPr>
          <a:lstStyle/>
          <a:p>
            <a:pPr>
              <a:lnSpc>
                <a:spcPct val="115000"/>
              </a:lnSpc>
              <a:spcAft>
                <a:spcPts val="800"/>
              </a:spcAft>
              <a:buNone/>
            </a:pPr>
            <a:r>
              <a:rPr lang="en-US" kern="100" dirty="0">
                <a:effectLst/>
                <a:latin typeface="Aptos" panose="020B0004020202020204" pitchFamily="34" charset="0"/>
                <a:ea typeface="Aptos" panose="020B0004020202020204" pitchFamily="34" charset="0"/>
                <a:cs typeface="Times New Roman" panose="02020603050405020304" pitchFamily="18" charset="0"/>
              </a:rPr>
              <a:t> </a:t>
            </a:r>
            <a:r>
              <a:rPr lang="en-US" b="1" kern="100" dirty="0">
                <a:effectLst/>
                <a:latin typeface="Aptos" panose="020B0004020202020204" pitchFamily="34" charset="0"/>
                <a:ea typeface="Aptos" panose="020B0004020202020204" pitchFamily="34" charset="0"/>
                <a:cs typeface="Times New Roman" panose="02020603050405020304" pitchFamily="18" charset="0"/>
              </a:rPr>
              <a:t>How does it work?</a:t>
            </a:r>
          </a:p>
          <a:p>
            <a:pPr>
              <a:lnSpc>
                <a:spcPct val="115000"/>
              </a:lnSpc>
              <a:spcAft>
                <a:spcPts val="800"/>
              </a:spcAft>
              <a:buNone/>
            </a:pPr>
            <a:r>
              <a:rPr lang="en-US" kern="100" dirty="0">
                <a:effectLst/>
                <a:latin typeface="Aptos" panose="020B0004020202020204" pitchFamily="34" charset="0"/>
                <a:ea typeface="Aptos" panose="020B0004020202020204" pitchFamily="34" charset="0"/>
                <a:cs typeface="Times New Roman" panose="02020603050405020304" pitchFamily="18" charset="0"/>
              </a:rPr>
              <a:t> </a:t>
            </a:r>
            <a:r>
              <a:rPr lang="en-US" kern="100" dirty="0" err="1">
                <a:effectLst/>
                <a:latin typeface="Aptos" panose="020B0004020202020204" pitchFamily="34" charset="0"/>
                <a:ea typeface="Aptos" panose="020B0004020202020204" pitchFamily="34" charset="0"/>
                <a:cs typeface="Times New Roman" panose="02020603050405020304" pitchFamily="18" charset="0"/>
              </a:rPr>
              <a:t>Toolformer</a:t>
            </a:r>
            <a:r>
              <a:rPr lang="en-US" kern="100" dirty="0">
                <a:effectLst/>
                <a:latin typeface="Aptos" panose="020B0004020202020204" pitchFamily="34" charset="0"/>
                <a:ea typeface="Aptos" panose="020B0004020202020204" pitchFamily="34" charset="0"/>
                <a:cs typeface="Times New Roman" panose="02020603050405020304" pitchFamily="18" charset="0"/>
              </a:rPr>
              <a:t> trains a base LM to:</a:t>
            </a:r>
          </a:p>
          <a:p>
            <a:pPr marL="342900" lvl="0" indent="-342900">
              <a:lnSpc>
                <a:spcPct val="115000"/>
              </a:lnSpc>
              <a:buFont typeface="Symbol" panose="05050102010706020507" pitchFamily="18" charset="2"/>
              <a:buChar char=""/>
            </a:pPr>
            <a:r>
              <a:rPr lang="en-US" kern="100" dirty="0">
                <a:effectLst/>
                <a:latin typeface="Aptos" panose="020B0004020202020204" pitchFamily="34" charset="0"/>
                <a:ea typeface="Aptos" panose="020B0004020202020204" pitchFamily="34" charset="0"/>
                <a:cs typeface="Times New Roman" panose="02020603050405020304" pitchFamily="18" charset="0"/>
              </a:rPr>
              <a:t>Decide which tools (APIs) to use.</a:t>
            </a:r>
          </a:p>
          <a:p>
            <a:pPr marL="342900" lvl="0" indent="-342900">
              <a:lnSpc>
                <a:spcPct val="115000"/>
              </a:lnSpc>
              <a:buFont typeface="Symbol" panose="05050102010706020507" pitchFamily="18" charset="2"/>
              <a:buChar char=""/>
            </a:pPr>
            <a:r>
              <a:rPr lang="en-US" kern="100" dirty="0">
                <a:effectLst/>
                <a:latin typeface="Aptos" panose="020B0004020202020204" pitchFamily="34" charset="0"/>
                <a:ea typeface="Aptos" panose="020B0004020202020204" pitchFamily="34" charset="0"/>
                <a:cs typeface="Times New Roman" panose="02020603050405020304" pitchFamily="18" charset="0"/>
              </a:rPr>
              <a:t>Determine when to call each tool.</a:t>
            </a:r>
          </a:p>
          <a:p>
            <a:pPr marL="342900" lvl="0" indent="-342900">
              <a:lnSpc>
                <a:spcPct val="115000"/>
              </a:lnSpc>
              <a:buFont typeface="Symbol" panose="05050102010706020507" pitchFamily="18" charset="2"/>
              <a:buChar char=""/>
            </a:pPr>
            <a:r>
              <a:rPr lang="en-US" kern="100" dirty="0">
                <a:effectLst/>
                <a:latin typeface="Aptos" panose="020B0004020202020204" pitchFamily="34" charset="0"/>
                <a:ea typeface="Aptos" panose="020B0004020202020204" pitchFamily="34" charset="0"/>
                <a:cs typeface="Times New Roman" panose="02020603050405020304" pitchFamily="18" charset="0"/>
              </a:rPr>
              <a:t>Choose what arguments to provide.</a:t>
            </a:r>
          </a:p>
          <a:p>
            <a:pPr marL="342900" lvl="0" indent="-342900">
              <a:lnSpc>
                <a:spcPct val="115000"/>
              </a:lnSpc>
              <a:spcAft>
                <a:spcPts val="800"/>
              </a:spcAft>
              <a:buFont typeface="Symbol" panose="05050102010706020507" pitchFamily="18" charset="2"/>
              <a:buChar char=""/>
            </a:pPr>
            <a:r>
              <a:rPr lang="en-US" kern="100" dirty="0">
                <a:effectLst/>
                <a:latin typeface="Aptos" panose="020B0004020202020204" pitchFamily="34" charset="0"/>
                <a:ea typeface="Aptos" panose="020B0004020202020204" pitchFamily="34" charset="0"/>
                <a:cs typeface="Times New Roman" panose="02020603050405020304" pitchFamily="18" charset="0"/>
              </a:rPr>
              <a:t>Integrate the tool results into its own output generation.</a:t>
            </a:r>
          </a:p>
        </p:txBody>
      </p:sp>
    </p:spTree>
    <p:extLst>
      <p:ext uri="{BB962C8B-B14F-4D97-AF65-F5344CB8AC3E}">
        <p14:creationId xmlns:p14="http://schemas.microsoft.com/office/powerpoint/2010/main" val="991245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8B454-3FC2-DD7C-D865-811E0F8AAB8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DAE1815-9149-FC82-85DE-6F8F34E0CA63}"/>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98A1F441-1D80-8A25-22A4-0A206366D7E6}"/>
              </a:ext>
            </a:extLst>
          </p:cNvPr>
          <p:cNvSpPr txBox="1"/>
          <p:nvPr/>
        </p:nvSpPr>
        <p:spPr>
          <a:xfrm>
            <a:off x="10625328" y="6254496"/>
            <a:ext cx="1389888" cy="369332"/>
          </a:xfrm>
          <a:prstGeom prst="rect">
            <a:avLst/>
          </a:prstGeom>
          <a:noFill/>
        </p:spPr>
        <p:txBody>
          <a:bodyPr wrap="square" rtlCol="0">
            <a:spAutoFit/>
          </a:bodyPr>
          <a:lstStyle/>
          <a:p>
            <a:r>
              <a:rPr lang="en-US" dirty="0"/>
              <a:t>2/28</a:t>
            </a:r>
          </a:p>
        </p:txBody>
      </p:sp>
      <p:graphicFrame>
        <p:nvGraphicFramePr>
          <p:cNvPr id="3" name="Table 2">
            <a:extLst>
              <a:ext uri="{FF2B5EF4-FFF2-40B4-BE49-F238E27FC236}">
                <a16:creationId xmlns:a16="http://schemas.microsoft.com/office/drawing/2014/main" id="{AD8CE436-D03B-3D45-07DB-48296C206977}"/>
              </a:ext>
            </a:extLst>
          </p:cNvPr>
          <p:cNvGraphicFramePr>
            <a:graphicFrameLocks noGrp="1"/>
          </p:cNvGraphicFramePr>
          <p:nvPr>
            <p:extLst>
              <p:ext uri="{D42A27DB-BD31-4B8C-83A1-F6EECF244321}">
                <p14:modId xmlns:p14="http://schemas.microsoft.com/office/powerpoint/2010/main" val="179296265"/>
              </p:ext>
            </p:extLst>
          </p:nvPr>
        </p:nvGraphicFramePr>
        <p:xfrm>
          <a:off x="428625" y="647700"/>
          <a:ext cx="10791826" cy="5257798"/>
        </p:xfrm>
        <a:graphic>
          <a:graphicData uri="http://schemas.openxmlformats.org/drawingml/2006/table">
            <a:tbl>
              <a:tblPr>
                <a:tableStyleId>{5C22544A-7EE6-4342-B048-85BDC9FD1C3A}</a:tableStyleId>
              </a:tblPr>
              <a:tblGrid>
                <a:gridCol w="2198521">
                  <a:extLst>
                    <a:ext uri="{9D8B030D-6E8A-4147-A177-3AD203B41FA5}">
                      <a16:colId xmlns:a16="http://schemas.microsoft.com/office/drawing/2014/main" val="2937638742"/>
                    </a:ext>
                  </a:extLst>
                </a:gridCol>
                <a:gridCol w="3373073">
                  <a:extLst>
                    <a:ext uri="{9D8B030D-6E8A-4147-A177-3AD203B41FA5}">
                      <a16:colId xmlns:a16="http://schemas.microsoft.com/office/drawing/2014/main" val="3466797600"/>
                    </a:ext>
                  </a:extLst>
                </a:gridCol>
                <a:gridCol w="5220232">
                  <a:extLst>
                    <a:ext uri="{9D8B030D-6E8A-4147-A177-3AD203B41FA5}">
                      <a16:colId xmlns:a16="http://schemas.microsoft.com/office/drawing/2014/main" val="1544606464"/>
                    </a:ext>
                  </a:extLst>
                </a:gridCol>
              </a:tblGrid>
              <a:tr h="533807">
                <a:tc>
                  <a:txBody>
                    <a:bodyPr/>
                    <a:lstStyle/>
                    <a:p>
                      <a:pPr algn="ctr" fontAlgn="ctr">
                        <a:buNone/>
                      </a:pPr>
                      <a:r>
                        <a:rPr lang="en-US" sz="1600" u="none" strike="noStrike" dirty="0">
                          <a:effectLst/>
                        </a:rPr>
                        <a:t>Tool / API</a:t>
                      </a:r>
                      <a:endParaRPr lang="en-US" sz="1600" b="1" i="0" u="none" strike="noStrike" dirty="0">
                        <a:solidFill>
                          <a:srgbClr val="FFFFFF"/>
                        </a:solidFill>
                        <a:effectLst/>
                        <a:latin typeface="Aptos Narrow" panose="020B0004020202020204" pitchFamily="34" charset="0"/>
                      </a:endParaRPr>
                    </a:p>
                  </a:txBody>
                  <a:tcPr marL="9525" marR="9525" marT="9525" marB="0" anchor="ctr">
                    <a:solidFill>
                      <a:schemeClr val="accent1">
                        <a:lumMod val="20000"/>
                        <a:lumOff val="80000"/>
                      </a:schemeClr>
                    </a:solidFill>
                  </a:tcPr>
                </a:tc>
                <a:tc>
                  <a:txBody>
                    <a:bodyPr/>
                    <a:lstStyle/>
                    <a:p>
                      <a:pPr algn="ctr" fontAlgn="ctr">
                        <a:buNone/>
                      </a:pPr>
                      <a:r>
                        <a:rPr lang="en-US" sz="1600" u="none" strike="noStrike" dirty="0">
                          <a:effectLst/>
                        </a:rPr>
                        <a:t>Purpose / Functionality</a:t>
                      </a:r>
                      <a:endParaRPr lang="en-US" sz="1600" b="1" i="0" u="none" strike="noStrike" dirty="0">
                        <a:solidFill>
                          <a:srgbClr val="FFFFFF"/>
                        </a:solidFill>
                        <a:effectLst/>
                        <a:latin typeface="Aptos Narrow" panose="020B0004020202020204" pitchFamily="34" charset="0"/>
                      </a:endParaRPr>
                    </a:p>
                  </a:txBody>
                  <a:tcPr marL="9525" marR="9525" marT="9525" marB="0" anchor="ctr">
                    <a:solidFill>
                      <a:schemeClr val="accent1">
                        <a:lumMod val="20000"/>
                        <a:lumOff val="80000"/>
                      </a:schemeClr>
                    </a:solidFill>
                  </a:tcPr>
                </a:tc>
                <a:tc>
                  <a:txBody>
                    <a:bodyPr/>
                    <a:lstStyle/>
                    <a:p>
                      <a:pPr algn="ctr" fontAlgn="ctr">
                        <a:buNone/>
                      </a:pPr>
                      <a:r>
                        <a:rPr lang="en-US" sz="1600" u="none" strike="noStrike" dirty="0">
                          <a:effectLst/>
                        </a:rPr>
                        <a:t>How </a:t>
                      </a:r>
                      <a:r>
                        <a:rPr lang="en-US" sz="1600" u="none" strike="noStrike" dirty="0" err="1">
                          <a:effectLst/>
                        </a:rPr>
                        <a:t>Toolformer</a:t>
                      </a:r>
                      <a:r>
                        <a:rPr lang="en-US" sz="1600" u="none" strike="noStrike" dirty="0">
                          <a:effectLst/>
                        </a:rPr>
                        <a:t> Uses It</a:t>
                      </a:r>
                      <a:endParaRPr lang="en-US" sz="1600" b="1" i="0" u="none" strike="noStrike" dirty="0">
                        <a:solidFill>
                          <a:srgbClr val="FFFFFF"/>
                        </a:solidFill>
                        <a:effectLst/>
                        <a:latin typeface="Aptos Narrow" panose="020B0004020202020204" pitchFamily="34" charset="0"/>
                      </a:endParaRPr>
                    </a:p>
                  </a:txBody>
                  <a:tcPr marL="9525" marR="9525" marT="9525" marB="0" anchor="ctr">
                    <a:solidFill>
                      <a:schemeClr val="accent1">
                        <a:lumMod val="20000"/>
                        <a:lumOff val="80000"/>
                      </a:schemeClr>
                    </a:solidFill>
                  </a:tcPr>
                </a:tc>
                <a:extLst>
                  <a:ext uri="{0D108BD9-81ED-4DB2-BD59-A6C34878D82A}">
                    <a16:rowId xmlns:a16="http://schemas.microsoft.com/office/drawing/2014/main" val="2882933189"/>
                  </a:ext>
                </a:extLst>
              </a:tr>
              <a:tr h="1047546">
                <a:tc>
                  <a:txBody>
                    <a:bodyPr/>
                    <a:lstStyle/>
                    <a:p>
                      <a:pPr algn="l" fontAlgn="ctr">
                        <a:buNone/>
                      </a:pPr>
                      <a:r>
                        <a:rPr lang="en-US" sz="1600" u="none" strike="noStrike">
                          <a:effectLst/>
                        </a:rPr>
                        <a:t>Calculator</a:t>
                      </a:r>
                      <a:endParaRPr lang="en-US" sz="1600" b="1"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1600" u="none" strike="noStrike">
                          <a:effectLst/>
                        </a:rPr>
                        <a:t>Performs precise arithmetic</a:t>
                      </a:r>
                      <a:endParaRPr lang="en-US" sz="16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1600" u="none" strike="noStrike" dirty="0">
                          <a:effectLst/>
                        </a:rPr>
                        <a:t>LM calls it when input requires math-accurate results (e.g., compute expressions)</a:t>
                      </a:r>
                      <a:endParaRPr lang="en-US" sz="16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318014246"/>
                  </a:ext>
                </a:extLst>
              </a:tr>
              <a:tr h="1047546">
                <a:tc>
                  <a:txBody>
                    <a:bodyPr/>
                    <a:lstStyle/>
                    <a:p>
                      <a:pPr algn="l" fontAlgn="ctr">
                        <a:buNone/>
                      </a:pPr>
                      <a:r>
                        <a:rPr lang="en-US" sz="1600" u="none" strike="noStrike">
                          <a:effectLst/>
                        </a:rPr>
                        <a:t>Question Answering (QA) System</a:t>
                      </a:r>
                      <a:endParaRPr lang="en-US" sz="1600" b="1"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1600" u="none" strike="noStrike">
                          <a:effectLst/>
                        </a:rPr>
                        <a:t>Returns factual answers to natural language queries</a:t>
                      </a:r>
                      <a:endParaRPr lang="en-US" sz="16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1600" u="none" strike="noStrike">
                          <a:effectLst/>
                        </a:rPr>
                        <a:t>Used when the model needs factual information beyond its internal knowledge</a:t>
                      </a:r>
                      <a:endParaRPr lang="en-US" sz="16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547250330"/>
                  </a:ext>
                </a:extLst>
              </a:tr>
              <a:tr h="1047546">
                <a:tc>
                  <a:txBody>
                    <a:bodyPr/>
                    <a:lstStyle/>
                    <a:p>
                      <a:pPr algn="l" fontAlgn="ctr">
                        <a:buNone/>
                      </a:pPr>
                      <a:r>
                        <a:rPr lang="en-US" sz="1600" u="none" strike="noStrike">
                          <a:effectLst/>
                        </a:rPr>
                        <a:t>Search Engine(s)</a:t>
                      </a:r>
                      <a:endParaRPr lang="en-US" sz="1600" b="1"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1600" u="none" strike="noStrike">
                          <a:effectLst/>
                        </a:rPr>
                        <a:t>Retrieves up-to-date text results (e.g., wiki search)</a:t>
                      </a:r>
                      <a:endParaRPr lang="en-US" sz="16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1600" u="none" strike="noStrike">
                          <a:effectLst/>
                        </a:rPr>
                        <a:t>LM uses it to get up-to-date information or web context</a:t>
                      </a:r>
                      <a:endParaRPr lang="en-US" sz="16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703529029"/>
                  </a:ext>
                </a:extLst>
              </a:tr>
              <a:tr h="1047546">
                <a:tc>
                  <a:txBody>
                    <a:bodyPr/>
                    <a:lstStyle/>
                    <a:p>
                      <a:pPr algn="l" fontAlgn="ctr">
                        <a:buNone/>
                      </a:pPr>
                      <a:r>
                        <a:rPr lang="en-US" sz="1600" u="none" strike="noStrike">
                          <a:effectLst/>
                        </a:rPr>
                        <a:t>Machine Translation System</a:t>
                      </a:r>
                      <a:endParaRPr lang="en-US" sz="1600" b="1"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1600" u="none" strike="noStrike">
                          <a:effectLst/>
                        </a:rPr>
                        <a:t>Translates text between languages</a:t>
                      </a:r>
                      <a:endParaRPr lang="en-US" sz="16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1600" u="none" strike="noStrike">
                          <a:effectLst/>
                        </a:rPr>
                        <a:t>Called when a translation task is needed</a:t>
                      </a:r>
                      <a:endParaRPr lang="en-US" sz="16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118457774"/>
                  </a:ext>
                </a:extLst>
              </a:tr>
              <a:tr h="533807">
                <a:tc>
                  <a:txBody>
                    <a:bodyPr/>
                    <a:lstStyle/>
                    <a:p>
                      <a:pPr algn="l" fontAlgn="ctr">
                        <a:buNone/>
                      </a:pPr>
                      <a:r>
                        <a:rPr lang="en-US" sz="1600" u="none" strike="noStrike">
                          <a:effectLst/>
                        </a:rPr>
                        <a:t>Calendar API</a:t>
                      </a:r>
                      <a:endParaRPr lang="en-US" sz="1600" b="1"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1600" u="none" strike="noStrike">
                          <a:effectLst/>
                        </a:rPr>
                        <a:t>Handles dates and scheduling</a:t>
                      </a:r>
                      <a:endParaRPr lang="en-US" sz="16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1600" u="none" strike="noStrike" dirty="0">
                          <a:effectLst/>
                        </a:rPr>
                        <a:t>Used when the input involves temporal/date reasoning</a:t>
                      </a:r>
                      <a:endParaRPr lang="en-US" sz="16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51826468"/>
                  </a:ext>
                </a:extLst>
              </a:tr>
            </a:tbl>
          </a:graphicData>
        </a:graphic>
      </p:graphicFrame>
    </p:spTree>
    <p:extLst>
      <p:ext uri="{BB962C8B-B14F-4D97-AF65-F5344CB8AC3E}">
        <p14:creationId xmlns:p14="http://schemas.microsoft.com/office/powerpoint/2010/main" val="1204112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543D8-2380-BE3D-140E-2A7EC3857BC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6EE3AA1-06E2-6ACC-246F-DA30AABFAE8A}"/>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0368AB61-5EAD-2DDF-3EFA-76691ECC0086}"/>
              </a:ext>
            </a:extLst>
          </p:cNvPr>
          <p:cNvSpPr txBox="1"/>
          <p:nvPr/>
        </p:nvSpPr>
        <p:spPr>
          <a:xfrm>
            <a:off x="10625328" y="6254496"/>
            <a:ext cx="1389888" cy="369332"/>
          </a:xfrm>
          <a:prstGeom prst="rect">
            <a:avLst/>
          </a:prstGeom>
          <a:noFill/>
        </p:spPr>
        <p:txBody>
          <a:bodyPr wrap="square" rtlCol="0">
            <a:spAutoFit/>
          </a:bodyPr>
          <a:lstStyle/>
          <a:p>
            <a:r>
              <a:rPr lang="en-US" dirty="0"/>
              <a:t>3/28</a:t>
            </a:r>
          </a:p>
        </p:txBody>
      </p:sp>
      <p:pic>
        <p:nvPicPr>
          <p:cNvPr id="6" name="Picture 5">
            <a:extLst>
              <a:ext uri="{FF2B5EF4-FFF2-40B4-BE49-F238E27FC236}">
                <a16:creationId xmlns:a16="http://schemas.microsoft.com/office/drawing/2014/main" id="{967BA104-1748-1175-7338-EAA895689136}"/>
              </a:ext>
            </a:extLst>
          </p:cNvPr>
          <p:cNvPicPr>
            <a:picLocks noChangeAspect="1"/>
          </p:cNvPicPr>
          <p:nvPr/>
        </p:nvPicPr>
        <p:blipFill>
          <a:blip r:embed="rId3"/>
          <a:stretch>
            <a:fillRect/>
          </a:stretch>
        </p:blipFill>
        <p:spPr>
          <a:xfrm>
            <a:off x="513571" y="1523734"/>
            <a:ext cx="11164858" cy="3810532"/>
          </a:xfrm>
          <a:prstGeom prst="rect">
            <a:avLst/>
          </a:prstGeom>
        </p:spPr>
      </p:pic>
    </p:spTree>
    <p:extLst>
      <p:ext uri="{BB962C8B-B14F-4D97-AF65-F5344CB8AC3E}">
        <p14:creationId xmlns:p14="http://schemas.microsoft.com/office/powerpoint/2010/main" val="769124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56BB0-0F7E-0BB3-372C-176875883D6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B7B69C-C473-EC56-2742-FAF51C0981AC}"/>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5C76671C-04D4-5E64-A4B0-E23B7DE92C6B}"/>
              </a:ext>
            </a:extLst>
          </p:cNvPr>
          <p:cNvSpPr txBox="1"/>
          <p:nvPr/>
        </p:nvSpPr>
        <p:spPr>
          <a:xfrm>
            <a:off x="10625328" y="6254496"/>
            <a:ext cx="1389888" cy="369332"/>
          </a:xfrm>
          <a:prstGeom prst="rect">
            <a:avLst/>
          </a:prstGeom>
          <a:noFill/>
        </p:spPr>
        <p:txBody>
          <a:bodyPr wrap="square" rtlCol="0">
            <a:spAutoFit/>
          </a:bodyPr>
          <a:lstStyle/>
          <a:p>
            <a:r>
              <a:rPr lang="en-US" dirty="0"/>
              <a:t>4/28</a:t>
            </a:r>
          </a:p>
        </p:txBody>
      </p:sp>
      <p:pic>
        <p:nvPicPr>
          <p:cNvPr id="4" name="Picture 3">
            <a:extLst>
              <a:ext uri="{FF2B5EF4-FFF2-40B4-BE49-F238E27FC236}">
                <a16:creationId xmlns:a16="http://schemas.microsoft.com/office/drawing/2014/main" id="{41EDF77F-6B13-C165-825E-9A141B0475C7}"/>
              </a:ext>
            </a:extLst>
          </p:cNvPr>
          <p:cNvPicPr>
            <a:picLocks noChangeAspect="1"/>
          </p:cNvPicPr>
          <p:nvPr/>
        </p:nvPicPr>
        <p:blipFill>
          <a:blip r:embed="rId3"/>
          <a:stretch>
            <a:fillRect/>
          </a:stretch>
        </p:blipFill>
        <p:spPr>
          <a:xfrm>
            <a:off x="446886" y="890233"/>
            <a:ext cx="11298227" cy="5077534"/>
          </a:xfrm>
          <a:prstGeom prst="rect">
            <a:avLst/>
          </a:prstGeom>
        </p:spPr>
      </p:pic>
    </p:spTree>
    <p:extLst>
      <p:ext uri="{BB962C8B-B14F-4D97-AF65-F5344CB8AC3E}">
        <p14:creationId xmlns:p14="http://schemas.microsoft.com/office/powerpoint/2010/main" val="4229380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C4AD5-EB42-829C-AD4E-EF8B5663AFB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C93B407-45D7-076E-BF2E-E0F233C93A8E}"/>
              </a:ext>
            </a:extLst>
          </p:cNvPr>
          <p:cNvPicPr>
            <a:picLocks noChangeAspect="1"/>
          </p:cNvPicPr>
          <p:nvPr/>
        </p:nvPicPr>
        <p:blipFill>
          <a:blip r:embed="rId3"/>
          <a:stretch>
            <a:fillRect/>
          </a:stretch>
        </p:blipFill>
        <p:spPr>
          <a:xfrm>
            <a:off x="904874" y="525214"/>
            <a:ext cx="11287125" cy="6313736"/>
          </a:xfrm>
          <a:prstGeom prst="rect">
            <a:avLst/>
          </a:prstGeom>
        </p:spPr>
      </p:pic>
      <p:sp>
        <p:nvSpPr>
          <p:cNvPr id="5" name="Title 1">
            <a:extLst>
              <a:ext uri="{FF2B5EF4-FFF2-40B4-BE49-F238E27FC236}">
                <a16:creationId xmlns:a16="http://schemas.microsoft.com/office/drawing/2014/main" id="{486EE0FF-11AD-A4D2-0F33-34BE5329D234}"/>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97CC8D74-AFCB-92DB-F25F-18B7A847C886}"/>
              </a:ext>
            </a:extLst>
          </p:cNvPr>
          <p:cNvSpPr txBox="1"/>
          <p:nvPr/>
        </p:nvSpPr>
        <p:spPr>
          <a:xfrm>
            <a:off x="10625328" y="6254496"/>
            <a:ext cx="1389888" cy="369332"/>
          </a:xfrm>
          <a:prstGeom prst="rect">
            <a:avLst/>
          </a:prstGeom>
          <a:noFill/>
        </p:spPr>
        <p:txBody>
          <a:bodyPr wrap="square" rtlCol="0">
            <a:spAutoFit/>
          </a:bodyPr>
          <a:lstStyle/>
          <a:p>
            <a:r>
              <a:rPr lang="en-US" dirty="0"/>
              <a:t>5/28</a:t>
            </a:r>
          </a:p>
        </p:txBody>
      </p:sp>
    </p:spTree>
    <p:extLst>
      <p:ext uri="{BB962C8B-B14F-4D97-AF65-F5344CB8AC3E}">
        <p14:creationId xmlns:p14="http://schemas.microsoft.com/office/powerpoint/2010/main" val="2997862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A5C41-6C88-06FC-0476-D7D00010A73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EF89D91-3E34-2D94-3503-B3D736DED9C4}"/>
              </a:ext>
            </a:extLst>
          </p:cNvPr>
          <p:cNvPicPr>
            <a:picLocks noChangeAspect="1"/>
          </p:cNvPicPr>
          <p:nvPr/>
        </p:nvPicPr>
        <p:blipFill>
          <a:blip r:embed="rId3"/>
          <a:stretch>
            <a:fillRect/>
          </a:stretch>
        </p:blipFill>
        <p:spPr>
          <a:xfrm>
            <a:off x="542925" y="363990"/>
            <a:ext cx="11421294" cy="6303961"/>
          </a:xfrm>
          <a:prstGeom prst="rect">
            <a:avLst/>
          </a:prstGeom>
        </p:spPr>
      </p:pic>
      <p:sp>
        <p:nvSpPr>
          <p:cNvPr id="5" name="Title 1">
            <a:extLst>
              <a:ext uri="{FF2B5EF4-FFF2-40B4-BE49-F238E27FC236}">
                <a16:creationId xmlns:a16="http://schemas.microsoft.com/office/drawing/2014/main" id="{BB58BF21-C4DF-3257-3C4D-F98CD39AACD1}"/>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2FCE839C-D607-8154-5CF6-AA9189BA957D}"/>
              </a:ext>
            </a:extLst>
          </p:cNvPr>
          <p:cNvSpPr txBox="1"/>
          <p:nvPr/>
        </p:nvSpPr>
        <p:spPr>
          <a:xfrm>
            <a:off x="10625328" y="6254496"/>
            <a:ext cx="1389888" cy="369332"/>
          </a:xfrm>
          <a:prstGeom prst="rect">
            <a:avLst/>
          </a:prstGeom>
          <a:noFill/>
        </p:spPr>
        <p:txBody>
          <a:bodyPr wrap="square" rtlCol="0">
            <a:spAutoFit/>
          </a:bodyPr>
          <a:lstStyle/>
          <a:p>
            <a:r>
              <a:rPr lang="en-US" dirty="0"/>
              <a:t>6/28</a:t>
            </a:r>
          </a:p>
        </p:txBody>
      </p:sp>
    </p:spTree>
    <p:extLst>
      <p:ext uri="{BB962C8B-B14F-4D97-AF65-F5344CB8AC3E}">
        <p14:creationId xmlns:p14="http://schemas.microsoft.com/office/powerpoint/2010/main" val="270888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F98EA-1081-F551-B07E-3458BD135C3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469700B-063E-088A-4497-FEE0CC05617B}"/>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DFEB76CF-DF34-7068-A3EC-B8402CE48EB8}"/>
              </a:ext>
            </a:extLst>
          </p:cNvPr>
          <p:cNvSpPr txBox="1"/>
          <p:nvPr/>
        </p:nvSpPr>
        <p:spPr>
          <a:xfrm>
            <a:off x="10625328" y="6254496"/>
            <a:ext cx="1389888" cy="369332"/>
          </a:xfrm>
          <a:prstGeom prst="rect">
            <a:avLst/>
          </a:prstGeom>
          <a:noFill/>
        </p:spPr>
        <p:txBody>
          <a:bodyPr wrap="square" rtlCol="0">
            <a:spAutoFit/>
          </a:bodyPr>
          <a:lstStyle/>
          <a:p>
            <a:r>
              <a:rPr lang="en-US" dirty="0"/>
              <a:t>7/28</a:t>
            </a:r>
          </a:p>
        </p:txBody>
      </p:sp>
      <p:pic>
        <p:nvPicPr>
          <p:cNvPr id="8" name="Picture 7">
            <a:extLst>
              <a:ext uri="{FF2B5EF4-FFF2-40B4-BE49-F238E27FC236}">
                <a16:creationId xmlns:a16="http://schemas.microsoft.com/office/drawing/2014/main" id="{B9993788-67EA-87BC-6D00-CF46A499CEE5}"/>
              </a:ext>
            </a:extLst>
          </p:cNvPr>
          <p:cNvPicPr>
            <a:picLocks noChangeAspect="1"/>
          </p:cNvPicPr>
          <p:nvPr/>
        </p:nvPicPr>
        <p:blipFill>
          <a:blip r:embed="rId3"/>
          <a:stretch>
            <a:fillRect/>
          </a:stretch>
        </p:blipFill>
        <p:spPr>
          <a:xfrm>
            <a:off x="789834" y="590154"/>
            <a:ext cx="10612331" cy="5677692"/>
          </a:xfrm>
          <a:prstGeom prst="rect">
            <a:avLst/>
          </a:prstGeom>
        </p:spPr>
      </p:pic>
    </p:spTree>
    <p:extLst>
      <p:ext uri="{BB962C8B-B14F-4D97-AF65-F5344CB8AC3E}">
        <p14:creationId xmlns:p14="http://schemas.microsoft.com/office/powerpoint/2010/main" val="3232453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33C2D-A45B-2CAC-5C37-B6B751D88C3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3F9CF7B-C45B-2C00-37C5-643B673A9C42}"/>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9BF7B0F4-2623-4FAE-4EA4-3D6A4AF405B9}"/>
              </a:ext>
            </a:extLst>
          </p:cNvPr>
          <p:cNvSpPr txBox="1"/>
          <p:nvPr/>
        </p:nvSpPr>
        <p:spPr>
          <a:xfrm>
            <a:off x="10625328" y="6254496"/>
            <a:ext cx="1389888" cy="369332"/>
          </a:xfrm>
          <a:prstGeom prst="rect">
            <a:avLst/>
          </a:prstGeom>
          <a:noFill/>
        </p:spPr>
        <p:txBody>
          <a:bodyPr wrap="square" rtlCol="0">
            <a:spAutoFit/>
          </a:bodyPr>
          <a:lstStyle/>
          <a:p>
            <a:r>
              <a:rPr lang="en-US" dirty="0"/>
              <a:t>8/28</a:t>
            </a:r>
          </a:p>
        </p:txBody>
      </p:sp>
      <p:pic>
        <p:nvPicPr>
          <p:cNvPr id="4" name="Picture 3">
            <a:extLst>
              <a:ext uri="{FF2B5EF4-FFF2-40B4-BE49-F238E27FC236}">
                <a16:creationId xmlns:a16="http://schemas.microsoft.com/office/drawing/2014/main" id="{680EBDDD-1553-A7F2-1DE6-0D8C783A291E}"/>
              </a:ext>
            </a:extLst>
          </p:cNvPr>
          <p:cNvPicPr>
            <a:picLocks noChangeAspect="1"/>
          </p:cNvPicPr>
          <p:nvPr/>
        </p:nvPicPr>
        <p:blipFill>
          <a:blip r:embed="rId3"/>
          <a:stretch>
            <a:fillRect/>
          </a:stretch>
        </p:blipFill>
        <p:spPr>
          <a:xfrm>
            <a:off x="875571" y="661601"/>
            <a:ext cx="10440857" cy="5534797"/>
          </a:xfrm>
          <a:prstGeom prst="rect">
            <a:avLst/>
          </a:prstGeom>
        </p:spPr>
      </p:pic>
    </p:spTree>
    <p:extLst>
      <p:ext uri="{BB962C8B-B14F-4D97-AF65-F5344CB8AC3E}">
        <p14:creationId xmlns:p14="http://schemas.microsoft.com/office/powerpoint/2010/main" val="238081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FEB92-0A2C-D9F3-D16A-00D2B58D345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35ED27A-A257-105B-E781-A9BDCE05077C}"/>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3270B268-37BA-52C7-0D77-257296D13D54}"/>
              </a:ext>
            </a:extLst>
          </p:cNvPr>
          <p:cNvSpPr txBox="1"/>
          <p:nvPr/>
        </p:nvSpPr>
        <p:spPr>
          <a:xfrm>
            <a:off x="10625328" y="6254496"/>
            <a:ext cx="1389888" cy="369332"/>
          </a:xfrm>
          <a:prstGeom prst="rect">
            <a:avLst/>
          </a:prstGeom>
          <a:noFill/>
        </p:spPr>
        <p:txBody>
          <a:bodyPr wrap="square" rtlCol="0">
            <a:spAutoFit/>
          </a:bodyPr>
          <a:lstStyle/>
          <a:p>
            <a:r>
              <a:rPr lang="en-US" dirty="0"/>
              <a:t>9/28</a:t>
            </a:r>
          </a:p>
        </p:txBody>
      </p:sp>
      <p:pic>
        <p:nvPicPr>
          <p:cNvPr id="6" name="Picture 5">
            <a:extLst>
              <a:ext uri="{FF2B5EF4-FFF2-40B4-BE49-F238E27FC236}">
                <a16:creationId xmlns:a16="http://schemas.microsoft.com/office/drawing/2014/main" id="{A18A9BB1-48DD-DC79-7DC4-B9734FFD89CD}"/>
              </a:ext>
            </a:extLst>
          </p:cNvPr>
          <p:cNvPicPr>
            <a:picLocks noChangeAspect="1"/>
          </p:cNvPicPr>
          <p:nvPr/>
        </p:nvPicPr>
        <p:blipFill>
          <a:blip r:embed="rId3"/>
          <a:stretch>
            <a:fillRect/>
          </a:stretch>
        </p:blipFill>
        <p:spPr>
          <a:xfrm>
            <a:off x="685045" y="571101"/>
            <a:ext cx="10821910" cy="5715798"/>
          </a:xfrm>
          <a:prstGeom prst="rect">
            <a:avLst/>
          </a:prstGeom>
        </p:spPr>
      </p:pic>
    </p:spTree>
    <p:extLst>
      <p:ext uri="{BB962C8B-B14F-4D97-AF65-F5344CB8AC3E}">
        <p14:creationId xmlns:p14="http://schemas.microsoft.com/office/powerpoint/2010/main" val="3671285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77B20-8165-1121-FC77-A17FE2660CB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39422FD-185A-A9C1-C168-00EB78206A2B}"/>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480AE05D-DB4A-8ABD-C25C-D0796A74442F}"/>
              </a:ext>
            </a:extLst>
          </p:cNvPr>
          <p:cNvSpPr txBox="1"/>
          <p:nvPr/>
        </p:nvSpPr>
        <p:spPr>
          <a:xfrm>
            <a:off x="10625328" y="6254496"/>
            <a:ext cx="1389888" cy="369332"/>
          </a:xfrm>
          <a:prstGeom prst="rect">
            <a:avLst/>
          </a:prstGeom>
          <a:noFill/>
        </p:spPr>
        <p:txBody>
          <a:bodyPr wrap="square" rtlCol="0">
            <a:spAutoFit/>
          </a:bodyPr>
          <a:lstStyle/>
          <a:p>
            <a:r>
              <a:rPr lang="en-US" dirty="0"/>
              <a:t>10/28</a:t>
            </a:r>
          </a:p>
        </p:txBody>
      </p:sp>
      <p:pic>
        <p:nvPicPr>
          <p:cNvPr id="4" name="Picture 3">
            <a:extLst>
              <a:ext uri="{FF2B5EF4-FFF2-40B4-BE49-F238E27FC236}">
                <a16:creationId xmlns:a16="http://schemas.microsoft.com/office/drawing/2014/main" id="{E52BB5DD-5D2E-9AD8-2D29-B03EE965EC25}"/>
              </a:ext>
            </a:extLst>
          </p:cNvPr>
          <p:cNvPicPr>
            <a:picLocks noChangeAspect="1"/>
          </p:cNvPicPr>
          <p:nvPr/>
        </p:nvPicPr>
        <p:blipFill>
          <a:blip r:embed="rId3"/>
          <a:stretch>
            <a:fillRect/>
          </a:stretch>
        </p:blipFill>
        <p:spPr>
          <a:xfrm>
            <a:off x="713624" y="675891"/>
            <a:ext cx="10764752" cy="5506218"/>
          </a:xfrm>
          <a:prstGeom prst="rect">
            <a:avLst/>
          </a:prstGeom>
        </p:spPr>
      </p:pic>
    </p:spTree>
    <p:extLst>
      <p:ext uri="{BB962C8B-B14F-4D97-AF65-F5344CB8AC3E}">
        <p14:creationId xmlns:p14="http://schemas.microsoft.com/office/powerpoint/2010/main" val="605939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01609-598C-308A-4C0F-DBBDBD73E6F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BA00E1D-45C9-E09E-A3A6-FCF2D6D6B2A5}"/>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102C2F4F-F4D7-5220-A104-B628619DA30F}"/>
              </a:ext>
            </a:extLst>
          </p:cNvPr>
          <p:cNvSpPr txBox="1"/>
          <p:nvPr/>
        </p:nvSpPr>
        <p:spPr>
          <a:xfrm>
            <a:off x="10625328" y="6254496"/>
            <a:ext cx="1389888" cy="369332"/>
          </a:xfrm>
          <a:prstGeom prst="rect">
            <a:avLst/>
          </a:prstGeom>
          <a:noFill/>
        </p:spPr>
        <p:txBody>
          <a:bodyPr wrap="square" rtlCol="0">
            <a:spAutoFit/>
          </a:bodyPr>
          <a:lstStyle/>
          <a:p>
            <a:r>
              <a:rPr lang="en-US" dirty="0"/>
              <a:t>11/28</a:t>
            </a:r>
          </a:p>
        </p:txBody>
      </p:sp>
      <p:pic>
        <p:nvPicPr>
          <p:cNvPr id="6" name="Picture 5">
            <a:extLst>
              <a:ext uri="{FF2B5EF4-FFF2-40B4-BE49-F238E27FC236}">
                <a16:creationId xmlns:a16="http://schemas.microsoft.com/office/drawing/2014/main" id="{3CE52296-BC7E-0D08-FF4D-5E0DFEDF1FBB}"/>
              </a:ext>
            </a:extLst>
          </p:cNvPr>
          <p:cNvPicPr>
            <a:picLocks noChangeAspect="1"/>
          </p:cNvPicPr>
          <p:nvPr/>
        </p:nvPicPr>
        <p:blipFill>
          <a:blip r:embed="rId3"/>
          <a:stretch>
            <a:fillRect/>
          </a:stretch>
        </p:blipFill>
        <p:spPr>
          <a:xfrm>
            <a:off x="727913" y="647312"/>
            <a:ext cx="10736173" cy="5563376"/>
          </a:xfrm>
          <a:prstGeom prst="rect">
            <a:avLst/>
          </a:prstGeom>
        </p:spPr>
      </p:pic>
    </p:spTree>
    <p:extLst>
      <p:ext uri="{BB962C8B-B14F-4D97-AF65-F5344CB8AC3E}">
        <p14:creationId xmlns:p14="http://schemas.microsoft.com/office/powerpoint/2010/main" val="992015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93621-9ABD-0B5E-78A5-84A97A8A87A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789AF0-8172-CBD9-3DDF-BA8A9EDF6098}"/>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4AADFC9A-6050-851E-85A0-37C7664E41D3}"/>
              </a:ext>
            </a:extLst>
          </p:cNvPr>
          <p:cNvSpPr txBox="1"/>
          <p:nvPr/>
        </p:nvSpPr>
        <p:spPr>
          <a:xfrm>
            <a:off x="10625328" y="6254496"/>
            <a:ext cx="1389888" cy="369332"/>
          </a:xfrm>
          <a:prstGeom prst="rect">
            <a:avLst/>
          </a:prstGeom>
          <a:noFill/>
        </p:spPr>
        <p:txBody>
          <a:bodyPr wrap="square" rtlCol="0">
            <a:spAutoFit/>
          </a:bodyPr>
          <a:lstStyle/>
          <a:p>
            <a:r>
              <a:rPr lang="en-US" dirty="0"/>
              <a:t>12/28</a:t>
            </a:r>
          </a:p>
        </p:txBody>
      </p:sp>
      <p:pic>
        <p:nvPicPr>
          <p:cNvPr id="4" name="Picture 3">
            <a:extLst>
              <a:ext uri="{FF2B5EF4-FFF2-40B4-BE49-F238E27FC236}">
                <a16:creationId xmlns:a16="http://schemas.microsoft.com/office/drawing/2014/main" id="{E8F32B50-1ACB-E7CE-AC77-AD3ADFFB26E8}"/>
              </a:ext>
            </a:extLst>
          </p:cNvPr>
          <p:cNvPicPr>
            <a:picLocks noChangeAspect="1"/>
          </p:cNvPicPr>
          <p:nvPr/>
        </p:nvPicPr>
        <p:blipFill>
          <a:blip r:embed="rId3"/>
          <a:stretch>
            <a:fillRect/>
          </a:stretch>
        </p:blipFill>
        <p:spPr>
          <a:xfrm>
            <a:off x="780308" y="547285"/>
            <a:ext cx="10631384" cy="5763429"/>
          </a:xfrm>
          <a:prstGeom prst="rect">
            <a:avLst/>
          </a:prstGeom>
        </p:spPr>
      </p:pic>
    </p:spTree>
    <p:extLst>
      <p:ext uri="{BB962C8B-B14F-4D97-AF65-F5344CB8AC3E}">
        <p14:creationId xmlns:p14="http://schemas.microsoft.com/office/powerpoint/2010/main" val="678625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9F5E0-80B6-E834-C3A8-19829E642EE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B3B6303-B7B4-3950-7D82-36C6573D40B9}"/>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F7F03BA7-4C0C-9D5D-EBA4-74C95AA98CFB}"/>
              </a:ext>
            </a:extLst>
          </p:cNvPr>
          <p:cNvSpPr txBox="1"/>
          <p:nvPr/>
        </p:nvSpPr>
        <p:spPr>
          <a:xfrm>
            <a:off x="10625328" y="6254496"/>
            <a:ext cx="1389888" cy="369332"/>
          </a:xfrm>
          <a:prstGeom prst="rect">
            <a:avLst/>
          </a:prstGeom>
          <a:noFill/>
        </p:spPr>
        <p:txBody>
          <a:bodyPr wrap="square" rtlCol="0">
            <a:spAutoFit/>
          </a:bodyPr>
          <a:lstStyle/>
          <a:p>
            <a:r>
              <a:rPr lang="en-US" dirty="0"/>
              <a:t>13/28</a:t>
            </a:r>
          </a:p>
        </p:txBody>
      </p:sp>
      <p:pic>
        <p:nvPicPr>
          <p:cNvPr id="6" name="Picture 5">
            <a:extLst>
              <a:ext uri="{FF2B5EF4-FFF2-40B4-BE49-F238E27FC236}">
                <a16:creationId xmlns:a16="http://schemas.microsoft.com/office/drawing/2014/main" id="{FD8A0AAE-D261-A233-E3FF-F619B3278BB5}"/>
              </a:ext>
            </a:extLst>
          </p:cNvPr>
          <p:cNvPicPr>
            <a:picLocks noChangeAspect="1"/>
          </p:cNvPicPr>
          <p:nvPr/>
        </p:nvPicPr>
        <p:blipFill>
          <a:blip r:embed="rId3"/>
          <a:stretch>
            <a:fillRect/>
          </a:stretch>
        </p:blipFill>
        <p:spPr>
          <a:xfrm>
            <a:off x="4072745" y="983607"/>
            <a:ext cx="7157935" cy="3929450"/>
          </a:xfrm>
          <a:prstGeom prst="rect">
            <a:avLst/>
          </a:prstGeom>
        </p:spPr>
      </p:pic>
      <p:pic>
        <p:nvPicPr>
          <p:cNvPr id="4" name="Picture 3">
            <a:extLst>
              <a:ext uri="{FF2B5EF4-FFF2-40B4-BE49-F238E27FC236}">
                <a16:creationId xmlns:a16="http://schemas.microsoft.com/office/drawing/2014/main" id="{55B5DC12-D273-D8CD-3B3F-A61B6FFA61CD}"/>
              </a:ext>
            </a:extLst>
          </p:cNvPr>
          <p:cNvPicPr>
            <a:picLocks noChangeAspect="1"/>
          </p:cNvPicPr>
          <p:nvPr/>
        </p:nvPicPr>
        <p:blipFill>
          <a:blip r:embed="rId4"/>
          <a:stretch>
            <a:fillRect/>
          </a:stretch>
        </p:blipFill>
        <p:spPr>
          <a:xfrm>
            <a:off x="659916" y="2190989"/>
            <a:ext cx="2943636" cy="1514686"/>
          </a:xfrm>
          <a:prstGeom prst="rect">
            <a:avLst/>
          </a:prstGeom>
        </p:spPr>
      </p:pic>
    </p:spTree>
    <p:extLst>
      <p:ext uri="{BB962C8B-B14F-4D97-AF65-F5344CB8AC3E}">
        <p14:creationId xmlns:p14="http://schemas.microsoft.com/office/powerpoint/2010/main" val="73365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7CD2F-E8A5-BE2E-9FC9-E39BAC5B57A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967FADC-B263-9C4A-5EA8-739584824F38}"/>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err="1"/>
              <a:t>Toolformer</a:t>
            </a:r>
            <a:r>
              <a:rPr lang="en-US" sz="1100" dirty="0"/>
              <a:t>: Language Models Can Teach Themselves to Use Tools</a:t>
            </a:r>
          </a:p>
        </p:txBody>
      </p:sp>
      <p:sp>
        <p:nvSpPr>
          <p:cNvPr id="2" name="TextBox 1">
            <a:extLst>
              <a:ext uri="{FF2B5EF4-FFF2-40B4-BE49-F238E27FC236}">
                <a16:creationId xmlns:a16="http://schemas.microsoft.com/office/drawing/2014/main" id="{6AB2541D-317E-7506-293E-7867B9C791CD}"/>
              </a:ext>
            </a:extLst>
          </p:cNvPr>
          <p:cNvSpPr txBox="1"/>
          <p:nvPr/>
        </p:nvSpPr>
        <p:spPr>
          <a:xfrm>
            <a:off x="10625328" y="6254496"/>
            <a:ext cx="1389888" cy="369332"/>
          </a:xfrm>
          <a:prstGeom prst="rect">
            <a:avLst/>
          </a:prstGeom>
          <a:noFill/>
        </p:spPr>
        <p:txBody>
          <a:bodyPr wrap="square" rtlCol="0">
            <a:spAutoFit/>
          </a:bodyPr>
          <a:lstStyle/>
          <a:p>
            <a:r>
              <a:rPr lang="en-US" dirty="0"/>
              <a:t>14/28</a:t>
            </a:r>
          </a:p>
        </p:txBody>
      </p:sp>
      <p:pic>
        <p:nvPicPr>
          <p:cNvPr id="4" name="Picture 3">
            <a:extLst>
              <a:ext uri="{FF2B5EF4-FFF2-40B4-BE49-F238E27FC236}">
                <a16:creationId xmlns:a16="http://schemas.microsoft.com/office/drawing/2014/main" id="{0D55BFBF-F26E-462F-D6F6-8EAE6A6D1CFF}"/>
              </a:ext>
            </a:extLst>
          </p:cNvPr>
          <p:cNvPicPr>
            <a:picLocks noChangeAspect="1"/>
          </p:cNvPicPr>
          <p:nvPr/>
        </p:nvPicPr>
        <p:blipFill>
          <a:blip r:embed="rId3"/>
          <a:stretch>
            <a:fillRect/>
          </a:stretch>
        </p:blipFill>
        <p:spPr>
          <a:xfrm>
            <a:off x="2447416" y="1404655"/>
            <a:ext cx="7297168" cy="4048690"/>
          </a:xfrm>
          <a:prstGeom prst="rect">
            <a:avLst/>
          </a:prstGeom>
        </p:spPr>
      </p:pic>
    </p:spTree>
    <p:extLst>
      <p:ext uri="{BB962C8B-B14F-4D97-AF65-F5344CB8AC3E}">
        <p14:creationId xmlns:p14="http://schemas.microsoft.com/office/powerpoint/2010/main" val="2405514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945FE-C5D4-586F-0731-3DFB26F7D47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115BAAA-1093-8752-5994-D3C1004B43D5}"/>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223837" y="0"/>
            <a:ext cx="11744325" cy="6858000"/>
          </a:xfrm>
          <a:prstGeom prst="rect">
            <a:avLst/>
          </a:prstGeom>
        </p:spPr>
      </p:pic>
      <p:sp>
        <p:nvSpPr>
          <p:cNvPr id="2" name="Title 1">
            <a:extLst>
              <a:ext uri="{FF2B5EF4-FFF2-40B4-BE49-F238E27FC236}">
                <a16:creationId xmlns:a16="http://schemas.microsoft.com/office/drawing/2014/main" id="{BEC6D9E5-A1F2-E20C-4045-029E1C00C3F9}"/>
              </a:ext>
            </a:extLst>
          </p:cNvPr>
          <p:cNvSpPr>
            <a:spLocks noGrp="1"/>
          </p:cNvSpPr>
          <p:nvPr>
            <p:ph type="ctrTitle"/>
          </p:nvPr>
        </p:nvSpPr>
        <p:spPr>
          <a:xfrm>
            <a:off x="1127208" y="857251"/>
            <a:ext cx="10840954" cy="1461743"/>
          </a:xfrm>
          <a:noFill/>
        </p:spPr>
        <p:txBody>
          <a:bodyPr anchor="b">
            <a:normAutofit/>
          </a:bodyPr>
          <a:lstStyle/>
          <a:p>
            <a:r>
              <a:rPr lang="en-US" sz="4800" dirty="0" err="1"/>
              <a:t>Toolformer</a:t>
            </a:r>
            <a:r>
              <a:rPr lang="en-US" sz="4800" dirty="0"/>
              <a:t>: Language Models Can Teach Themselves to Use Tools</a:t>
            </a:r>
          </a:p>
        </p:txBody>
      </p:sp>
      <p:sp>
        <p:nvSpPr>
          <p:cNvPr id="3" name="Subtitle 2">
            <a:extLst>
              <a:ext uri="{FF2B5EF4-FFF2-40B4-BE49-F238E27FC236}">
                <a16:creationId xmlns:a16="http://schemas.microsoft.com/office/drawing/2014/main" id="{A81420D5-891D-7C06-F4BE-821B8BE99989}"/>
              </a:ext>
            </a:extLst>
          </p:cNvPr>
          <p:cNvSpPr>
            <a:spLocks noGrp="1"/>
          </p:cNvSpPr>
          <p:nvPr>
            <p:ph type="subTitle" idx="1"/>
          </p:nvPr>
        </p:nvSpPr>
        <p:spPr>
          <a:xfrm>
            <a:off x="1621410" y="4831237"/>
            <a:ext cx="9036313" cy="1531856"/>
          </a:xfrm>
          <a:noFill/>
        </p:spPr>
        <p:txBody>
          <a:bodyPr anchor="t">
            <a:normAutofit/>
          </a:bodyPr>
          <a:lstStyle/>
          <a:p>
            <a:r>
              <a:rPr lang="en-US" sz="8000" b="1" dirty="0"/>
              <a:t>QUESTIONS</a:t>
            </a:r>
          </a:p>
        </p:txBody>
      </p:sp>
      <p:pic>
        <p:nvPicPr>
          <p:cNvPr id="5" name="Picture 4">
            <a:extLst>
              <a:ext uri="{FF2B5EF4-FFF2-40B4-BE49-F238E27FC236}">
                <a16:creationId xmlns:a16="http://schemas.microsoft.com/office/drawing/2014/main" id="{87EDEFAC-6ADD-A462-FA03-071DD38BD3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0559" y="2385066"/>
            <a:ext cx="3737164" cy="2102154"/>
          </a:xfrm>
          <a:prstGeom prst="rect">
            <a:avLst/>
          </a:prstGeom>
        </p:spPr>
      </p:pic>
    </p:spTree>
    <p:extLst>
      <p:ext uri="{BB962C8B-B14F-4D97-AF65-F5344CB8AC3E}">
        <p14:creationId xmlns:p14="http://schemas.microsoft.com/office/powerpoint/2010/main" val="2984705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C4D9B-A3D0-B769-83CE-338303E74C6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31275F1-42E0-6931-28C8-C6A6F5568130}"/>
              </a:ext>
            </a:extLst>
          </p:cNvPr>
          <p:cNvPicPr>
            <a:picLocks noChangeAspect="1"/>
          </p:cNvPicPr>
          <p:nvPr/>
        </p:nvPicPr>
        <p:blipFill>
          <a:blip r:embed="rId3"/>
          <a:stretch>
            <a:fillRect/>
          </a:stretch>
        </p:blipFill>
        <p:spPr>
          <a:xfrm>
            <a:off x="9886628" y="0"/>
            <a:ext cx="2305372" cy="1743318"/>
          </a:xfrm>
          <a:prstGeom prst="rect">
            <a:avLst/>
          </a:prstGeom>
        </p:spPr>
      </p:pic>
      <p:sp>
        <p:nvSpPr>
          <p:cNvPr id="2" name="Title 1">
            <a:extLst>
              <a:ext uri="{FF2B5EF4-FFF2-40B4-BE49-F238E27FC236}">
                <a16:creationId xmlns:a16="http://schemas.microsoft.com/office/drawing/2014/main" id="{428ABF6D-83D6-40A1-4B92-285433CE96A4}"/>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D12C6992-85D6-CD58-2849-ED91C3210759}"/>
              </a:ext>
            </a:extLst>
          </p:cNvPr>
          <p:cNvSpPr txBox="1"/>
          <p:nvPr/>
        </p:nvSpPr>
        <p:spPr>
          <a:xfrm>
            <a:off x="10625328" y="6254496"/>
            <a:ext cx="1389888" cy="369332"/>
          </a:xfrm>
          <a:prstGeom prst="rect">
            <a:avLst/>
          </a:prstGeom>
          <a:noFill/>
        </p:spPr>
        <p:txBody>
          <a:bodyPr wrap="square" rtlCol="0">
            <a:spAutoFit/>
          </a:bodyPr>
          <a:lstStyle/>
          <a:p>
            <a:r>
              <a:rPr lang="en-US" dirty="0"/>
              <a:t>15/28</a:t>
            </a:r>
          </a:p>
        </p:txBody>
      </p:sp>
      <p:sp>
        <p:nvSpPr>
          <p:cNvPr id="4" name="TextBox 3">
            <a:extLst>
              <a:ext uri="{FF2B5EF4-FFF2-40B4-BE49-F238E27FC236}">
                <a16:creationId xmlns:a16="http://schemas.microsoft.com/office/drawing/2014/main" id="{FDF234B4-5C39-16CB-3BE9-7D0B7F158AD2}"/>
              </a:ext>
            </a:extLst>
          </p:cNvPr>
          <p:cNvSpPr txBox="1"/>
          <p:nvPr/>
        </p:nvSpPr>
        <p:spPr>
          <a:xfrm>
            <a:off x="113122" y="1065229"/>
            <a:ext cx="3289954" cy="4247317"/>
          </a:xfrm>
          <a:prstGeom prst="rect">
            <a:avLst/>
          </a:prstGeom>
          <a:noFill/>
        </p:spPr>
        <p:txBody>
          <a:bodyPr wrap="square" rtlCol="0">
            <a:spAutoFit/>
          </a:bodyPr>
          <a:lstStyle/>
          <a:p>
            <a:r>
              <a:rPr lang="en-US" b="1" dirty="0"/>
              <a:t>Background and Problem</a:t>
            </a:r>
          </a:p>
          <a:p>
            <a:r>
              <a:rPr lang="en-US" dirty="0"/>
              <a:t>LLMs have made significant advances in tasks such as mathematical reasoning and program synthesis.</a:t>
            </a:r>
          </a:p>
          <a:p>
            <a:r>
              <a:rPr lang="en-US" dirty="0"/>
              <a:t>Despite this progress, effective use of tools via API calls remains a major challenge.</a:t>
            </a:r>
          </a:p>
          <a:p>
            <a:r>
              <a:rPr lang="en-US" dirty="0"/>
              <a:t>Even state-of-the-art models (e.g., GPT-4) struggle with:</a:t>
            </a:r>
          </a:p>
          <a:p>
            <a:pPr marL="742950" lvl="1" indent="-285750">
              <a:buFont typeface="Arial" panose="020B0604020202020204" pitchFamily="34" charset="0"/>
              <a:buChar char="•"/>
            </a:pPr>
            <a:r>
              <a:rPr lang="en-US" dirty="0"/>
              <a:t>Generating accurate API input arguments</a:t>
            </a:r>
          </a:p>
          <a:p>
            <a:pPr marL="742950" lvl="1" indent="-285750">
              <a:buFont typeface="Arial" panose="020B0604020202020204" pitchFamily="34" charset="0"/>
              <a:buChar char="•"/>
            </a:pPr>
            <a:r>
              <a:rPr lang="en-US" dirty="0"/>
              <a:t>Hallucinating incorrect or invalid API usage</a:t>
            </a:r>
          </a:p>
          <a:p>
            <a:endParaRPr lang="en-US" dirty="0"/>
          </a:p>
        </p:txBody>
      </p:sp>
      <p:sp>
        <p:nvSpPr>
          <p:cNvPr id="6" name="TextBox 5">
            <a:extLst>
              <a:ext uri="{FF2B5EF4-FFF2-40B4-BE49-F238E27FC236}">
                <a16:creationId xmlns:a16="http://schemas.microsoft.com/office/drawing/2014/main" id="{58ECF709-6362-AAAE-4575-E41A892A7706}"/>
              </a:ext>
            </a:extLst>
          </p:cNvPr>
          <p:cNvSpPr txBox="1"/>
          <p:nvPr/>
        </p:nvSpPr>
        <p:spPr>
          <a:xfrm>
            <a:off x="3525626" y="1065229"/>
            <a:ext cx="3497344" cy="4524315"/>
          </a:xfrm>
          <a:prstGeom prst="rect">
            <a:avLst/>
          </a:prstGeom>
          <a:noFill/>
        </p:spPr>
        <p:txBody>
          <a:bodyPr wrap="square" rtlCol="0">
            <a:spAutoFit/>
          </a:bodyPr>
          <a:lstStyle/>
          <a:p>
            <a:r>
              <a:rPr lang="en-US" b="1" dirty="0"/>
              <a:t>Proposed Solution and Method</a:t>
            </a:r>
          </a:p>
          <a:p>
            <a:r>
              <a:rPr lang="en-US" dirty="0"/>
              <a:t>Gorilla is introduced as a fine-tuned, </a:t>
            </a:r>
            <a:r>
              <a:rPr lang="en-US" dirty="0" err="1"/>
              <a:t>LLaMA</a:t>
            </a:r>
            <a:r>
              <a:rPr lang="en-US" dirty="0"/>
              <a:t>-based model designed for accurate API call generation.</a:t>
            </a:r>
          </a:p>
          <a:p>
            <a:r>
              <a:rPr lang="en-US" dirty="0"/>
              <a:t>Gorilla outperforms GPT-4 in writing correct API calls.</a:t>
            </a:r>
          </a:p>
          <a:p>
            <a:r>
              <a:rPr lang="en-US" dirty="0"/>
              <a:t>When combined with a document retriever, Gorilla:</a:t>
            </a:r>
          </a:p>
          <a:p>
            <a:pPr marL="742950" lvl="1" indent="-285750">
              <a:buFont typeface="Arial" panose="020B0604020202020204" pitchFamily="34" charset="0"/>
              <a:buChar char="•"/>
            </a:pPr>
            <a:r>
              <a:rPr lang="en-US" dirty="0"/>
              <a:t>Adapts to test-time documentation or version changes</a:t>
            </a:r>
          </a:p>
          <a:p>
            <a:pPr marL="742950" lvl="1" indent="-285750">
              <a:buFont typeface="Arial" panose="020B0604020202020204" pitchFamily="34" charset="0"/>
              <a:buChar char="•"/>
            </a:pPr>
            <a:r>
              <a:rPr lang="en-US" dirty="0"/>
              <a:t>Allows flexible user updates</a:t>
            </a:r>
          </a:p>
          <a:p>
            <a:pPr marL="742950" lvl="1" indent="-285750">
              <a:buFont typeface="Arial" panose="020B0604020202020204" pitchFamily="34" charset="0"/>
              <a:buChar char="•"/>
            </a:pPr>
            <a:r>
              <a:rPr lang="en-US" dirty="0"/>
              <a:t>Significantly reduces API hallucinations</a:t>
            </a:r>
          </a:p>
        </p:txBody>
      </p:sp>
      <p:sp>
        <p:nvSpPr>
          <p:cNvPr id="7" name="TextBox 6">
            <a:extLst>
              <a:ext uri="{FF2B5EF4-FFF2-40B4-BE49-F238E27FC236}">
                <a16:creationId xmlns:a16="http://schemas.microsoft.com/office/drawing/2014/main" id="{5E277A1A-4729-2AB8-6221-138A656D3504}"/>
              </a:ext>
            </a:extLst>
          </p:cNvPr>
          <p:cNvSpPr txBox="1"/>
          <p:nvPr/>
        </p:nvSpPr>
        <p:spPr>
          <a:xfrm>
            <a:off x="7145520" y="1065229"/>
            <a:ext cx="4174752" cy="4524315"/>
          </a:xfrm>
          <a:prstGeom prst="rect">
            <a:avLst/>
          </a:prstGeom>
          <a:noFill/>
        </p:spPr>
        <p:txBody>
          <a:bodyPr wrap="square" rtlCol="0">
            <a:spAutoFit/>
          </a:bodyPr>
          <a:lstStyle/>
          <a:p>
            <a:r>
              <a:rPr lang="en-US" b="1" dirty="0"/>
              <a:t>Evaluation and Impact</a:t>
            </a:r>
          </a:p>
          <a:p>
            <a:r>
              <a:rPr lang="en-US" dirty="0" err="1"/>
              <a:t>APIBench</a:t>
            </a:r>
            <a:r>
              <a:rPr lang="en-US" dirty="0"/>
              <a:t> is introduced as a comprehensive benchmark using </a:t>
            </a:r>
            <a:r>
              <a:rPr lang="en-US" dirty="0" err="1"/>
              <a:t>HuggingFace</a:t>
            </a:r>
            <a:r>
              <a:rPr lang="en-US" dirty="0"/>
              <a:t>, </a:t>
            </a:r>
            <a:r>
              <a:rPr lang="en-US" dirty="0" err="1"/>
              <a:t>TorchHub</a:t>
            </a:r>
            <a:r>
              <a:rPr lang="en-US" dirty="0"/>
              <a:t>, and </a:t>
            </a:r>
            <a:r>
              <a:rPr lang="en-US" dirty="0" err="1"/>
              <a:t>TensorHub</a:t>
            </a:r>
            <a:r>
              <a:rPr lang="en-US" dirty="0"/>
              <a:t> APIs.</a:t>
            </a:r>
          </a:p>
          <a:p>
            <a:r>
              <a:rPr lang="en-US" dirty="0"/>
              <a:t>Results show that retrieval-augmented models like Gorilla can:</a:t>
            </a:r>
          </a:p>
          <a:p>
            <a:pPr marL="742950" lvl="1" indent="-285750">
              <a:buFont typeface="Arial" panose="020B0604020202020204" pitchFamily="34" charset="0"/>
              <a:buChar char="•"/>
            </a:pPr>
            <a:r>
              <a:rPr lang="en-US" dirty="0"/>
              <a:t>Use tools more accurately</a:t>
            </a:r>
          </a:p>
          <a:p>
            <a:pPr marL="742950" lvl="1" indent="-285750">
              <a:buFont typeface="Arial" panose="020B0604020202020204" pitchFamily="34" charset="0"/>
              <a:buChar char="•"/>
            </a:pPr>
            <a:r>
              <a:rPr lang="en-US" dirty="0"/>
              <a:t>Stay aligned with frequently updated documentation</a:t>
            </a:r>
          </a:p>
          <a:p>
            <a:pPr marL="742950" lvl="1" indent="-285750">
              <a:buFont typeface="Arial" panose="020B0604020202020204" pitchFamily="34" charset="0"/>
              <a:buChar char="•"/>
            </a:pPr>
            <a:r>
              <a:rPr lang="en-US" dirty="0"/>
              <a:t>Improve the reliability and real-world applicability of LLM outputs</a:t>
            </a:r>
          </a:p>
          <a:p>
            <a:r>
              <a:rPr lang="en-US" dirty="0"/>
              <a:t>Gorilla’s code, model, data, and demo are publicly available at </a:t>
            </a:r>
            <a:r>
              <a:rPr lang="en-US" dirty="0">
                <a:hlinkClick r:id="rId4"/>
              </a:rPr>
              <a:t>https://gorilla.cs.berkeley.edu</a:t>
            </a:r>
            <a:r>
              <a:rPr lang="en-US" dirty="0"/>
              <a:t>.</a:t>
            </a:r>
          </a:p>
        </p:txBody>
      </p:sp>
    </p:spTree>
    <p:extLst>
      <p:ext uri="{BB962C8B-B14F-4D97-AF65-F5344CB8AC3E}">
        <p14:creationId xmlns:p14="http://schemas.microsoft.com/office/powerpoint/2010/main" val="1235335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0FC9C-8E90-5555-44DC-19CE96250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1A821-D52F-2ACD-9592-5CC167E660D7}"/>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59CC23D1-3381-A757-7AC4-39F14EE7902B}"/>
              </a:ext>
            </a:extLst>
          </p:cNvPr>
          <p:cNvSpPr txBox="1"/>
          <p:nvPr/>
        </p:nvSpPr>
        <p:spPr>
          <a:xfrm>
            <a:off x="10625328" y="6254496"/>
            <a:ext cx="1389888" cy="369332"/>
          </a:xfrm>
          <a:prstGeom prst="rect">
            <a:avLst/>
          </a:prstGeom>
          <a:noFill/>
        </p:spPr>
        <p:txBody>
          <a:bodyPr wrap="square" rtlCol="0">
            <a:spAutoFit/>
          </a:bodyPr>
          <a:lstStyle/>
          <a:p>
            <a:r>
              <a:rPr lang="en-US" dirty="0"/>
              <a:t>16/28</a:t>
            </a:r>
          </a:p>
        </p:txBody>
      </p:sp>
      <p:pic>
        <p:nvPicPr>
          <p:cNvPr id="8" name="Picture 7">
            <a:extLst>
              <a:ext uri="{FF2B5EF4-FFF2-40B4-BE49-F238E27FC236}">
                <a16:creationId xmlns:a16="http://schemas.microsoft.com/office/drawing/2014/main" id="{07B1A78F-3B3D-1E43-4B48-501064DE3E34}"/>
              </a:ext>
            </a:extLst>
          </p:cNvPr>
          <p:cNvPicPr>
            <a:picLocks noChangeAspect="1"/>
          </p:cNvPicPr>
          <p:nvPr/>
        </p:nvPicPr>
        <p:blipFill>
          <a:blip r:embed="rId3"/>
          <a:stretch>
            <a:fillRect/>
          </a:stretch>
        </p:blipFill>
        <p:spPr>
          <a:xfrm>
            <a:off x="1651967" y="1523734"/>
            <a:ext cx="8888065" cy="3810532"/>
          </a:xfrm>
          <a:prstGeom prst="rect">
            <a:avLst/>
          </a:prstGeom>
        </p:spPr>
      </p:pic>
    </p:spTree>
    <p:extLst>
      <p:ext uri="{BB962C8B-B14F-4D97-AF65-F5344CB8AC3E}">
        <p14:creationId xmlns:p14="http://schemas.microsoft.com/office/powerpoint/2010/main" val="2165426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3833C-7371-92FA-0574-B548C8B88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8D2E8-2216-D2DB-81AD-1E499707C9C9}"/>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FFFC6E20-AFD3-61E9-A22C-3C3115BCABA7}"/>
              </a:ext>
            </a:extLst>
          </p:cNvPr>
          <p:cNvSpPr txBox="1"/>
          <p:nvPr/>
        </p:nvSpPr>
        <p:spPr>
          <a:xfrm>
            <a:off x="10625328" y="6254496"/>
            <a:ext cx="1389888" cy="369332"/>
          </a:xfrm>
          <a:prstGeom prst="rect">
            <a:avLst/>
          </a:prstGeom>
          <a:noFill/>
        </p:spPr>
        <p:txBody>
          <a:bodyPr wrap="square" rtlCol="0">
            <a:spAutoFit/>
          </a:bodyPr>
          <a:lstStyle/>
          <a:p>
            <a:r>
              <a:rPr lang="en-US" dirty="0"/>
              <a:t>17/28</a:t>
            </a:r>
          </a:p>
        </p:txBody>
      </p:sp>
      <p:pic>
        <p:nvPicPr>
          <p:cNvPr id="5" name="Picture 4">
            <a:extLst>
              <a:ext uri="{FF2B5EF4-FFF2-40B4-BE49-F238E27FC236}">
                <a16:creationId xmlns:a16="http://schemas.microsoft.com/office/drawing/2014/main" id="{C89161FF-FC14-FB45-FB18-E6CB2DC2259D}"/>
              </a:ext>
            </a:extLst>
          </p:cNvPr>
          <p:cNvPicPr>
            <a:picLocks noChangeAspect="1"/>
          </p:cNvPicPr>
          <p:nvPr/>
        </p:nvPicPr>
        <p:blipFill>
          <a:blip r:embed="rId3"/>
          <a:stretch>
            <a:fillRect/>
          </a:stretch>
        </p:blipFill>
        <p:spPr>
          <a:xfrm>
            <a:off x="1880599" y="1366549"/>
            <a:ext cx="8430802" cy="4124901"/>
          </a:xfrm>
          <a:prstGeom prst="rect">
            <a:avLst/>
          </a:prstGeom>
        </p:spPr>
      </p:pic>
    </p:spTree>
    <p:extLst>
      <p:ext uri="{BB962C8B-B14F-4D97-AF65-F5344CB8AC3E}">
        <p14:creationId xmlns:p14="http://schemas.microsoft.com/office/powerpoint/2010/main" val="173382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C624A-7517-D56B-CA20-8A3B9F09B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1515D-FB21-3977-0B3B-76370E3EE217}"/>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DAFB3269-3E3B-E613-27D9-D386DEF53D8D}"/>
              </a:ext>
            </a:extLst>
          </p:cNvPr>
          <p:cNvSpPr txBox="1"/>
          <p:nvPr/>
        </p:nvSpPr>
        <p:spPr>
          <a:xfrm>
            <a:off x="10625328" y="6254496"/>
            <a:ext cx="1389888" cy="369332"/>
          </a:xfrm>
          <a:prstGeom prst="rect">
            <a:avLst/>
          </a:prstGeom>
          <a:noFill/>
        </p:spPr>
        <p:txBody>
          <a:bodyPr wrap="square" rtlCol="0">
            <a:spAutoFit/>
          </a:bodyPr>
          <a:lstStyle/>
          <a:p>
            <a:r>
              <a:rPr lang="en-US" dirty="0"/>
              <a:t>18/28</a:t>
            </a:r>
          </a:p>
        </p:txBody>
      </p:sp>
      <p:pic>
        <p:nvPicPr>
          <p:cNvPr id="6" name="Picture 5">
            <a:extLst>
              <a:ext uri="{FF2B5EF4-FFF2-40B4-BE49-F238E27FC236}">
                <a16:creationId xmlns:a16="http://schemas.microsoft.com/office/drawing/2014/main" id="{37A85841-43C8-AB71-CC13-ED797F703D72}"/>
              </a:ext>
            </a:extLst>
          </p:cNvPr>
          <p:cNvPicPr>
            <a:picLocks noChangeAspect="1"/>
          </p:cNvPicPr>
          <p:nvPr/>
        </p:nvPicPr>
        <p:blipFill>
          <a:blip r:embed="rId3"/>
          <a:stretch>
            <a:fillRect/>
          </a:stretch>
        </p:blipFill>
        <p:spPr>
          <a:xfrm>
            <a:off x="2075889" y="1933366"/>
            <a:ext cx="8040222" cy="2991267"/>
          </a:xfrm>
          <a:prstGeom prst="rect">
            <a:avLst/>
          </a:prstGeom>
        </p:spPr>
      </p:pic>
    </p:spTree>
    <p:extLst>
      <p:ext uri="{BB962C8B-B14F-4D97-AF65-F5344CB8AC3E}">
        <p14:creationId xmlns:p14="http://schemas.microsoft.com/office/powerpoint/2010/main" val="2754249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4AE49-F6B9-C20E-85AD-5EF2D235D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97F0D-C427-1070-1543-2A1A25D54163}"/>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CAC5ED8A-7E74-4B69-C400-3CC12090F842}"/>
              </a:ext>
            </a:extLst>
          </p:cNvPr>
          <p:cNvSpPr txBox="1"/>
          <p:nvPr/>
        </p:nvSpPr>
        <p:spPr>
          <a:xfrm>
            <a:off x="10625328" y="6254496"/>
            <a:ext cx="1389888" cy="369332"/>
          </a:xfrm>
          <a:prstGeom prst="rect">
            <a:avLst/>
          </a:prstGeom>
          <a:noFill/>
        </p:spPr>
        <p:txBody>
          <a:bodyPr wrap="square" rtlCol="0">
            <a:spAutoFit/>
          </a:bodyPr>
          <a:lstStyle/>
          <a:p>
            <a:r>
              <a:rPr lang="en-US" dirty="0"/>
              <a:t>19/28</a:t>
            </a:r>
          </a:p>
        </p:txBody>
      </p:sp>
      <p:pic>
        <p:nvPicPr>
          <p:cNvPr id="5" name="Picture 4">
            <a:extLst>
              <a:ext uri="{FF2B5EF4-FFF2-40B4-BE49-F238E27FC236}">
                <a16:creationId xmlns:a16="http://schemas.microsoft.com/office/drawing/2014/main" id="{B352BE6A-BBFD-12B8-AC50-D135FF3F3047}"/>
              </a:ext>
            </a:extLst>
          </p:cNvPr>
          <p:cNvPicPr>
            <a:picLocks noChangeAspect="1"/>
          </p:cNvPicPr>
          <p:nvPr/>
        </p:nvPicPr>
        <p:blipFill>
          <a:blip r:embed="rId3"/>
          <a:stretch>
            <a:fillRect/>
          </a:stretch>
        </p:blipFill>
        <p:spPr>
          <a:xfrm>
            <a:off x="4038313" y="2061971"/>
            <a:ext cx="4115374" cy="2734057"/>
          </a:xfrm>
          <a:prstGeom prst="rect">
            <a:avLst/>
          </a:prstGeom>
        </p:spPr>
      </p:pic>
    </p:spTree>
    <p:extLst>
      <p:ext uri="{BB962C8B-B14F-4D97-AF65-F5344CB8AC3E}">
        <p14:creationId xmlns:p14="http://schemas.microsoft.com/office/powerpoint/2010/main" val="2492488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38DD2-3878-0FFC-A315-D1EE4AC01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EBC2E-4758-FECA-81CC-EB919BF27183}"/>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688FC497-8C0C-6B17-C21B-37BE729AFD7D}"/>
              </a:ext>
            </a:extLst>
          </p:cNvPr>
          <p:cNvSpPr txBox="1"/>
          <p:nvPr/>
        </p:nvSpPr>
        <p:spPr>
          <a:xfrm>
            <a:off x="10625328" y="6254496"/>
            <a:ext cx="1389888" cy="369332"/>
          </a:xfrm>
          <a:prstGeom prst="rect">
            <a:avLst/>
          </a:prstGeom>
          <a:noFill/>
        </p:spPr>
        <p:txBody>
          <a:bodyPr wrap="square" rtlCol="0">
            <a:spAutoFit/>
          </a:bodyPr>
          <a:lstStyle/>
          <a:p>
            <a:r>
              <a:rPr lang="en-US" dirty="0"/>
              <a:t>20/28</a:t>
            </a:r>
          </a:p>
        </p:txBody>
      </p:sp>
      <p:pic>
        <p:nvPicPr>
          <p:cNvPr id="8" name="Picture 7">
            <a:extLst>
              <a:ext uri="{FF2B5EF4-FFF2-40B4-BE49-F238E27FC236}">
                <a16:creationId xmlns:a16="http://schemas.microsoft.com/office/drawing/2014/main" id="{70D575B9-7942-A895-43BF-526892330BB7}"/>
              </a:ext>
            </a:extLst>
          </p:cNvPr>
          <p:cNvPicPr>
            <a:picLocks noChangeAspect="1"/>
          </p:cNvPicPr>
          <p:nvPr/>
        </p:nvPicPr>
        <p:blipFill>
          <a:blip r:embed="rId3"/>
          <a:stretch>
            <a:fillRect/>
          </a:stretch>
        </p:blipFill>
        <p:spPr>
          <a:xfrm>
            <a:off x="2071126" y="1595181"/>
            <a:ext cx="8049748" cy="3667637"/>
          </a:xfrm>
          <a:prstGeom prst="rect">
            <a:avLst/>
          </a:prstGeom>
        </p:spPr>
      </p:pic>
      <p:sp>
        <p:nvSpPr>
          <p:cNvPr id="9" name="Title 1">
            <a:extLst>
              <a:ext uri="{FF2B5EF4-FFF2-40B4-BE49-F238E27FC236}">
                <a16:creationId xmlns:a16="http://schemas.microsoft.com/office/drawing/2014/main" id="{AF409DD4-E056-9AD7-E6B9-16DAE1990261}"/>
              </a:ext>
            </a:extLst>
          </p:cNvPr>
          <p:cNvSpPr txBox="1">
            <a:spLocks/>
          </p:cNvSpPr>
          <p:nvPr/>
        </p:nvSpPr>
        <p:spPr>
          <a:xfrm>
            <a:off x="247650" y="612864"/>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Retrieval Aware Training</a:t>
            </a:r>
          </a:p>
        </p:txBody>
      </p:sp>
    </p:spTree>
    <p:extLst>
      <p:ext uri="{BB962C8B-B14F-4D97-AF65-F5344CB8AC3E}">
        <p14:creationId xmlns:p14="http://schemas.microsoft.com/office/powerpoint/2010/main" val="3618592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C874-40FA-7CE1-4E9B-318806BF9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75406-F4F8-DF8C-92D1-C22D22BE1063}"/>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EA1E9C67-9FF7-B543-B7AD-A75A3C662E93}"/>
              </a:ext>
            </a:extLst>
          </p:cNvPr>
          <p:cNvSpPr txBox="1"/>
          <p:nvPr/>
        </p:nvSpPr>
        <p:spPr>
          <a:xfrm>
            <a:off x="10625328" y="6254496"/>
            <a:ext cx="1389888" cy="369332"/>
          </a:xfrm>
          <a:prstGeom prst="rect">
            <a:avLst/>
          </a:prstGeom>
          <a:noFill/>
        </p:spPr>
        <p:txBody>
          <a:bodyPr wrap="square" rtlCol="0">
            <a:spAutoFit/>
          </a:bodyPr>
          <a:lstStyle/>
          <a:p>
            <a:r>
              <a:rPr lang="en-US" dirty="0"/>
              <a:t>21/28</a:t>
            </a:r>
          </a:p>
        </p:txBody>
      </p:sp>
      <p:sp>
        <p:nvSpPr>
          <p:cNvPr id="9" name="Title 1">
            <a:extLst>
              <a:ext uri="{FF2B5EF4-FFF2-40B4-BE49-F238E27FC236}">
                <a16:creationId xmlns:a16="http://schemas.microsoft.com/office/drawing/2014/main" id="{130E2293-0DCD-FF0F-91EB-97CB9DCB299F}"/>
              </a:ext>
            </a:extLst>
          </p:cNvPr>
          <p:cNvSpPr txBox="1">
            <a:spLocks/>
          </p:cNvSpPr>
          <p:nvPr/>
        </p:nvSpPr>
        <p:spPr>
          <a:xfrm>
            <a:off x="247650" y="612864"/>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Retrieval Aware Training</a:t>
            </a:r>
          </a:p>
        </p:txBody>
      </p:sp>
      <p:pic>
        <p:nvPicPr>
          <p:cNvPr id="5" name="Picture 4">
            <a:extLst>
              <a:ext uri="{FF2B5EF4-FFF2-40B4-BE49-F238E27FC236}">
                <a16:creationId xmlns:a16="http://schemas.microsoft.com/office/drawing/2014/main" id="{BFD3800B-2D20-39C3-A952-EF0B1A39CF53}"/>
              </a:ext>
            </a:extLst>
          </p:cNvPr>
          <p:cNvPicPr>
            <a:picLocks noChangeAspect="1"/>
          </p:cNvPicPr>
          <p:nvPr/>
        </p:nvPicPr>
        <p:blipFill>
          <a:blip r:embed="rId3"/>
          <a:stretch>
            <a:fillRect/>
          </a:stretch>
        </p:blipFill>
        <p:spPr>
          <a:xfrm>
            <a:off x="1890125" y="1585655"/>
            <a:ext cx="8411749" cy="3686689"/>
          </a:xfrm>
          <a:prstGeom prst="rect">
            <a:avLst/>
          </a:prstGeom>
        </p:spPr>
      </p:pic>
      <p:sp>
        <p:nvSpPr>
          <p:cNvPr id="4" name="TextBox 3">
            <a:extLst>
              <a:ext uri="{FF2B5EF4-FFF2-40B4-BE49-F238E27FC236}">
                <a16:creationId xmlns:a16="http://schemas.microsoft.com/office/drawing/2014/main" id="{8543ED10-B608-6A1B-D32D-82336A5EB87F}"/>
              </a:ext>
            </a:extLst>
          </p:cNvPr>
          <p:cNvSpPr txBox="1"/>
          <p:nvPr/>
        </p:nvSpPr>
        <p:spPr>
          <a:xfrm>
            <a:off x="2017336" y="5674936"/>
            <a:ext cx="7861955" cy="646331"/>
          </a:xfrm>
          <a:prstGeom prst="rect">
            <a:avLst/>
          </a:prstGeom>
          <a:noFill/>
        </p:spPr>
        <p:txBody>
          <a:bodyPr wrap="square" rtlCol="0">
            <a:spAutoFit/>
          </a:bodyPr>
          <a:lstStyle/>
          <a:p>
            <a:r>
              <a:rPr lang="en-US" dirty="0"/>
              <a:t>If the retrieved API is not relevant the discard and use what was learned during pretraining or finetuning</a:t>
            </a:r>
          </a:p>
        </p:txBody>
      </p:sp>
    </p:spTree>
    <p:extLst>
      <p:ext uri="{BB962C8B-B14F-4D97-AF65-F5344CB8AC3E}">
        <p14:creationId xmlns:p14="http://schemas.microsoft.com/office/powerpoint/2010/main" val="1267275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A97B5-0110-EEC8-070D-286174B38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0AD1EF-1E7D-6988-456D-9B10280476A5}"/>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06FFB84B-7615-4674-B695-3530C8212A25}"/>
              </a:ext>
            </a:extLst>
          </p:cNvPr>
          <p:cNvSpPr txBox="1"/>
          <p:nvPr/>
        </p:nvSpPr>
        <p:spPr>
          <a:xfrm>
            <a:off x="10625328" y="6254496"/>
            <a:ext cx="1389888" cy="369332"/>
          </a:xfrm>
          <a:prstGeom prst="rect">
            <a:avLst/>
          </a:prstGeom>
          <a:noFill/>
        </p:spPr>
        <p:txBody>
          <a:bodyPr wrap="square" rtlCol="0">
            <a:spAutoFit/>
          </a:bodyPr>
          <a:lstStyle/>
          <a:p>
            <a:r>
              <a:rPr lang="en-US" dirty="0"/>
              <a:t>22/28</a:t>
            </a:r>
          </a:p>
        </p:txBody>
      </p:sp>
      <p:sp>
        <p:nvSpPr>
          <p:cNvPr id="8" name="Title 1">
            <a:extLst>
              <a:ext uri="{FF2B5EF4-FFF2-40B4-BE49-F238E27FC236}">
                <a16:creationId xmlns:a16="http://schemas.microsoft.com/office/drawing/2014/main" id="{A23FE2F1-E902-E44C-E96F-D742DAAE642E}"/>
              </a:ext>
            </a:extLst>
          </p:cNvPr>
          <p:cNvSpPr txBox="1">
            <a:spLocks/>
          </p:cNvSpPr>
          <p:nvPr/>
        </p:nvSpPr>
        <p:spPr>
          <a:xfrm>
            <a:off x="577588" y="3127248"/>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t>How much does GPT -4 Hallucinate?</a:t>
            </a:r>
          </a:p>
        </p:txBody>
      </p:sp>
    </p:spTree>
    <p:extLst>
      <p:ext uri="{BB962C8B-B14F-4D97-AF65-F5344CB8AC3E}">
        <p14:creationId xmlns:p14="http://schemas.microsoft.com/office/powerpoint/2010/main" val="1982569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C38EF-3247-D393-9558-6A254596E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BE65-8669-BC73-872C-7254C31F4AD9}"/>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7F2DA10B-D37B-AD8C-769D-35160FCDC58F}"/>
              </a:ext>
            </a:extLst>
          </p:cNvPr>
          <p:cNvSpPr txBox="1"/>
          <p:nvPr/>
        </p:nvSpPr>
        <p:spPr>
          <a:xfrm>
            <a:off x="10625328" y="6254496"/>
            <a:ext cx="1389888" cy="369332"/>
          </a:xfrm>
          <a:prstGeom prst="rect">
            <a:avLst/>
          </a:prstGeom>
          <a:noFill/>
        </p:spPr>
        <p:txBody>
          <a:bodyPr wrap="square" rtlCol="0">
            <a:spAutoFit/>
          </a:bodyPr>
          <a:lstStyle/>
          <a:p>
            <a:r>
              <a:rPr lang="en-US" dirty="0"/>
              <a:t>23/28</a:t>
            </a:r>
          </a:p>
        </p:txBody>
      </p:sp>
      <p:pic>
        <p:nvPicPr>
          <p:cNvPr id="7" name="Picture 6">
            <a:extLst>
              <a:ext uri="{FF2B5EF4-FFF2-40B4-BE49-F238E27FC236}">
                <a16:creationId xmlns:a16="http://schemas.microsoft.com/office/drawing/2014/main" id="{C130E955-FA04-95A5-2C22-F57AB93C76CD}"/>
              </a:ext>
            </a:extLst>
          </p:cNvPr>
          <p:cNvPicPr>
            <a:picLocks noChangeAspect="1"/>
          </p:cNvPicPr>
          <p:nvPr/>
        </p:nvPicPr>
        <p:blipFill>
          <a:blip r:embed="rId3"/>
          <a:stretch>
            <a:fillRect/>
          </a:stretch>
        </p:blipFill>
        <p:spPr>
          <a:xfrm>
            <a:off x="1742467" y="1657102"/>
            <a:ext cx="8707065" cy="3543795"/>
          </a:xfrm>
          <a:prstGeom prst="rect">
            <a:avLst/>
          </a:prstGeom>
        </p:spPr>
      </p:pic>
      <p:sp>
        <p:nvSpPr>
          <p:cNvPr id="8" name="Title 1">
            <a:extLst>
              <a:ext uri="{FF2B5EF4-FFF2-40B4-BE49-F238E27FC236}">
                <a16:creationId xmlns:a16="http://schemas.microsoft.com/office/drawing/2014/main" id="{A0C80046-9433-1BCC-683B-24C1E06C8AF5}"/>
              </a:ext>
            </a:extLst>
          </p:cNvPr>
          <p:cNvSpPr txBox="1">
            <a:spLocks/>
          </p:cNvSpPr>
          <p:nvPr/>
        </p:nvSpPr>
        <p:spPr>
          <a:xfrm>
            <a:off x="247650" y="612864"/>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AST sub-tree matching – measure Hallucination </a:t>
            </a:r>
          </a:p>
        </p:txBody>
      </p:sp>
      <p:sp>
        <p:nvSpPr>
          <p:cNvPr id="4" name="Title 1">
            <a:extLst>
              <a:ext uri="{FF2B5EF4-FFF2-40B4-BE49-F238E27FC236}">
                <a16:creationId xmlns:a16="http://schemas.microsoft.com/office/drawing/2014/main" id="{2FB882FF-9F29-FC5E-3602-F8FDF53D479E}"/>
              </a:ext>
            </a:extLst>
          </p:cNvPr>
          <p:cNvSpPr txBox="1">
            <a:spLocks/>
          </p:cNvSpPr>
          <p:nvPr/>
        </p:nvSpPr>
        <p:spPr>
          <a:xfrm>
            <a:off x="247650" y="5799177"/>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Abstract Syntax Tree (AST)</a:t>
            </a:r>
          </a:p>
        </p:txBody>
      </p:sp>
    </p:spTree>
    <p:extLst>
      <p:ext uri="{BB962C8B-B14F-4D97-AF65-F5344CB8AC3E}">
        <p14:creationId xmlns:p14="http://schemas.microsoft.com/office/powerpoint/2010/main" val="475267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2CBE0-CE5B-F66F-6DA7-357C4D80D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A3845C-84BE-07A3-ED2C-129CCAB22C0B}"/>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0B819FDB-9A43-5963-9488-71BDF6DA9A8C}"/>
              </a:ext>
            </a:extLst>
          </p:cNvPr>
          <p:cNvSpPr txBox="1"/>
          <p:nvPr/>
        </p:nvSpPr>
        <p:spPr>
          <a:xfrm>
            <a:off x="10625328" y="6254496"/>
            <a:ext cx="1389888" cy="369332"/>
          </a:xfrm>
          <a:prstGeom prst="rect">
            <a:avLst/>
          </a:prstGeom>
          <a:noFill/>
        </p:spPr>
        <p:txBody>
          <a:bodyPr wrap="square" rtlCol="0">
            <a:spAutoFit/>
          </a:bodyPr>
          <a:lstStyle/>
          <a:p>
            <a:r>
              <a:rPr lang="en-US" dirty="0"/>
              <a:t>24/28</a:t>
            </a:r>
          </a:p>
        </p:txBody>
      </p:sp>
      <p:sp>
        <p:nvSpPr>
          <p:cNvPr id="8" name="Title 1">
            <a:extLst>
              <a:ext uri="{FF2B5EF4-FFF2-40B4-BE49-F238E27FC236}">
                <a16:creationId xmlns:a16="http://schemas.microsoft.com/office/drawing/2014/main" id="{C8791267-0D82-25D7-87AF-89F6AFB738CB}"/>
              </a:ext>
            </a:extLst>
          </p:cNvPr>
          <p:cNvSpPr txBox="1">
            <a:spLocks/>
          </p:cNvSpPr>
          <p:nvPr/>
        </p:nvSpPr>
        <p:spPr>
          <a:xfrm>
            <a:off x="247650" y="612864"/>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State of the Art LLMs can not reliably call API because of inaccuracy and </a:t>
            </a:r>
            <a:r>
              <a:rPr lang="en-US" sz="1800" dirty="0" err="1"/>
              <a:t>hallicunation</a:t>
            </a:r>
            <a:endParaRPr lang="en-US" sz="1800" dirty="0"/>
          </a:p>
        </p:txBody>
      </p:sp>
      <p:pic>
        <p:nvPicPr>
          <p:cNvPr id="6" name="Picture 5">
            <a:extLst>
              <a:ext uri="{FF2B5EF4-FFF2-40B4-BE49-F238E27FC236}">
                <a16:creationId xmlns:a16="http://schemas.microsoft.com/office/drawing/2014/main" id="{C295E99E-287E-DAD2-E71D-8B5B5DD68728}"/>
              </a:ext>
            </a:extLst>
          </p:cNvPr>
          <p:cNvPicPr>
            <a:picLocks noChangeAspect="1"/>
          </p:cNvPicPr>
          <p:nvPr/>
        </p:nvPicPr>
        <p:blipFill>
          <a:blip r:embed="rId3"/>
          <a:stretch>
            <a:fillRect/>
          </a:stretch>
        </p:blipFill>
        <p:spPr>
          <a:xfrm>
            <a:off x="1761520" y="1671392"/>
            <a:ext cx="8668960" cy="3515216"/>
          </a:xfrm>
          <a:prstGeom prst="rect">
            <a:avLst/>
          </a:prstGeom>
        </p:spPr>
      </p:pic>
    </p:spTree>
    <p:extLst>
      <p:ext uri="{BB962C8B-B14F-4D97-AF65-F5344CB8AC3E}">
        <p14:creationId xmlns:p14="http://schemas.microsoft.com/office/powerpoint/2010/main" val="4020753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46E2F-9D5F-C525-48DD-BC31E396E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CA9FB-C2FE-8031-4E78-A8EA12F5089E}"/>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C35D3652-FD48-0DE9-A0E6-C711AFE868C4}"/>
              </a:ext>
            </a:extLst>
          </p:cNvPr>
          <p:cNvSpPr txBox="1"/>
          <p:nvPr/>
        </p:nvSpPr>
        <p:spPr>
          <a:xfrm>
            <a:off x="10625328" y="6254496"/>
            <a:ext cx="1389888" cy="369332"/>
          </a:xfrm>
          <a:prstGeom prst="rect">
            <a:avLst/>
          </a:prstGeom>
          <a:noFill/>
        </p:spPr>
        <p:txBody>
          <a:bodyPr wrap="square" rtlCol="0">
            <a:spAutoFit/>
          </a:bodyPr>
          <a:lstStyle/>
          <a:p>
            <a:r>
              <a:rPr lang="en-US" dirty="0"/>
              <a:t>25/28</a:t>
            </a:r>
          </a:p>
        </p:txBody>
      </p:sp>
      <p:sp>
        <p:nvSpPr>
          <p:cNvPr id="8" name="Title 1">
            <a:extLst>
              <a:ext uri="{FF2B5EF4-FFF2-40B4-BE49-F238E27FC236}">
                <a16:creationId xmlns:a16="http://schemas.microsoft.com/office/drawing/2014/main" id="{B92A08AF-9EAA-8434-D52B-E7DBBC01F524}"/>
              </a:ext>
            </a:extLst>
          </p:cNvPr>
          <p:cNvSpPr txBox="1">
            <a:spLocks/>
          </p:cNvSpPr>
          <p:nvPr/>
        </p:nvSpPr>
        <p:spPr>
          <a:xfrm>
            <a:off x="247650" y="612864"/>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Accuracy vs Hallucination</a:t>
            </a:r>
          </a:p>
        </p:txBody>
      </p:sp>
      <p:pic>
        <p:nvPicPr>
          <p:cNvPr id="9" name="Picture 8">
            <a:extLst>
              <a:ext uri="{FF2B5EF4-FFF2-40B4-BE49-F238E27FC236}">
                <a16:creationId xmlns:a16="http://schemas.microsoft.com/office/drawing/2014/main" id="{ED5F1A99-8209-322E-22B6-6DE26B853D49}"/>
              </a:ext>
            </a:extLst>
          </p:cNvPr>
          <p:cNvPicPr>
            <a:picLocks noChangeAspect="1"/>
          </p:cNvPicPr>
          <p:nvPr/>
        </p:nvPicPr>
        <p:blipFill>
          <a:blip r:embed="rId3"/>
          <a:stretch>
            <a:fillRect/>
          </a:stretch>
        </p:blipFill>
        <p:spPr>
          <a:xfrm>
            <a:off x="2585547" y="2061971"/>
            <a:ext cx="7020905" cy="2734057"/>
          </a:xfrm>
          <a:prstGeom prst="rect">
            <a:avLst/>
          </a:prstGeom>
        </p:spPr>
      </p:pic>
    </p:spTree>
    <p:extLst>
      <p:ext uri="{BB962C8B-B14F-4D97-AF65-F5344CB8AC3E}">
        <p14:creationId xmlns:p14="http://schemas.microsoft.com/office/powerpoint/2010/main" val="25347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3E888-FD23-FD31-3EC5-EC1A5C5A1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66708-7B68-513B-AD41-04DB51AA55BE}"/>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711BBBF8-E16D-CB52-D719-06B1E03CA7DE}"/>
              </a:ext>
            </a:extLst>
          </p:cNvPr>
          <p:cNvSpPr txBox="1"/>
          <p:nvPr/>
        </p:nvSpPr>
        <p:spPr>
          <a:xfrm>
            <a:off x="10625328" y="6254496"/>
            <a:ext cx="1389888" cy="369332"/>
          </a:xfrm>
          <a:prstGeom prst="rect">
            <a:avLst/>
          </a:prstGeom>
          <a:noFill/>
        </p:spPr>
        <p:txBody>
          <a:bodyPr wrap="square" rtlCol="0">
            <a:spAutoFit/>
          </a:bodyPr>
          <a:lstStyle/>
          <a:p>
            <a:r>
              <a:rPr lang="en-US" dirty="0"/>
              <a:t>26/28</a:t>
            </a:r>
          </a:p>
        </p:txBody>
      </p:sp>
      <p:sp>
        <p:nvSpPr>
          <p:cNvPr id="8" name="Title 1">
            <a:extLst>
              <a:ext uri="{FF2B5EF4-FFF2-40B4-BE49-F238E27FC236}">
                <a16:creationId xmlns:a16="http://schemas.microsoft.com/office/drawing/2014/main" id="{37CA6CC6-0272-B90D-8505-88C3BBB32287}"/>
              </a:ext>
            </a:extLst>
          </p:cNvPr>
          <p:cNvSpPr txBox="1">
            <a:spLocks/>
          </p:cNvSpPr>
          <p:nvPr/>
        </p:nvSpPr>
        <p:spPr>
          <a:xfrm>
            <a:off x="247650" y="612864"/>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Gorilla adapts to evolving APIs</a:t>
            </a:r>
          </a:p>
        </p:txBody>
      </p:sp>
      <p:pic>
        <p:nvPicPr>
          <p:cNvPr id="5" name="Picture 4">
            <a:extLst>
              <a:ext uri="{FF2B5EF4-FFF2-40B4-BE49-F238E27FC236}">
                <a16:creationId xmlns:a16="http://schemas.microsoft.com/office/drawing/2014/main" id="{E78E3EBA-6F3B-B64F-1695-7FA3175AEA54}"/>
              </a:ext>
            </a:extLst>
          </p:cNvPr>
          <p:cNvPicPr>
            <a:picLocks noChangeAspect="1"/>
          </p:cNvPicPr>
          <p:nvPr/>
        </p:nvPicPr>
        <p:blipFill>
          <a:blip r:embed="rId3"/>
          <a:stretch>
            <a:fillRect/>
          </a:stretch>
        </p:blipFill>
        <p:spPr>
          <a:xfrm>
            <a:off x="1575756" y="2271551"/>
            <a:ext cx="9040487" cy="2314898"/>
          </a:xfrm>
          <a:prstGeom prst="rect">
            <a:avLst/>
          </a:prstGeom>
        </p:spPr>
      </p:pic>
    </p:spTree>
    <p:extLst>
      <p:ext uri="{BB962C8B-B14F-4D97-AF65-F5344CB8AC3E}">
        <p14:creationId xmlns:p14="http://schemas.microsoft.com/office/powerpoint/2010/main" val="21821979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DA2B4-6FB8-067D-8BB8-7CE2E054E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F9B4A-FCB9-A293-DDAB-BF2120F21238}"/>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EDC1C743-6947-81B0-AABC-46FE17FC8D78}"/>
              </a:ext>
            </a:extLst>
          </p:cNvPr>
          <p:cNvSpPr txBox="1"/>
          <p:nvPr/>
        </p:nvSpPr>
        <p:spPr>
          <a:xfrm>
            <a:off x="10625328" y="6254496"/>
            <a:ext cx="1389888" cy="369332"/>
          </a:xfrm>
          <a:prstGeom prst="rect">
            <a:avLst/>
          </a:prstGeom>
          <a:noFill/>
        </p:spPr>
        <p:txBody>
          <a:bodyPr wrap="square" rtlCol="0">
            <a:spAutoFit/>
          </a:bodyPr>
          <a:lstStyle/>
          <a:p>
            <a:r>
              <a:rPr lang="en-US" dirty="0"/>
              <a:t>27/28</a:t>
            </a:r>
          </a:p>
        </p:txBody>
      </p:sp>
      <p:sp>
        <p:nvSpPr>
          <p:cNvPr id="8" name="Title 1">
            <a:extLst>
              <a:ext uri="{FF2B5EF4-FFF2-40B4-BE49-F238E27FC236}">
                <a16:creationId xmlns:a16="http://schemas.microsoft.com/office/drawing/2014/main" id="{D9575945-DA58-4349-B552-6571E00983E8}"/>
              </a:ext>
            </a:extLst>
          </p:cNvPr>
          <p:cNvSpPr txBox="1">
            <a:spLocks/>
          </p:cNvSpPr>
          <p:nvPr/>
        </p:nvSpPr>
        <p:spPr>
          <a:xfrm>
            <a:off x="247650" y="612864"/>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Gorilla Impact</a:t>
            </a:r>
          </a:p>
        </p:txBody>
      </p:sp>
      <p:pic>
        <p:nvPicPr>
          <p:cNvPr id="6" name="Picture 5">
            <a:extLst>
              <a:ext uri="{FF2B5EF4-FFF2-40B4-BE49-F238E27FC236}">
                <a16:creationId xmlns:a16="http://schemas.microsoft.com/office/drawing/2014/main" id="{69769828-217A-F652-73F1-F0692AA3A8AC}"/>
              </a:ext>
            </a:extLst>
          </p:cNvPr>
          <p:cNvPicPr>
            <a:picLocks noChangeAspect="1"/>
          </p:cNvPicPr>
          <p:nvPr/>
        </p:nvPicPr>
        <p:blipFill>
          <a:blip r:embed="rId3"/>
          <a:stretch>
            <a:fillRect/>
          </a:stretch>
        </p:blipFill>
        <p:spPr>
          <a:xfrm>
            <a:off x="1642441" y="1766655"/>
            <a:ext cx="8907118" cy="3324689"/>
          </a:xfrm>
          <a:prstGeom prst="rect">
            <a:avLst/>
          </a:prstGeom>
        </p:spPr>
      </p:pic>
      <p:sp>
        <p:nvSpPr>
          <p:cNvPr id="7" name="Title 1">
            <a:extLst>
              <a:ext uri="{FF2B5EF4-FFF2-40B4-BE49-F238E27FC236}">
                <a16:creationId xmlns:a16="http://schemas.microsoft.com/office/drawing/2014/main" id="{F3AC645C-04A2-83D9-16B5-9C02D1911761}"/>
              </a:ext>
            </a:extLst>
          </p:cNvPr>
          <p:cNvSpPr txBox="1">
            <a:spLocks/>
          </p:cNvSpPr>
          <p:nvPr/>
        </p:nvSpPr>
        <p:spPr>
          <a:xfrm>
            <a:off x="729989" y="5091344"/>
            <a:ext cx="11353800" cy="11537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Next best thing to slice bread</a:t>
            </a:r>
          </a:p>
          <a:p>
            <a:r>
              <a:rPr lang="en-US" sz="1800" dirty="0"/>
              <a:t>Made front page news multiple times</a:t>
            </a:r>
          </a:p>
          <a:p>
            <a:r>
              <a:rPr lang="en-US" sz="1800" dirty="0"/>
              <a:t>Domestic and international press highlights</a:t>
            </a:r>
          </a:p>
          <a:p>
            <a:r>
              <a:rPr lang="en-US" sz="1800" dirty="0"/>
              <a:t>Increased usage over time</a:t>
            </a:r>
          </a:p>
          <a:p>
            <a:endParaRPr lang="en-US" sz="1800" dirty="0"/>
          </a:p>
        </p:txBody>
      </p:sp>
    </p:spTree>
    <p:extLst>
      <p:ext uri="{BB962C8B-B14F-4D97-AF65-F5344CB8AC3E}">
        <p14:creationId xmlns:p14="http://schemas.microsoft.com/office/powerpoint/2010/main" val="2657414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61477-FEB2-7C65-6D3D-D636E5662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091C5-8707-90DF-FF88-1AA4D995CDA2}"/>
              </a:ext>
            </a:extLst>
          </p:cNvPr>
          <p:cNvSpPr>
            <a:spLocks noGrp="1"/>
          </p:cNvSpPr>
          <p:nvPr>
            <p:ph type="title"/>
          </p:nvPr>
        </p:nvSpPr>
        <p:spPr>
          <a:xfrm>
            <a:off x="0" y="1"/>
            <a:ext cx="11353800" cy="369454"/>
          </a:xfrm>
        </p:spPr>
        <p:txBody>
          <a:bodyPr>
            <a:noAutofit/>
          </a:bodyPr>
          <a:lstStyle/>
          <a:p>
            <a:r>
              <a:rPr lang="en-US" sz="1100" dirty="0"/>
              <a:t>Gorilla: Large Language Model Connected with Massive APIs </a:t>
            </a:r>
          </a:p>
        </p:txBody>
      </p:sp>
      <p:sp>
        <p:nvSpPr>
          <p:cNvPr id="3" name="TextBox 2">
            <a:extLst>
              <a:ext uri="{FF2B5EF4-FFF2-40B4-BE49-F238E27FC236}">
                <a16:creationId xmlns:a16="http://schemas.microsoft.com/office/drawing/2014/main" id="{FBE78E8F-1328-708C-DE37-A35A3CCD0CC9}"/>
              </a:ext>
            </a:extLst>
          </p:cNvPr>
          <p:cNvSpPr txBox="1"/>
          <p:nvPr/>
        </p:nvSpPr>
        <p:spPr>
          <a:xfrm>
            <a:off x="10625328" y="6254496"/>
            <a:ext cx="1389888" cy="369332"/>
          </a:xfrm>
          <a:prstGeom prst="rect">
            <a:avLst/>
          </a:prstGeom>
          <a:noFill/>
        </p:spPr>
        <p:txBody>
          <a:bodyPr wrap="square" rtlCol="0">
            <a:spAutoFit/>
          </a:bodyPr>
          <a:lstStyle/>
          <a:p>
            <a:r>
              <a:rPr lang="en-US" dirty="0"/>
              <a:t>28/28</a:t>
            </a:r>
          </a:p>
        </p:txBody>
      </p:sp>
      <p:sp>
        <p:nvSpPr>
          <p:cNvPr id="8" name="Title 1">
            <a:extLst>
              <a:ext uri="{FF2B5EF4-FFF2-40B4-BE49-F238E27FC236}">
                <a16:creationId xmlns:a16="http://schemas.microsoft.com/office/drawing/2014/main" id="{DFF838D9-568F-D095-51FB-C9ACCE73189C}"/>
              </a:ext>
            </a:extLst>
          </p:cNvPr>
          <p:cNvSpPr txBox="1">
            <a:spLocks/>
          </p:cNvSpPr>
          <p:nvPr/>
        </p:nvSpPr>
        <p:spPr>
          <a:xfrm>
            <a:off x="247650" y="612864"/>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Gorilla Impact</a:t>
            </a:r>
          </a:p>
        </p:txBody>
      </p:sp>
      <p:pic>
        <p:nvPicPr>
          <p:cNvPr id="5" name="Picture 4">
            <a:extLst>
              <a:ext uri="{FF2B5EF4-FFF2-40B4-BE49-F238E27FC236}">
                <a16:creationId xmlns:a16="http://schemas.microsoft.com/office/drawing/2014/main" id="{753AD2EE-DFBC-C6B5-5F07-FADD91D31B2C}"/>
              </a:ext>
            </a:extLst>
          </p:cNvPr>
          <p:cNvPicPr>
            <a:picLocks noChangeAspect="1"/>
          </p:cNvPicPr>
          <p:nvPr/>
        </p:nvPicPr>
        <p:blipFill>
          <a:blip r:embed="rId3"/>
          <a:stretch>
            <a:fillRect/>
          </a:stretch>
        </p:blipFill>
        <p:spPr>
          <a:xfrm>
            <a:off x="2952311" y="2233445"/>
            <a:ext cx="6287377" cy="2391109"/>
          </a:xfrm>
          <a:prstGeom prst="rect">
            <a:avLst/>
          </a:prstGeom>
        </p:spPr>
      </p:pic>
    </p:spTree>
    <p:extLst>
      <p:ext uri="{BB962C8B-B14F-4D97-AF65-F5344CB8AC3E}">
        <p14:creationId xmlns:p14="http://schemas.microsoft.com/office/powerpoint/2010/main" val="4267010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B5105-0149-B70D-DB20-C8DBE3306F0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D1806A0-C26E-9520-6A67-892542039972}"/>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223837" y="0"/>
            <a:ext cx="11744325" cy="6858000"/>
          </a:xfrm>
          <a:prstGeom prst="rect">
            <a:avLst/>
          </a:prstGeom>
        </p:spPr>
      </p:pic>
      <p:sp>
        <p:nvSpPr>
          <p:cNvPr id="2" name="Title 1">
            <a:extLst>
              <a:ext uri="{FF2B5EF4-FFF2-40B4-BE49-F238E27FC236}">
                <a16:creationId xmlns:a16="http://schemas.microsoft.com/office/drawing/2014/main" id="{901AC55F-E71C-8D1C-C4F2-4B706374327E}"/>
              </a:ext>
            </a:extLst>
          </p:cNvPr>
          <p:cNvSpPr>
            <a:spLocks noGrp="1"/>
          </p:cNvSpPr>
          <p:nvPr>
            <p:ph type="ctrTitle"/>
          </p:nvPr>
        </p:nvSpPr>
        <p:spPr>
          <a:xfrm>
            <a:off x="1127208" y="857251"/>
            <a:ext cx="10840954" cy="1461743"/>
          </a:xfrm>
          <a:noFill/>
        </p:spPr>
        <p:txBody>
          <a:bodyPr anchor="b">
            <a:normAutofit/>
          </a:bodyPr>
          <a:lstStyle/>
          <a:p>
            <a:r>
              <a:rPr lang="en-US" sz="4800" dirty="0"/>
              <a:t>Gorilla: Large Language Model Connected with Massive APIs </a:t>
            </a:r>
          </a:p>
        </p:txBody>
      </p:sp>
      <p:sp>
        <p:nvSpPr>
          <p:cNvPr id="3" name="Subtitle 2">
            <a:extLst>
              <a:ext uri="{FF2B5EF4-FFF2-40B4-BE49-F238E27FC236}">
                <a16:creationId xmlns:a16="http://schemas.microsoft.com/office/drawing/2014/main" id="{B95DFCFE-D9A0-BD58-5105-2200681C779B}"/>
              </a:ext>
            </a:extLst>
          </p:cNvPr>
          <p:cNvSpPr>
            <a:spLocks noGrp="1"/>
          </p:cNvSpPr>
          <p:nvPr>
            <p:ph type="subTitle" idx="1"/>
          </p:nvPr>
        </p:nvSpPr>
        <p:spPr>
          <a:xfrm>
            <a:off x="1621410" y="4831237"/>
            <a:ext cx="9036313" cy="1531856"/>
          </a:xfrm>
          <a:noFill/>
        </p:spPr>
        <p:txBody>
          <a:bodyPr anchor="t">
            <a:normAutofit/>
          </a:bodyPr>
          <a:lstStyle/>
          <a:p>
            <a:r>
              <a:rPr lang="en-US" sz="8000" b="1" dirty="0"/>
              <a:t>QUESTIONS</a:t>
            </a:r>
          </a:p>
        </p:txBody>
      </p:sp>
      <p:pic>
        <p:nvPicPr>
          <p:cNvPr id="5" name="Picture 4">
            <a:extLst>
              <a:ext uri="{FF2B5EF4-FFF2-40B4-BE49-F238E27FC236}">
                <a16:creationId xmlns:a16="http://schemas.microsoft.com/office/drawing/2014/main" id="{F7BF2AA0-04CC-22F1-193D-22D5651CE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0559" y="2385066"/>
            <a:ext cx="3737164" cy="2102154"/>
          </a:xfrm>
          <a:prstGeom prst="rect">
            <a:avLst/>
          </a:prstGeom>
        </p:spPr>
      </p:pic>
    </p:spTree>
    <p:extLst>
      <p:ext uri="{BB962C8B-B14F-4D97-AF65-F5344CB8AC3E}">
        <p14:creationId xmlns:p14="http://schemas.microsoft.com/office/powerpoint/2010/main" val="630727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C98DED-031F-F700-8C73-5F5675921590}"/>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8CBB4005-7640-7795-5675-514F4DAFC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03C475D2-7573-73F5-EE8C-3139EEB91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9A9159C-C57B-C5B6-3C94-830E955A2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6913551D-483C-C5B6-4075-DC27966EC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9AF4F0-FC60-B015-A37C-F7ACEF188D99}"/>
              </a:ext>
            </a:extLst>
          </p:cNvPr>
          <p:cNvSpPr>
            <a:spLocks noGrp="1"/>
          </p:cNvSpPr>
          <p:nvPr>
            <p:ph type="ctrTitle"/>
          </p:nvPr>
        </p:nvSpPr>
        <p:spPr>
          <a:xfrm>
            <a:off x="1127208" y="857251"/>
            <a:ext cx="4747280" cy="3098061"/>
          </a:xfrm>
        </p:spPr>
        <p:txBody>
          <a:bodyPr anchor="b">
            <a:normAutofit/>
          </a:bodyPr>
          <a:lstStyle/>
          <a:p>
            <a:pPr algn="r"/>
            <a:r>
              <a:rPr lang="en-US" sz="4800" dirty="0">
                <a:solidFill>
                  <a:srgbClr val="FFFFFF"/>
                </a:solidFill>
              </a:rPr>
              <a:t>END</a:t>
            </a:r>
          </a:p>
        </p:txBody>
      </p:sp>
      <p:sp>
        <p:nvSpPr>
          <p:cNvPr id="49" name="Rectangle 48">
            <a:extLst>
              <a:ext uri="{FF2B5EF4-FFF2-40B4-BE49-F238E27FC236}">
                <a16:creationId xmlns:a16="http://schemas.microsoft.com/office/drawing/2014/main" id="{744A5E6B-EC40-410E-03B9-C7ECA6CC4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CD8A3BF-15BC-4857-BCF7-6E2F91477800}"/>
              </a:ext>
            </a:extLst>
          </p:cNvPr>
          <p:cNvSpPr>
            <a:spLocks noGrp="1"/>
          </p:cNvSpPr>
          <p:nvPr>
            <p:ph type="subTitle" idx="1"/>
          </p:nvPr>
        </p:nvSpPr>
        <p:spPr>
          <a:xfrm>
            <a:off x="1127208" y="4756265"/>
            <a:ext cx="4393278" cy="1244483"/>
          </a:xfrm>
        </p:spPr>
        <p:txBody>
          <a:bodyPr anchor="t">
            <a:normAutofit/>
          </a:bodyPr>
          <a:lstStyle/>
          <a:p>
            <a:pPr algn="l"/>
            <a:r>
              <a:rPr lang="en-US" dirty="0">
                <a:solidFill>
                  <a:srgbClr val="FFFFFF"/>
                </a:solidFill>
              </a:rPr>
              <a:t>2.26.2026</a:t>
            </a:r>
          </a:p>
        </p:txBody>
      </p:sp>
      <p:sp>
        <p:nvSpPr>
          <p:cNvPr id="51" name="Oval 50">
            <a:extLst>
              <a:ext uri="{FF2B5EF4-FFF2-40B4-BE49-F238E27FC236}">
                <a16:creationId xmlns:a16="http://schemas.microsoft.com/office/drawing/2014/main" id="{80A053CE-B36C-71CD-07D5-A839D6087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62B312A-4981-8204-7858-92DE679FBD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0559" y="2385066"/>
            <a:ext cx="3737164" cy="2102154"/>
          </a:xfrm>
          <a:prstGeom prst="rect">
            <a:avLst/>
          </a:prstGeom>
        </p:spPr>
      </p:pic>
    </p:spTree>
    <p:extLst>
      <p:ext uri="{BB962C8B-B14F-4D97-AF65-F5344CB8AC3E}">
        <p14:creationId xmlns:p14="http://schemas.microsoft.com/office/powerpoint/2010/main" val="134886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13381</TotalTime>
  <Words>898</Words>
  <Application>Microsoft Office PowerPoint</Application>
  <PresentationFormat>Widescreen</PresentationFormat>
  <Paragraphs>155</Paragraphs>
  <Slides>32</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Aptos Display</vt:lpstr>
      <vt:lpstr>Aptos Narrow</vt:lpstr>
      <vt:lpstr>Arial</vt:lpstr>
      <vt:lpstr>Segoe UI Emoji</vt:lpstr>
      <vt:lpstr>Symbol</vt:lpstr>
      <vt:lpstr>Office Theme</vt:lpstr>
      <vt:lpstr>Toolformer &amp; Gorilla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Toolformer: Language Models Can Teach Themselves to Use Tools</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Gorilla: Large Language Model Connected with Massive APIs </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Hilton Sarius</dc:creator>
  <cp:lastModifiedBy>Hilton Sarius</cp:lastModifiedBy>
  <cp:revision>1</cp:revision>
  <dcterms:created xsi:type="dcterms:W3CDTF">2026-01-21T01:37:36Z</dcterms:created>
  <dcterms:modified xsi:type="dcterms:W3CDTF">2026-02-27T01:07:24Z</dcterms:modified>
</cp:coreProperties>
</file>