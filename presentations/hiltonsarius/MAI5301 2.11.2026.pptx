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69" r:id="rId3"/>
    <p:sldId id="359" r:id="rId4"/>
    <p:sldId id="349" r:id="rId5"/>
    <p:sldId id="350" r:id="rId6"/>
    <p:sldId id="351" r:id="rId7"/>
    <p:sldId id="352" r:id="rId8"/>
    <p:sldId id="353" r:id="rId9"/>
    <p:sldId id="354" r:id="rId10"/>
    <p:sldId id="355" r:id="rId11"/>
    <p:sldId id="360" r:id="rId12"/>
    <p:sldId id="357" r:id="rId13"/>
    <p:sldId id="356" r:id="rId14"/>
    <p:sldId id="358" r:id="rId15"/>
    <p:sldId id="258" r:id="rId16"/>
    <p:sldId id="337" r:id="rId17"/>
    <p:sldId id="338" r:id="rId18"/>
    <p:sldId id="339" r:id="rId19"/>
    <p:sldId id="340" r:id="rId20"/>
    <p:sldId id="361" r:id="rId21"/>
    <p:sldId id="341" r:id="rId22"/>
    <p:sldId id="343" r:id="rId23"/>
    <p:sldId id="345" r:id="rId24"/>
    <p:sldId id="346" r:id="rId25"/>
    <p:sldId id="348" r:id="rId26"/>
    <p:sldId id="336" r:id="rId27"/>
    <p:sldId id="342" r:id="rId28"/>
    <p:sldId id="344" r:id="rId29"/>
    <p:sldId id="34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00000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C68877-BDEE-41EE-B929-F4FCBCB85DC2}" v="26" dt="2026-02-13T00:55:03.2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615" autoAdjust="0"/>
  </p:normalViewPr>
  <p:slideViewPr>
    <p:cSldViewPr snapToGrid="0">
      <p:cViewPr varScale="1">
        <p:scale>
          <a:sx n="102" d="100"/>
          <a:sy n="102" d="100"/>
        </p:scale>
        <p:origin x="9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lton Sarius" userId="e41e4170-a0b5-4ce6-bed1-533b1cecee6e" providerId="ADAL" clId="{0AB84215-D5DE-4B51-994D-7B1DCB931E97}"/>
    <pc:docChg chg="undo redo custSel addSld delSld modSld sldOrd">
      <pc:chgData name="Hilton Sarius" userId="e41e4170-a0b5-4ce6-bed1-533b1cecee6e" providerId="ADAL" clId="{0AB84215-D5DE-4B51-994D-7B1DCB931E97}" dt="2026-02-13T01:05:25.768" v="4909" actId="20577"/>
      <pc:docMkLst>
        <pc:docMk/>
      </pc:docMkLst>
      <pc:sldChg chg="addSp delSp modSp mod addAnim delAnim">
        <pc:chgData name="Hilton Sarius" userId="e41e4170-a0b5-4ce6-bed1-533b1cecee6e" providerId="ADAL" clId="{0AB84215-D5DE-4B51-994D-7B1DCB931E97}" dt="2026-02-12T01:22:18.527" v="1210" actId="6549"/>
        <pc:sldMkLst>
          <pc:docMk/>
          <pc:sldMk cId="2292098910" sldId="256"/>
        </pc:sldMkLst>
        <pc:spChg chg="mod">
          <ac:chgData name="Hilton Sarius" userId="e41e4170-a0b5-4ce6-bed1-533b1cecee6e" providerId="ADAL" clId="{0AB84215-D5DE-4B51-994D-7B1DCB931E97}" dt="2026-02-12T01:22:18.527" v="1210" actId="6549"/>
          <ac:spMkLst>
            <pc:docMk/>
            <pc:sldMk cId="2292098910" sldId="256"/>
            <ac:spMk id="2" creationId="{6BAD479B-97C7-ACBE-792A-874EA2018EC5}"/>
          </ac:spMkLst>
        </pc:spChg>
        <pc:spChg chg="mod">
          <ac:chgData name="Hilton Sarius" userId="e41e4170-a0b5-4ce6-bed1-533b1cecee6e" providerId="ADAL" clId="{0AB84215-D5DE-4B51-994D-7B1DCB931E97}" dt="2026-02-12T00:36:40.116" v="1115" actId="26606"/>
          <ac:spMkLst>
            <pc:docMk/>
            <pc:sldMk cId="2292098910" sldId="256"/>
            <ac:spMk id="3" creationId="{2AE763AF-0B70-9C74-CACA-1E0A80D0EDC8}"/>
          </ac:spMkLst>
        </pc:spChg>
        <pc:spChg chg="add del">
          <ac:chgData name="Hilton Sarius" userId="e41e4170-a0b5-4ce6-bed1-533b1cecee6e" providerId="ADAL" clId="{0AB84215-D5DE-4B51-994D-7B1DCB931E97}" dt="2026-02-12T00:36:40.116" v="1115" actId="26606"/>
          <ac:spMkLst>
            <pc:docMk/>
            <pc:sldMk cId="2292098910" sldId="256"/>
            <ac:spMk id="29" creationId="{5BF4DF2C-F028-4921-9C23-41303F650A62}"/>
          </ac:spMkLst>
        </pc:spChg>
        <pc:spChg chg="add del">
          <ac:chgData name="Hilton Sarius" userId="e41e4170-a0b5-4ce6-bed1-533b1cecee6e" providerId="ADAL" clId="{0AB84215-D5DE-4B51-994D-7B1DCB931E97}" dt="2026-02-12T00:36:40.116" v="1115" actId="26606"/>
          <ac:spMkLst>
            <pc:docMk/>
            <pc:sldMk cId="2292098910" sldId="256"/>
            <ac:spMk id="30" creationId="{158B3569-73B2-4D05-8E95-886A6EE17F1F}"/>
          </ac:spMkLst>
        </pc:spChg>
        <pc:spChg chg="add">
          <ac:chgData name="Hilton Sarius" userId="e41e4170-a0b5-4ce6-bed1-533b1cecee6e" providerId="ADAL" clId="{0AB84215-D5DE-4B51-994D-7B1DCB931E97}" dt="2026-02-12T00:36:40.116" v="1115" actId="26606"/>
          <ac:spMkLst>
            <pc:docMk/>
            <pc:sldMk cId="2292098910" sldId="256"/>
            <ac:spMk id="41" creationId="{8555C5B3-193A-4749-9AFD-682E53CDDE8F}"/>
          </ac:spMkLst>
        </pc:spChg>
        <pc:spChg chg="add">
          <ac:chgData name="Hilton Sarius" userId="e41e4170-a0b5-4ce6-bed1-533b1cecee6e" providerId="ADAL" clId="{0AB84215-D5DE-4B51-994D-7B1DCB931E97}" dt="2026-02-12T00:36:40.116" v="1115" actId="26606"/>
          <ac:spMkLst>
            <pc:docMk/>
            <pc:sldMk cId="2292098910" sldId="256"/>
            <ac:spMk id="43" creationId="{2EAE06A6-F76A-41C9-827A-C561B004485C}"/>
          </ac:spMkLst>
        </pc:spChg>
        <pc:spChg chg="add">
          <ac:chgData name="Hilton Sarius" userId="e41e4170-a0b5-4ce6-bed1-533b1cecee6e" providerId="ADAL" clId="{0AB84215-D5DE-4B51-994D-7B1DCB931E97}" dt="2026-02-12T00:36:40.116" v="1115" actId="26606"/>
          <ac:spMkLst>
            <pc:docMk/>
            <pc:sldMk cId="2292098910" sldId="256"/>
            <ac:spMk id="45" creationId="{89F9D4E8-0639-444B-949B-9518585061AF}"/>
          </ac:spMkLst>
        </pc:spChg>
        <pc:spChg chg="add">
          <ac:chgData name="Hilton Sarius" userId="e41e4170-a0b5-4ce6-bed1-533b1cecee6e" providerId="ADAL" clId="{0AB84215-D5DE-4B51-994D-7B1DCB931E97}" dt="2026-02-12T00:36:40.116" v="1115" actId="26606"/>
          <ac:spMkLst>
            <pc:docMk/>
            <pc:sldMk cId="2292098910" sldId="256"/>
            <ac:spMk id="47" creationId="{7E3DA7A2-ED70-4BBA-AB72-00AD461FA405}"/>
          </ac:spMkLst>
        </pc:spChg>
        <pc:spChg chg="add">
          <ac:chgData name="Hilton Sarius" userId="e41e4170-a0b5-4ce6-bed1-533b1cecee6e" providerId="ADAL" clId="{0AB84215-D5DE-4B51-994D-7B1DCB931E97}" dt="2026-02-12T00:36:40.116" v="1115" actId="26606"/>
          <ac:spMkLst>
            <pc:docMk/>
            <pc:sldMk cId="2292098910" sldId="256"/>
            <ac:spMk id="49" creationId="{FC485432-3647-4218-B5D3-15D3FA222B13}"/>
          </ac:spMkLst>
        </pc:spChg>
        <pc:spChg chg="add">
          <ac:chgData name="Hilton Sarius" userId="e41e4170-a0b5-4ce6-bed1-533b1cecee6e" providerId="ADAL" clId="{0AB84215-D5DE-4B51-994D-7B1DCB931E97}" dt="2026-02-12T00:36:40.116" v="1115" actId="26606"/>
          <ac:spMkLst>
            <pc:docMk/>
            <pc:sldMk cId="2292098910" sldId="256"/>
            <ac:spMk id="51" creationId="{F4AFDDCA-6ABA-4D23-8A5C-1BF0F4308148}"/>
          </ac:spMkLst>
        </pc:spChg>
        <pc:picChg chg="add mod">
          <ac:chgData name="Hilton Sarius" userId="e41e4170-a0b5-4ce6-bed1-533b1cecee6e" providerId="ADAL" clId="{0AB84215-D5DE-4B51-994D-7B1DCB931E97}" dt="2026-01-29T01:44:20.126" v="521" actId="26606"/>
          <ac:picMkLst>
            <pc:docMk/>
            <pc:sldMk cId="2292098910" sldId="256"/>
            <ac:picMk id="5" creationId="{02A3B640-7088-0AC7-2ADF-0E8162CDDE50}"/>
          </ac:picMkLst>
        </pc:picChg>
      </pc:sldChg>
      <pc:sldChg chg="addSp delSp modSp mod modNotesTx">
        <pc:chgData name="Hilton Sarius" userId="e41e4170-a0b5-4ce6-bed1-533b1cecee6e" providerId="ADAL" clId="{0AB84215-D5DE-4B51-994D-7B1DCB931E97}" dt="2026-02-13T01:04:38.134" v="4892" actId="20577"/>
        <pc:sldMkLst>
          <pc:docMk/>
          <pc:sldMk cId="1235335610" sldId="258"/>
        </pc:sldMkLst>
        <pc:spChg chg="mod">
          <ac:chgData name="Hilton Sarius" userId="e41e4170-a0b5-4ce6-bed1-533b1cecee6e" providerId="ADAL" clId="{0AB84215-D5DE-4B51-994D-7B1DCB931E97}" dt="2026-02-12T01:19:38.697" v="1189"/>
          <ac:spMkLst>
            <pc:docMk/>
            <pc:sldMk cId="1235335610" sldId="258"/>
            <ac:spMk id="2" creationId="{428ABF6D-83D6-40A1-4B92-285433CE96A4}"/>
          </ac:spMkLst>
        </pc:spChg>
        <pc:spChg chg="add mod">
          <ac:chgData name="Hilton Sarius" userId="e41e4170-a0b5-4ce6-bed1-533b1cecee6e" providerId="ADAL" clId="{0AB84215-D5DE-4B51-994D-7B1DCB931E97}" dt="2026-02-13T01:04:38.134" v="4892" actId="20577"/>
          <ac:spMkLst>
            <pc:docMk/>
            <pc:sldMk cId="1235335610" sldId="258"/>
            <ac:spMk id="3" creationId="{D12C6992-85D6-CD58-2849-ED91C3210759}"/>
          </ac:spMkLst>
        </pc:spChg>
        <pc:spChg chg="del mod">
          <ac:chgData name="Hilton Sarius" userId="e41e4170-a0b5-4ce6-bed1-533b1cecee6e" providerId="ADAL" clId="{0AB84215-D5DE-4B51-994D-7B1DCB931E97}" dt="2026-02-12T00:35:40.966" v="1109" actId="478"/>
          <ac:spMkLst>
            <pc:docMk/>
            <pc:sldMk cId="1235335610" sldId="258"/>
            <ac:spMk id="10" creationId="{CFC5BDB8-8799-9C12-8DFD-D6C70869DC31}"/>
          </ac:spMkLst>
        </pc:spChg>
        <pc:spChg chg="add del mod">
          <ac:chgData name="Hilton Sarius" userId="e41e4170-a0b5-4ce6-bed1-533b1cecee6e" providerId="ADAL" clId="{0AB84215-D5DE-4B51-994D-7B1DCB931E97}" dt="2026-02-12T00:35:48.286" v="1112" actId="478"/>
          <ac:spMkLst>
            <pc:docMk/>
            <pc:sldMk cId="1235335610" sldId="258"/>
            <ac:spMk id="11" creationId="{938BF53E-8BBB-9265-C9BE-0CE7AB6896F9}"/>
          </ac:spMkLst>
        </pc:spChg>
        <pc:spChg chg="add del mod">
          <ac:chgData name="Hilton Sarius" userId="e41e4170-a0b5-4ce6-bed1-533b1cecee6e" providerId="ADAL" clId="{0AB84215-D5DE-4B51-994D-7B1DCB931E97}" dt="2026-02-12T00:35:51.357" v="1113" actId="478"/>
          <ac:spMkLst>
            <pc:docMk/>
            <pc:sldMk cId="1235335610" sldId="258"/>
            <ac:spMk id="12" creationId="{326E1793-F5C3-6E80-B1D4-21CB88E5AC35}"/>
          </ac:spMkLst>
        </pc:spChg>
        <pc:picChg chg="add ord">
          <ac:chgData name="Hilton Sarius" userId="e41e4170-a0b5-4ce6-bed1-533b1cecee6e" providerId="ADAL" clId="{0AB84215-D5DE-4B51-994D-7B1DCB931E97}" dt="2026-02-12T00:35:45.106" v="1111" actId="167"/>
          <ac:picMkLst>
            <pc:docMk/>
            <pc:sldMk cId="1235335610" sldId="258"/>
            <ac:picMk id="5" creationId="{AB2A5F00-0675-27B2-B5ED-AB0426EE97DA}"/>
          </ac:picMkLst>
        </pc:picChg>
      </pc:sldChg>
      <pc:sldChg chg="addSp delSp modSp mod ord modNotesTx">
        <pc:chgData name="Hilton Sarius" userId="e41e4170-a0b5-4ce6-bed1-533b1cecee6e" providerId="ADAL" clId="{0AB84215-D5DE-4B51-994D-7B1DCB931E97}" dt="2026-02-13T01:02:59.880" v="4841" actId="20577"/>
        <pc:sldMkLst>
          <pc:docMk/>
          <pc:sldMk cId="1796135665" sldId="269"/>
        </pc:sldMkLst>
        <pc:spChg chg="add mod">
          <ac:chgData name="Hilton Sarius" userId="e41e4170-a0b5-4ce6-bed1-533b1cecee6e" providerId="ADAL" clId="{0AB84215-D5DE-4B51-994D-7B1DCB931E97}" dt="2026-02-13T01:02:59.880" v="4841" actId="20577"/>
          <ac:spMkLst>
            <pc:docMk/>
            <pc:sldMk cId="1796135665" sldId="269"/>
            <ac:spMk id="2" creationId="{34F7B0FA-B88F-1E4A-57E4-4858D8C884CA}"/>
          </ac:spMkLst>
        </pc:spChg>
        <pc:spChg chg="del mod">
          <ac:chgData name="Hilton Sarius" userId="e41e4170-a0b5-4ce6-bed1-533b1cecee6e" providerId="ADAL" clId="{0AB84215-D5DE-4B51-994D-7B1DCB931E97}" dt="2026-02-12T00:49:45.536" v="1178" actId="478"/>
          <ac:spMkLst>
            <pc:docMk/>
            <pc:sldMk cId="1796135665" sldId="269"/>
            <ac:spMk id="3" creationId="{04D8925D-9582-89CE-42CA-03F823205B19}"/>
          </ac:spMkLst>
        </pc:spChg>
        <pc:spChg chg="del mod">
          <ac:chgData name="Hilton Sarius" userId="e41e4170-a0b5-4ce6-bed1-533b1cecee6e" providerId="ADAL" clId="{0AB84215-D5DE-4B51-994D-7B1DCB931E97}" dt="2026-02-12T00:49:18.371" v="1174" actId="478"/>
          <ac:spMkLst>
            <pc:docMk/>
            <pc:sldMk cId="1796135665" sldId="269"/>
            <ac:spMk id="4" creationId="{61F990E1-CB2E-71A1-FB0D-5C4156E41FFF}"/>
          </ac:spMkLst>
        </pc:spChg>
        <pc:spChg chg="add mod">
          <ac:chgData name="Hilton Sarius" userId="e41e4170-a0b5-4ce6-bed1-533b1cecee6e" providerId="ADAL" clId="{0AB84215-D5DE-4B51-994D-7B1DCB931E97}" dt="2026-02-12T01:19:21.141" v="1185" actId="20577"/>
          <ac:spMkLst>
            <pc:docMk/>
            <pc:sldMk cId="1796135665" sldId="269"/>
            <ac:spMk id="5" creationId="{4B11EDE5-D97B-2481-E948-59E7D2EE3574}"/>
          </ac:spMkLst>
        </pc:spChg>
        <pc:spChg chg="add del mod">
          <ac:chgData name="Hilton Sarius" userId="e41e4170-a0b5-4ce6-bed1-533b1cecee6e" providerId="ADAL" clId="{0AB84215-D5DE-4B51-994D-7B1DCB931E97}" dt="2026-02-12T00:49:43.586" v="1176" actId="478"/>
          <ac:spMkLst>
            <pc:docMk/>
            <pc:sldMk cId="1796135665" sldId="269"/>
            <ac:spMk id="6" creationId="{A35248E8-3C6A-E122-B1A4-78056055C0FB}"/>
          </ac:spMkLst>
        </pc:spChg>
        <pc:spChg chg="add del mod">
          <ac:chgData name="Hilton Sarius" userId="e41e4170-a0b5-4ce6-bed1-533b1cecee6e" providerId="ADAL" clId="{0AB84215-D5DE-4B51-994D-7B1DCB931E97}" dt="2026-02-12T00:49:47.601" v="1179" actId="478"/>
          <ac:spMkLst>
            <pc:docMk/>
            <pc:sldMk cId="1796135665" sldId="269"/>
            <ac:spMk id="8" creationId="{FC902D6F-A69C-19FF-BE27-C3B63FEC5898}"/>
          </ac:spMkLst>
        </pc:spChg>
        <pc:picChg chg="add ord">
          <ac:chgData name="Hilton Sarius" userId="e41e4170-a0b5-4ce6-bed1-533b1cecee6e" providerId="ADAL" clId="{0AB84215-D5DE-4B51-994D-7B1DCB931E97}" dt="2026-02-12T01:24:37.876" v="1231" actId="167"/>
          <ac:picMkLst>
            <pc:docMk/>
            <pc:sldMk cId="1796135665" sldId="269"/>
            <ac:picMk id="10" creationId="{59076AC3-5495-C744-10B7-3EAD472CE5AB}"/>
          </ac:picMkLst>
        </pc:picChg>
      </pc:sldChg>
      <pc:sldChg chg="addSp delSp modSp del mod">
        <pc:chgData name="Hilton Sarius" userId="e41e4170-a0b5-4ce6-bed1-533b1cecee6e" providerId="ADAL" clId="{0AB84215-D5DE-4B51-994D-7B1DCB931E97}" dt="2026-02-12T00:36:55.297" v="1123" actId="47"/>
        <pc:sldMkLst>
          <pc:docMk/>
          <pc:sldMk cId="459147442" sldId="298"/>
        </pc:sldMkLst>
      </pc:sldChg>
      <pc:sldChg chg="addSp delSp modSp del mod">
        <pc:chgData name="Hilton Sarius" userId="e41e4170-a0b5-4ce6-bed1-533b1cecee6e" providerId="ADAL" clId="{0AB84215-D5DE-4B51-994D-7B1DCB931E97}" dt="2026-02-12T00:36:56.149" v="1124" actId="47"/>
        <pc:sldMkLst>
          <pc:docMk/>
          <pc:sldMk cId="4001386082" sldId="299"/>
        </pc:sldMkLst>
      </pc:sldChg>
      <pc:sldChg chg="addSp delSp modSp add del mod">
        <pc:chgData name="Hilton Sarius" userId="e41e4170-a0b5-4ce6-bed1-533b1cecee6e" providerId="ADAL" clId="{0AB84215-D5DE-4B51-994D-7B1DCB931E97}" dt="2026-02-12T00:36:52.861" v="1116" actId="47"/>
        <pc:sldMkLst>
          <pc:docMk/>
          <pc:sldMk cId="649961336" sldId="307"/>
        </pc:sldMkLst>
      </pc:sldChg>
      <pc:sldChg chg="addSp delSp modSp add del mod ord">
        <pc:chgData name="Hilton Sarius" userId="e41e4170-a0b5-4ce6-bed1-533b1cecee6e" providerId="ADAL" clId="{0AB84215-D5DE-4B51-994D-7B1DCB931E97}" dt="2026-02-12T00:36:54.252" v="1120" actId="47"/>
        <pc:sldMkLst>
          <pc:docMk/>
          <pc:sldMk cId="3802882959" sldId="308"/>
        </pc:sldMkLst>
      </pc:sldChg>
      <pc:sldChg chg="addSp delSp modSp add del mod">
        <pc:chgData name="Hilton Sarius" userId="e41e4170-a0b5-4ce6-bed1-533b1cecee6e" providerId="ADAL" clId="{0AB84215-D5DE-4B51-994D-7B1DCB931E97}" dt="2026-02-12T00:36:54.479" v="1121" actId="47"/>
        <pc:sldMkLst>
          <pc:docMk/>
          <pc:sldMk cId="485613139" sldId="314"/>
        </pc:sldMkLst>
      </pc:sldChg>
      <pc:sldChg chg="addSp delSp modSp add del mod">
        <pc:chgData name="Hilton Sarius" userId="e41e4170-a0b5-4ce6-bed1-533b1cecee6e" providerId="ADAL" clId="{0AB84215-D5DE-4B51-994D-7B1DCB931E97}" dt="2026-02-12T00:36:54.943" v="1122" actId="47"/>
        <pc:sldMkLst>
          <pc:docMk/>
          <pc:sldMk cId="3497536748" sldId="315"/>
        </pc:sldMkLst>
      </pc:sldChg>
      <pc:sldChg chg="addSp modSp add del mod">
        <pc:chgData name="Hilton Sarius" userId="e41e4170-a0b5-4ce6-bed1-533b1cecee6e" providerId="ADAL" clId="{0AB84215-D5DE-4B51-994D-7B1DCB931E97}" dt="2026-02-12T01:22:38.488" v="1213" actId="47"/>
        <pc:sldMkLst>
          <pc:docMk/>
          <pc:sldMk cId="3191595058" sldId="316"/>
        </pc:sldMkLst>
      </pc:sldChg>
      <pc:sldChg chg="addSp modSp add del mod">
        <pc:chgData name="Hilton Sarius" userId="e41e4170-a0b5-4ce6-bed1-533b1cecee6e" providerId="ADAL" clId="{0AB84215-D5DE-4B51-994D-7B1DCB931E97}" dt="2026-02-12T01:22:39.656" v="1214" actId="47"/>
        <pc:sldMkLst>
          <pc:docMk/>
          <pc:sldMk cId="2261108738" sldId="317"/>
        </pc:sldMkLst>
      </pc:sldChg>
      <pc:sldChg chg="addSp delSp modSp add del mod">
        <pc:chgData name="Hilton Sarius" userId="e41e4170-a0b5-4ce6-bed1-533b1cecee6e" providerId="ADAL" clId="{0AB84215-D5DE-4B51-994D-7B1DCB931E97}" dt="2026-02-12T01:22:37.016" v="1211" actId="47"/>
        <pc:sldMkLst>
          <pc:docMk/>
          <pc:sldMk cId="4090767476" sldId="325"/>
        </pc:sldMkLst>
      </pc:sldChg>
      <pc:sldChg chg="addSp modSp add del mod">
        <pc:chgData name="Hilton Sarius" userId="e41e4170-a0b5-4ce6-bed1-533b1cecee6e" providerId="ADAL" clId="{0AB84215-D5DE-4B51-994D-7B1DCB931E97}" dt="2026-02-12T01:22:37.782" v="1212" actId="47"/>
        <pc:sldMkLst>
          <pc:docMk/>
          <pc:sldMk cId="952757445" sldId="326"/>
        </pc:sldMkLst>
      </pc:sldChg>
      <pc:sldChg chg="addSp modSp add del mod ord">
        <pc:chgData name="Hilton Sarius" userId="e41e4170-a0b5-4ce6-bed1-533b1cecee6e" providerId="ADAL" clId="{0AB84215-D5DE-4B51-994D-7B1DCB931E97}" dt="2026-02-12T00:36:53.578" v="1117" actId="47"/>
        <pc:sldMkLst>
          <pc:docMk/>
          <pc:sldMk cId="3639931627" sldId="327"/>
        </pc:sldMkLst>
      </pc:sldChg>
      <pc:sldChg chg="addSp modSp add del mod">
        <pc:chgData name="Hilton Sarius" userId="e41e4170-a0b5-4ce6-bed1-533b1cecee6e" providerId="ADAL" clId="{0AB84215-D5DE-4B51-994D-7B1DCB931E97}" dt="2026-02-12T01:22:39.931" v="1215" actId="47"/>
        <pc:sldMkLst>
          <pc:docMk/>
          <pc:sldMk cId="277757733" sldId="328"/>
        </pc:sldMkLst>
      </pc:sldChg>
      <pc:sldChg chg="addSp delSp modSp add del mod">
        <pc:chgData name="Hilton Sarius" userId="e41e4170-a0b5-4ce6-bed1-533b1cecee6e" providerId="ADAL" clId="{0AB84215-D5DE-4B51-994D-7B1DCB931E97}" dt="2026-02-12T00:36:53.791" v="1118" actId="47"/>
        <pc:sldMkLst>
          <pc:docMk/>
          <pc:sldMk cId="3778593610" sldId="329"/>
        </pc:sldMkLst>
      </pc:sldChg>
      <pc:sldChg chg="addSp delSp modSp add del mod">
        <pc:chgData name="Hilton Sarius" userId="e41e4170-a0b5-4ce6-bed1-533b1cecee6e" providerId="ADAL" clId="{0AB84215-D5DE-4B51-994D-7B1DCB931E97}" dt="2026-02-12T00:36:54.062" v="1119" actId="47"/>
        <pc:sldMkLst>
          <pc:docMk/>
          <pc:sldMk cId="3003900692" sldId="330"/>
        </pc:sldMkLst>
      </pc:sldChg>
      <pc:sldChg chg="addSp modSp add del mod">
        <pc:chgData name="Hilton Sarius" userId="e41e4170-a0b5-4ce6-bed1-533b1cecee6e" providerId="ADAL" clId="{0AB84215-D5DE-4B51-994D-7B1DCB931E97}" dt="2026-02-12T01:22:40.126" v="1216" actId="47"/>
        <pc:sldMkLst>
          <pc:docMk/>
          <pc:sldMk cId="2051338987" sldId="331"/>
        </pc:sldMkLst>
      </pc:sldChg>
      <pc:sldChg chg="addSp modSp add del mod">
        <pc:chgData name="Hilton Sarius" userId="e41e4170-a0b5-4ce6-bed1-533b1cecee6e" providerId="ADAL" clId="{0AB84215-D5DE-4B51-994D-7B1DCB931E97}" dt="2026-02-12T01:22:40.336" v="1217" actId="47"/>
        <pc:sldMkLst>
          <pc:docMk/>
          <pc:sldMk cId="1509451776" sldId="332"/>
        </pc:sldMkLst>
      </pc:sldChg>
      <pc:sldChg chg="addSp modSp add del mod">
        <pc:chgData name="Hilton Sarius" userId="e41e4170-a0b5-4ce6-bed1-533b1cecee6e" providerId="ADAL" clId="{0AB84215-D5DE-4B51-994D-7B1DCB931E97}" dt="2026-02-12T01:22:40.820" v="1218" actId="47"/>
        <pc:sldMkLst>
          <pc:docMk/>
          <pc:sldMk cId="231134350" sldId="333"/>
        </pc:sldMkLst>
      </pc:sldChg>
      <pc:sldChg chg="addSp delSp modSp add del mod">
        <pc:chgData name="Hilton Sarius" userId="e41e4170-a0b5-4ce6-bed1-533b1cecee6e" providerId="ADAL" clId="{0AB84215-D5DE-4B51-994D-7B1DCB931E97}" dt="2026-02-12T01:22:41.843" v="1219" actId="47"/>
        <pc:sldMkLst>
          <pc:docMk/>
          <pc:sldMk cId="242323965" sldId="334"/>
        </pc:sldMkLst>
      </pc:sldChg>
      <pc:sldChg chg="modSp add del mod ord">
        <pc:chgData name="Hilton Sarius" userId="e41e4170-a0b5-4ce6-bed1-533b1cecee6e" providerId="ADAL" clId="{0AB84215-D5DE-4B51-994D-7B1DCB931E97}" dt="2026-02-12T01:23:12.369" v="1229" actId="47"/>
        <pc:sldMkLst>
          <pc:docMk/>
          <pc:sldMk cId="1312853604" sldId="335"/>
        </pc:sldMkLst>
      </pc:sldChg>
      <pc:sldChg chg="addSp delSp modSp add mod ord">
        <pc:chgData name="Hilton Sarius" userId="e41e4170-a0b5-4ce6-bed1-533b1cecee6e" providerId="ADAL" clId="{0AB84215-D5DE-4B51-994D-7B1DCB931E97}" dt="2026-02-13T00:47:57.285" v="4676"/>
        <pc:sldMkLst>
          <pc:docMk/>
          <pc:sldMk cId="140595252" sldId="336"/>
        </pc:sldMkLst>
        <pc:picChg chg="del">
          <ac:chgData name="Hilton Sarius" userId="e41e4170-a0b5-4ce6-bed1-533b1cecee6e" providerId="ADAL" clId="{0AB84215-D5DE-4B51-994D-7B1DCB931E97}" dt="2026-02-12T00:38:37.616" v="1126" actId="478"/>
          <ac:picMkLst>
            <pc:docMk/>
            <pc:sldMk cId="140595252" sldId="336"/>
            <ac:picMk id="5" creationId="{444F0096-3E83-CF7D-579C-851E411DBF30}"/>
          </ac:picMkLst>
        </pc:picChg>
        <pc:picChg chg="add ord">
          <ac:chgData name="Hilton Sarius" userId="e41e4170-a0b5-4ce6-bed1-533b1cecee6e" providerId="ADAL" clId="{0AB84215-D5DE-4B51-994D-7B1DCB931E97}" dt="2026-02-12T00:38:55.135" v="1128" actId="167"/>
          <ac:picMkLst>
            <pc:docMk/>
            <pc:sldMk cId="140595252" sldId="336"/>
            <ac:picMk id="6" creationId="{7B122206-6944-DBDF-695E-704641E2443D}"/>
          </ac:picMkLst>
        </pc:picChg>
      </pc:sldChg>
      <pc:sldChg chg="addSp delSp modSp add mod">
        <pc:chgData name="Hilton Sarius" userId="e41e4170-a0b5-4ce6-bed1-533b1cecee6e" providerId="ADAL" clId="{0AB84215-D5DE-4B51-994D-7B1DCB931E97}" dt="2026-02-13T01:04:44.013" v="4894" actId="20577"/>
        <pc:sldMkLst>
          <pc:docMk/>
          <pc:sldMk cId="1376401107" sldId="337"/>
        </pc:sldMkLst>
        <pc:spChg chg="mod">
          <ac:chgData name="Hilton Sarius" userId="e41e4170-a0b5-4ce6-bed1-533b1cecee6e" providerId="ADAL" clId="{0AB84215-D5DE-4B51-994D-7B1DCB931E97}" dt="2026-02-13T01:04:44.013" v="4894" actId="20577"/>
          <ac:spMkLst>
            <pc:docMk/>
            <pc:sldMk cId="1376401107" sldId="337"/>
            <ac:spMk id="3" creationId="{371AA202-BF66-7A6A-883F-5DDB6B804772}"/>
          </ac:spMkLst>
        </pc:spChg>
        <pc:picChg chg="add ord">
          <ac:chgData name="Hilton Sarius" userId="e41e4170-a0b5-4ce6-bed1-533b1cecee6e" providerId="ADAL" clId="{0AB84215-D5DE-4B51-994D-7B1DCB931E97}" dt="2026-02-12T00:39:22.002" v="1132" actId="167"/>
          <ac:picMkLst>
            <pc:docMk/>
            <pc:sldMk cId="1376401107" sldId="337"/>
            <ac:picMk id="5" creationId="{F70F68A2-A715-C433-5883-F12E917CA460}"/>
          </ac:picMkLst>
        </pc:picChg>
        <pc:picChg chg="del">
          <ac:chgData name="Hilton Sarius" userId="e41e4170-a0b5-4ce6-bed1-533b1cecee6e" providerId="ADAL" clId="{0AB84215-D5DE-4B51-994D-7B1DCB931E97}" dt="2026-02-12T00:39:02.767" v="1130" actId="478"/>
          <ac:picMkLst>
            <pc:docMk/>
            <pc:sldMk cId="1376401107" sldId="337"/>
            <ac:picMk id="6" creationId="{A023E5BB-66B8-9D6F-F987-EA581153B753}"/>
          </ac:picMkLst>
        </pc:picChg>
      </pc:sldChg>
      <pc:sldChg chg="addSp delSp modSp add mod">
        <pc:chgData name="Hilton Sarius" userId="e41e4170-a0b5-4ce6-bed1-533b1cecee6e" providerId="ADAL" clId="{0AB84215-D5DE-4B51-994D-7B1DCB931E97}" dt="2026-02-13T01:04:49.610" v="4896" actId="20577"/>
        <pc:sldMkLst>
          <pc:docMk/>
          <pc:sldMk cId="753351869" sldId="338"/>
        </pc:sldMkLst>
        <pc:spChg chg="mod">
          <ac:chgData name="Hilton Sarius" userId="e41e4170-a0b5-4ce6-bed1-533b1cecee6e" providerId="ADAL" clId="{0AB84215-D5DE-4B51-994D-7B1DCB931E97}" dt="2026-02-13T01:04:49.610" v="4896" actId="20577"/>
          <ac:spMkLst>
            <pc:docMk/>
            <pc:sldMk cId="753351869" sldId="338"/>
            <ac:spMk id="3" creationId="{51820ABE-E0D7-15DF-9047-5CD8FBCF71B3}"/>
          </ac:spMkLst>
        </pc:spChg>
        <pc:picChg chg="del">
          <ac:chgData name="Hilton Sarius" userId="e41e4170-a0b5-4ce6-bed1-533b1cecee6e" providerId="ADAL" clId="{0AB84215-D5DE-4B51-994D-7B1DCB931E97}" dt="2026-02-12T00:39:26.078" v="1134" actId="478"/>
          <ac:picMkLst>
            <pc:docMk/>
            <pc:sldMk cId="753351869" sldId="338"/>
            <ac:picMk id="5" creationId="{BDB0DFE4-7973-5D29-50EE-9AA9D4A7D06C}"/>
          </ac:picMkLst>
        </pc:picChg>
        <pc:picChg chg="add ord">
          <ac:chgData name="Hilton Sarius" userId="e41e4170-a0b5-4ce6-bed1-533b1cecee6e" providerId="ADAL" clId="{0AB84215-D5DE-4B51-994D-7B1DCB931E97}" dt="2026-02-12T00:39:55.566" v="1136" actId="167"/>
          <ac:picMkLst>
            <pc:docMk/>
            <pc:sldMk cId="753351869" sldId="338"/>
            <ac:picMk id="6" creationId="{B948566D-49DE-F1E1-841C-411FB02E8C99}"/>
          </ac:picMkLst>
        </pc:picChg>
      </pc:sldChg>
      <pc:sldChg chg="addSp delSp modSp add mod">
        <pc:chgData name="Hilton Sarius" userId="e41e4170-a0b5-4ce6-bed1-533b1cecee6e" providerId="ADAL" clId="{0AB84215-D5DE-4B51-994D-7B1DCB931E97}" dt="2026-02-13T01:04:56.710" v="4898" actId="20577"/>
        <pc:sldMkLst>
          <pc:docMk/>
          <pc:sldMk cId="167091224" sldId="339"/>
        </pc:sldMkLst>
        <pc:spChg chg="mod">
          <ac:chgData name="Hilton Sarius" userId="e41e4170-a0b5-4ce6-bed1-533b1cecee6e" providerId="ADAL" clId="{0AB84215-D5DE-4B51-994D-7B1DCB931E97}" dt="2026-02-13T01:04:56.710" v="4898" actId="20577"/>
          <ac:spMkLst>
            <pc:docMk/>
            <pc:sldMk cId="167091224" sldId="339"/>
            <ac:spMk id="3" creationId="{997E8DCF-5FA3-9551-D366-02F595AAC317}"/>
          </ac:spMkLst>
        </pc:spChg>
        <pc:picChg chg="add ord">
          <ac:chgData name="Hilton Sarius" userId="e41e4170-a0b5-4ce6-bed1-533b1cecee6e" providerId="ADAL" clId="{0AB84215-D5DE-4B51-994D-7B1DCB931E97}" dt="2026-02-12T00:40:17.437" v="1140" actId="167"/>
          <ac:picMkLst>
            <pc:docMk/>
            <pc:sldMk cId="167091224" sldId="339"/>
            <ac:picMk id="5" creationId="{751AF156-6DCE-D1DE-8B22-3BDC902DF7C8}"/>
          </ac:picMkLst>
        </pc:picChg>
        <pc:picChg chg="del">
          <ac:chgData name="Hilton Sarius" userId="e41e4170-a0b5-4ce6-bed1-533b1cecee6e" providerId="ADAL" clId="{0AB84215-D5DE-4B51-994D-7B1DCB931E97}" dt="2026-02-12T00:40:00.761" v="1138" actId="478"/>
          <ac:picMkLst>
            <pc:docMk/>
            <pc:sldMk cId="167091224" sldId="339"/>
            <ac:picMk id="6" creationId="{B9BA638E-ABCF-526A-C371-D0BA0BBC8278}"/>
          </ac:picMkLst>
        </pc:picChg>
      </pc:sldChg>
      <pc:sldChg chg="addSp delSp modSp add mod">
        <pc:chgData name="Hilton Sarius" userId="e41e4170-a0b5-4ce6-bed1-533b1cecee6e" providerId="ADAL" clId="{0AB84215-D5DE-4B51-994D-7B1DCB931E97}" dt="2026-02-13T01:05:02.018" v="4900" actId="20577"/>
        <pc:sldMkLst>
          <pc:docMk/>
          <pc:sldMk cId="3879931272" sldId="340"/>
        </pc:sldMkLst>
        <pc:spChg chg="mod">
          <ac:chgData name="Hilton Sarius" userId="e41e4170-a0b5-4ce6-bed1-533b1cecee6e" providerId="ADAL" clId="{0AB84215-D5DE-4B51-994D-7B1DCB931E97}" dt="2026-02-13T01:05:02.018" v="4900" actId="20577"/>
          <ac:spMkLst>
            <pc:docMk/>
            <pc:sldMk cId="3879931272" sldId="340"/>
            <ac:spMk id="3" creationId="{9917897B-EA93-1A97-6C02-5B5DADC1378F}"/>
          </ac:spMkLst>
        </pc:spChg>
        <pc:picChg chg="del">
          <ac:chgData name="Hilton Sarius" userId="e41e4170-a0b5-4ce6-bed1-533b1cecee6e" providerId="ADAL" clId="{0AB84215-D5DE-4B51-994D-7B1DCB931E97}" dt="2026-02-12T00:40:22.361" v="1142" actId="478"/>
          <ac:picMkLst>
            <pc:docMk/>
            <pc:sldMk cId="3879931272" sldId="340"/>
            <ac:picMk id="5" creationId="{0071B812-D91A-1D40-27F6-7F19CAE278F8}"/>
          </ac:picMkLst>
        </pc:picChg>
        <pc:picChg chg="add ord">
          <ac:chgData name="Hilton Sarius" userId="e41e4170-a0b5-4ce6-bed1-533b1cecee6e" providerId="ADAL" clId="{0AB84215-D5DE-4B51-994D-7B1DCB931E97}" dt="2026-02-12T00:40:40.902" v="1144" actId="167"/>
          <ac:picMkLst>
            <pc:docMk/>
            <pc:sldMk cId="3879931272" sldId="340"/>
            <ac:picMk id="6" creationId="{FE3D9445-E741-B599-4ADD-717119F63E69}"/>
          </ac:picMkLst>
        </pc:picChg>
      </pc:sldChg>
      <pc:sldChg chg="addSp delSp modSp add mod">
        <pc:chgData name="Hilton Sarius" userId="e41e4170-a0b5-4ce6-bed1-533b1cecee6e" providerId="ADAL" clId="{0AB84215-D5DE-4B51-994D-7B1DCB931E97}" dt="2026-02-13T01:05:13.691" v="4904" actId="20577"/>
        <pc:sldMkLst>
          <pc:docMk/>
          <pc:sldMk cId="190465432" sldId="341"/>
        </pc:sldMkLst>
        <pc:spChg chg="mod">
          <ac:chgData name="Hilton Sarius" userId="e41e4170-a0b5-4ce6-bed1-533b1cecee6e" providerId="ADAL" clId="{0AB84215-D5DE-4B51-994D-7B1DCB931E97}" dt="2026-02-13T01:05:13.691" v="4904" actId="20577"/>
          <ac:spMkLst>
            <pc:docMk/>
            <pc:sldMk cId="190465432" sldId="341"/>
            <ac:spMk id="3" creationId="{8CE74E55-0164-6107-2E09-BAE9F3FA11FF}"/>
          </ac:spMkLst>
        </pc:spChg>
        <pc:spChg chg="add mod">
          <ac:chgData name="Hilton Sarius" userId="e41e4170-a0b5-4ce6-bed1-533b1cecee6e" providerId="ADAL" clId="{0AB84215-D5DE-4B51-994D-7B1DCB931E97}" dt="2026-02-13T00:58:54.547" v="4836" actId="404"/>
          <ac:spMkLst>
            <pc:docMk/>
            <pc:sldMk cId="190465432" sldId="341"/>
            <ac:spMk id="6" creationId="{D276854C-4BF8-0A19-3FE3-A309C04E433E}"/>
          </ac:spMkLst>
        </pc:spChg>
        <pc:picChg chg="add ord">
          <ac:chgData name="Hilton Sarius" userId="e41e4170-a0b5-4ce6-bed1-533b1cecee6e" providerId="ADAL" clId="{0AB84215-D5DE-4B51-994D-7B1DCB931E97}" dt="2026-02-12T00:41:10.625" v="1148" actId="167"/>
          <ac:picMkLst>
            <pc:docMk/>
            <pc:sldMk cId="190465432" sldId="341"/>
            <ac:picMk id="5" creationId="{A801A79F-CF05-17DB-25ED-5B38F3D30FAE}"/>
          </ac:picMkLst>
        </pc:picChg>
        <pc:picChg chg="del">
          <ac:chgData name="Hilton Sarius" userId="e41e4170-a0b5-4ce6-bed1-533b1cecee6e" providerId="ADAL" clId="{0AB84215-D5DE-4B51-994D-7B1DCB931E97}" dt="2026-02-12T00:40:49.401" v="1146" actId="478"/>
          <ac:picMkLst>
            <pc:docMk/>
            <pc:sldMk cId="190465432" sldId="341"/>
            <ac:picMk id="6" creationId="{387F1123-B7D0-2ABF-D2D6-613E9F6E2A17}"/>
          </ac:picMkLst>
        </pc:picChg>
      </pc:sldChg>
      <pc:sldChg chg="addSp delSp modSp add mod ord">
        <pc:chgData name="Hilton Sarius" userId="e41e4170-a0b5-4ce6-bed1-533b1cecee6e" providerId="ADAL" clId="{0AB84215-D5DE-4B51-994D-7B1DCB931E97}" dt="2026-02-12T23:27:36.338" v="1375"/>
        <pc:sldMkLst>
          <pc:docMk/>
          <pc:sldMk cId="547196953" sldId="342"/>
        </pc:sldMkLst>
        <pc:picChg chg="del">
          <ac:chgData name="Hilton Sarius" userId="e41e4170-a0b5-4ce6-bed1-533b1cecee6e" providerId="ADAL" clId="{0AB84215-D5DE-4B51-994D-7B1DCB931E97}" dt="2026-02-12T00:41:15.112" v="1150" actId="478"/>
          <ac:picMkLst>
            <pc:docMk/>
            <pc:sldMk cId="547196953" sldId="342"/>
            <ac:picMk id="5" creationId="{CA931F9B-A3A1-3E38-5C49-C6449F328E74}"/>
          </ac:picMkLst>
        </pc:picChg>
        <pc:picChg chg="add ord">
          <ac:chgData name="Hilton Sarius" userId="e41e4170-a0b5-4ce6-bed1-533b1cecee6e" providerId="ADAL" clId="{0AB84215-D5DE-4B51-994D-7B1DCB931E97}" dt="2026-02-12T00:41:34.640" v="1152" actId="167"/>
          <ac:picMkLst>
            <pc:docMk/>
            <pc:sldMk cId="547196953" sldId="342"/>
            <ac:picMk id="6" creationId="{71F67AD6-3291-677D-F09C-86F64CD2B0EA}"/>
          </ac:picMkLst>
        </pc:picChg>
      </pc:sldChg>
      <pc:sldChg chg="addSp delSp modSp add mod">
        <pc:chgData name="Hilton Sarius" userId="e41e4170-a0b5-4ce6-bed1-533b1cecee6e" providerId="ADAL" clId="{0AB84215-D5DE-4B51-994D-7B1DCB931E97}" dt="2026-02-13T01:05:19.744" v="4906" actId="20577"/>
        <pc:sldMkLst>
          <pc:docMk/>
          <pc:sldMk cId="2780791465" sldId="343"/>
        </pc:sldMkLst>
        <pc:spChg chg="mod">
          <ac:chgData name="Hilton Sarius" userId="e41e4170-a0b5-4ce6-bed1-533b1cecee6e" providerId="ADAL" clId="{0AB84215-D5DE-4B51-994D-7B1DCB931E97}" dt="2026-02-13T01:05:19.744" v="4906" actId="20577"/>
          <ac:spMkLst>
            <pc:docMk/>
            <pc:sldMk cId="2780791465" sldId="343"/>
            <ac:spMk id="3" creationId="{EF829AA6-CFC7-BEF7-6E86-CFD8E914967C}"/>
          </ac:spMkLst>
        </pc:spChg>
        <pc:picChg chg="add ord">
          <ac:chgData name="Hilton Sarius" userId="e41e4170-a0b5-4ce6-bed1-533b1cecee6e" providerId="ADAL" clId="{0AB84215-D5DE-4B51-994D-7B1DCB931E97}" dt="2026-02-12T00:42:03.332" v="1156" actId="167"/>
          <ac:picMkLst>
            <pc:docMk/>
            <pc:sldMk cId="2780791465" sldId="343"/>
            <ac:picMk id="5" creationId="{818AF3C4-90D4-FF91-E8DF-5481CB56256C}"/>
          </ac:picMkLst>
        </pc:picChg>
        <pc:picChg chg="del">
          <ac:chgData name="Hilton Sarius" userId="e41e4170-a0b5-4ce6-bed1-533b1cecee6e" providerId="ADAL" clId="{0AB84215-D5DE-4B51-994D-7B1DCB931E97}" dt="2026-02-12T00:41:47.385" v="1154" actId="478"/>
          <ac:picMkLst>
            <pc:docMk/>
            <pc:sldMk cId="2780791465" sldId="343"/>
            <ac:picMk id="6" creationId="{00616FD1-E3A2-C31A-893D-C062A7BA3A44}"/>
          </ac:picMkLst>
        </pc:picChg>
      </pc:sldChg>
      <pc:sldChg chg="addSp delSp modSp add mod ord">
        <pc:chgData name="Hilton Sarius" userId="e41e4170-a0b5-4ce6-bed1-533b1cecee6e" providerId="ADAL" clId="{0AB84215-D5DE-4B51-994D-7B1DCB931E97}" dt="2026-02-13T00:57:06.781" v="4829"/>
        <pc:sldMkLst>
          <pc:docMk/>
          <pc:sldMk cId="3415302500" sldId="344"/>
        </pc:sldMkLst>
        <pc:picChg chg="del">
          <ac:chgData name="Hilton Sarius" userId="e41e4170-a0b5-4ce6-bed1-533b1cecee6e" providerId="ADAL" clId="{0AB84215-D5DE-4B51-994D-7B1DCB931E97}" dt="2026-02-12T00:42:35.439" v="1158" actId="478"/>
          <ac:picMkLst>
            <pc:docMk/>
            <pc:sldMk cId="3415302500" sldId="344"/>
            <ac:picMk id="5" creationId="{7D7B40C9-245E-467F-EE5E-CFC583F0FAB7}"/>
          </ac:picMkLst>
        </pc:picChg>
        <pc:picChg chg="add ord">
          <ac:chgData name="Hilton Sarius" userId="e41e4170-a0b5-4ce6-bed1-533b1cecee6e" providerId="ADAL" clId="{0AB84215-D5DE-4B51-994D-7B1DCB931E97}" dt="2026-02-12T00:42:39.160" v="1160" actId="167"/>
          <ac:picMkLst>
            <pc:docMk/>
            <pc:sldMk cId="3415302500" sldId="344"/>
            <ac:picMk id="6" creationId="{08663058-6CC4-361E-DF74-91895D511C64}"/>
          </ac:picMkLst>
        </pc:picChg>
      </pc:sldChg>
      <pc:sldChg chg="addSp delSp modSp add mod">
        <pc:chgData name="Hilton Sarius" userId="e41e4170-a0b5-4ce6-bed1-533b1cecee6e" providerId="ADAL" clId="{0AB84215-D5DE-4B51-994D-7B1DCB931E97}" dt="2026-02-13T01:05:25.768" v="4909" actId="20577"/>
        <pc:sldMkLst>
          <pc:docMk/>
          <pc:sldMk cId="3678618959" sldId="345"/>
        </pc:sldMkLst>
        <pc:spChg chg="mod">
          <ac:chgData name="Hilton Sarius" userId="e41e4170-a0b5-4ce6-bed1-533b1cecee6e" providerId="ADAL" clId="{0AB84215-D5DE-4B51-994D-7B1DCB931E97}" dt="2026-02-13T01:05:25.768" v="4909" actId="20577"/>
          <ac:spMkLst>
            <pc:docMk/>
            <pc:sldMk cId="3678618959" sldId="345"/>
            <ac:spMk id="3" creationId="{1FE6FF5E-61D1-9328-A88E-CB7BF2F46041}"/>
          </ac:spMkLst>
        </pc:spChg>
        <pc:picChg chg="add ord">
          <ac:chgData name="Hilton Sarius" userId="e41e4170-a0b5-4ce6-bed1-533b1cecee6e" providerId="ADAL" clId="{0AB84215-D5DE-4B51-994D-7B1DCB931E97}" dt="2026-02-12T00:43:05.339" v="1164" actId="167"/>
          <ac:picMkLst>
            <pc:docMk/>
            <pc:sldMk cId="3678618959" sldId="345"/>
            <ac:picMk id="5" creationId="{341548C4-350F-DB48-697A-EDBE295E4B4C}"/>
          </ac:picMkLst>
        </pc:picChg>
        <pc:picChg chg="del">
          <ac:chgData name="Hilton Sarius" userId="e41e4170-a0b5-4ce6-bed1-533b1cecee6e" providerId="ADAL" clId="{0AB84215-D5DE-4B51-994D-7B1DCB931E97}" dt="2026-02-12T00:42:44.461" v="1162" actId="478"/>
          <ac:picMkLst>
            <pc:docMk/>
            <pc:sldMk cId="3678618959" sldId="345"/>
            <ac:picMk id="6" creationId="{DA608306-78BB-E922-6C38-C1751B1D58EE}"/>
          </ac:picMkLst>
        </pc:picChg>
      </pc:sldChg>
      <pc:sldChg chg="addSp delSp modSp add mod">
        <pc:chgData name="Hilton Sarius" userId="e41e4170-a0b5-4ce6-bed1-533b1cecee6e" providerId="ADAL" clId="{0AB84215-D5DE-4B51-994D-7B1DCB931E97}" dt="2026-02-12T00:43:27.760" v="1169" actId="167"/>
        <pc:sldMkLst>
          <pc:docMk/>
          <pc:sldMk cId="1592833565" sldId="346"/>
        </pc:sldMkLst>
        <pc:picChg chg="del mod">
          <ac:chgData name="Hilton Sarius" userId="e41e4170-a0b5-4ce6-bed1-533b1cecee6e" providerId="ADAL" clId="{0AB84215-D5DE-4B51-994D-7B1DCB931E97}" dt="2026-02-12T00:43:11.420" v="1167" actId="478"/>
          <ac:picMkLst>
            <pc:docMk/>
            <pc:sldMk cId="1592833565" sldId="346"/>
            <ac:picMk id="5" creationId="{E7001CF5-3250-B80E-7CBD-EDA62EC09E66}"/>
          </ac:picMkLst>
        </pc:picChg>
        <pc:picChg chg="add ord">
          <ac:chgData name="Hilton Sarius" userId="e41e4170-a0b5-4ce6-bed1-533b1cecee6e" providerId="ADAL" clId="{0AB84215-D5DE-4B51-994D-7B1DCB931E97}" dt="2026-02-12T00:43:27.760" v="1169" actId="167"/>
          <ac:picMkLst>
            <pc:docMk/>
            <pc:sldMk cId="1592833565" sldId="346"/>
            <ac:picMk id="6" creationId="{3217FCFD-9E6D-FCA8-FDAC-B4DDB05F5588}"/>
          </ac:picMkLst>
        </pc:picChg>
      </pc:sldChg>
      <pc:sldChg chg="addSp delSp modSp add mod ord">
        <pc:chgData name="Hilton Sarius" userId="e41e4170-a0b5-4ce6-bed1-533b1cecee6e" providerId="ADAL" clId="{0AB84215-D5DE-4B51-994D-7B1DCB931E97}" dt="2026-02-13T00:59:09.736" v="4838"/>
        <pc:sldMkLst>
          <pc:docMk/>
          <pc:sldMk cId="155553640" sldId="347"/>
        </pc:sldMkLst>
        <pc:picChg chg="add ord">
          <ac:chgData name="Hilton Sarius" userId="e41e4170-a0b5-4ce6-bed1-533b1cecee6e" providerId="ADAL" clId="{0AB84215-D5DE-4B51-994D-7B1DCB931E97}" dt="2026-02-12T00:43:51.220" v="1173" actId="167"/>
          <ac:picMkLst>
            <pc:docMk/>
            <pc:sldMk cId="155553640" sldId="347"/>
            <ac:picMk id="5" creationId="{D8A40EE6-5499-D885-8255-BF4C6FD77425}"/>
          </ac:picMkLst>
        </pc:picChg>
        <pc:picChg chg="del">
          <ac:chgData name="Hilton Sarius" userId="e41e4170-a0b5-4ce6-bed1-533b1cecee6e" providerId="ADAL" clId="{0AB84215-D5DE-4B51-994D-7B1DCB931E97}" dt="2026-02-12T00:43:47.846" v="1171" actId="478"/>
          <ac:picMkLst>
            <pc:docMk/>
            <pc:sldMk cId="155553640" sldId="347"/>
            <ac:picMk id="6" creationId="{5DD59731-1F8C-702E-008C-1C58F2960C62}"/>
          </ac:picMkLst>
        </pc:picChg>
      </pc:sldChg>
      <pc:sldChg chg="modSp add mod ord">
        <pc:chgData name="Hilton Sarius" userId="e41e4170-a0b5-4ce6-bed1-533b1cecee6e" providerId="ADAL" clId="{0AB84215-D5DE-4B51-994D-7B1DCB931E97}" dt="2026-02-12T01:23:06.976" v="1228" actId="20577"/>
        <pc:sldMkLst>
          <pc:docMk/>
          <pc:sldMk cId="134886716" sldId="348"/>
        </pc:sldMkLst>
        <pc:spChg chg="mod">
          <ac:chgData name="Hilton Sarius" userId="e41e4170-a0b5-4ce6-bed1-533b1cecee6e" providerId="ADAL" clId="{0AB84215-D5DE-4B51-994D-7B1DCB931E97}" dt="2026-02-12T01:23:06.976" v="1228" actId="20577"/>
          <ac:spMkLst>
            <pc:docMk/>
            <pc:sldMk cId="134886716" sldId="348"/>
            <ac:spMk id="2" creationId="{3A9AF4F0-FC60-B015-A37C-F7ACEF188D99}"/>
          </ac:spMkLst>
        </pc:spChg>
      </pc:sldChg>
      <pc:sldChg chg="addSp delSp add del setBg delDesignElem">
        <pc:chgData name="Hilton Sarius" userId="e41e4170-a0b5-4ce6-bed1-533b1cecee6e" providerId="ADAL" clId="{0AB84215-D5DE-4B51-994D-7B1DCB931E97}" dt="2026-02-12T01:22:48.446" v="1222"/>
        <pc:sldMkLst>
          <pc:docMk/>
          <pc:sldMk cId="3716537425" sldId="348"/>
        </pc:sldMkLst>
        <pc:spChg chg="add del">
          <ac:chgData name="Hilton Sarius" userId="e41e4170-a0b5-4ce6-bed1-533b1cecee6e" providerId="ADAL" clId="{0AB84215-D5DE-4B51-994D-7B1DCB931E97}" dt="2026-02-12T01:22:48.446" v="1222"/>
          <ac:spMkLst>
            <pc:docMk/>
            <pc:sldMk cId="3716537425" sldId="348"/>
            <ac:spMk id="41" creationId="{3C4A4590-DEA2-52AE-B559-5083DC0BC571}"/>
          </ac:spMkLst>
        </pc:spChg>
        <pc:spChg chg="add del">
          <ac:chgData name="Hilton Sarius" userId="e41e4170-a0b5-4ce6-bed1-533b1cecee6e" providerId="ADAL" clId="{0AB84215-D5DE-4B51-994D-7B1DCB931E97}" dt="2026-02-12T01:22:48.446" v="1222"/>
          <ac:spMkLst>
            <pc:docMk/>
            <pc:sldMk cId="3716537425" sldId="348"/>
            <ac:spMk id="43" creationId="{A75E5BE1-12A5-1A65-2781-B2C9B78B9AD8}"/>
          </ac:spMkLst>
        </pc:spChg>
        <pc:spChg chg="add del">
          <ac:chgData name="Hilton Sarius" userId="e41e4170-a0b5-4ce6-bed1-533b1cecee6e" providerId="ADAL" clId="{0AB84215-D5DE-4B51-994D-7B1DCB931E97}" dt="2026-02-12T01:22:48.446" v="1222"/>
          <ac:spMkLst>
            <pc:docMk/>
            <pc:sldMk cId="3716537425" sldId="348"/>
            <ac:spMk id="45" creationId="{03C1BBBB-E9EC-9F48-63DA-D96A453FFDE0}"/>
          </ac:spMkLst>
        </pc:spChg>
        <pc:spChg chg="add del">
          <ac:chgData name="Hilton Sarius" userId="e41e4170-a0b5-4ce6-bed1-533b1cecee6e" providerId="ADAL" clId="{0AB84215-D5DE-4B51-994D-7B1DCB931E97}" dt="2026-02-12T01:22:48.446" v="1222"/>
          <ac:spMkLst>
            <pc:docMk/>
            <pc:sldMk cId="3716537425" sldId="348"/>
            <ac:spMk id="47" creationId="{D468A6B9-7C5B-5334-CA87-E7261DB41CCF}"/>
          </ac:spMkLst>
        </pc:spChg>
        <pc:spChg chg="add del">
          <ac:chgData name="Hilton Sarius" userId="e41e4170-a0b5-4ce6-bed1-533b1cecee6e" providerId="ADAL" clId="{0AB84215-D5DE-4B51-994D-7B1DCB931E97}" dt="2026-02-12T01:22:48.446" v="1222"/>
          <ac:spMkLst>
            <pc:docMk/>
            <pc:sldMk cId="3716537425" sldId="348"/>
            <ac:spMk id="49" creationId="{3102465F-F2DD-C1D7-5699-B577D23468FD}"/>
          </ac:spMkLst>
        </pc:spChg>
        <pc:spChg chg="add del">
          <ac:chgData name="Hilton Sarius" userId="e41e4170-a0b5-4ce6-bed1-533b1cecee6e" providerId="ADAL" clId="{0AB84215-D5DE-4B51-994D-7B1DCB931E97}" dt="2026-02-12T01:22:48.446" v="1222"/>
          <ac:spMkLst>
            <pc:docMk/>
            <pc:sldMk cId="3716537425" sldId="348"/>
            <ac:spMk id="51" creationId="{2B6EB7E3-159E-E26E-8660-535AC1AD5A6C}"/>
          </ac:spMkLst>
        </pc:spChg>
      </pc:sldChg>
      <pc:sldChg chg="addSp delSp modSp add mod modNotesTx">
        <pc:chgData name="Hilton Sarius" userId="e41e4170-a0b5-4ce6-bed1-533b1cecee6e" providerId="ADAL" clId="{0AB84215-D5DE-4B51-994D-7B1DCB931E97}" dt="2026-02-13T01:03:13.482" v="4850" actId="20577"/>
        <pc:sldMkLst>
          <pc:docMk/>
          <pc:sldMk cId="3892582570" sldId="349"/>
        </pc:sldMkLst>
        <pc:spChg chg="mod">
          <ac:chgData name="Hilton Sarius" userId="e41e4170-a0b5-4ce6-bed1-533b1cecee6e" providerId="ADAL" clId="{0AB84215-D5DE-4B51-994D-7B1DCB931E97}" dt="2026-02-13T01:03:13.482" v="4850" actId="20577"/>
          <ac:spMkLst>
            <pc:docMk/>
            <pc:sldMk cId="3892582570" sldId="349"/>
            <ac:spMk id="2" creationId="{15A3E1AD-C8BD-CD30-5500-4FE33A225C62}"/>
          </ac:spMkLst>
        </pc:spChg>
        <pc:picChg chg="add ord">
          <ac:chgData name="Hilton Sarius" userId="e41e4170-a0b5-4ce6-bed1-533b1cecee6e" providerId="ADAL" clId="{0AB84215-D5DE-4B51-994D-7B1DCB931E97}" dt="2026-02-12T01:33:48.519" v="1235" actId="167"/>
          <ac:picMkLst>
            <pc:docMk/>
            <pc:sldMk cId="3892582570" sldId="349"/>
            <ac:picMk id="4" creationId="{455E650C-6216-73EA-B057-CF56E482549D}"/>
          </ac:picMkLst>
        </pc:picChg>
        <pc:picChg chg="del">
          <ac:chgData name="Hilton Sarius" userId="e41e4170-a0b5-4ce6-bed1-533b1cecee6e" providerId="ADAL" clId="{0AB84215-D5DE-4B51-994D-7B1DCB931E97}" dt="2026-02-12T01:32:40.648" v="1233" actId="478"/>
          <ac:picMkLst>
            <pc:docMk/>
            <pc:sldMk cId="3892582570" sldId="349"/>
            <ac:picMk id="10" creationId="{9FB24EDF-5DA3-2DF9-632E-D73648BA85E6}"/>
          </ac:picMkLst>
        </pc:picChg>
      </pc:sldChg>
      <pc:sldChg chg="addSp delSp modSp add mod modNotesTx">
        <pc:chgData name="Hilton Sarius" userId="e41e4170-a0b5-4ce6-bed1-533b1cecee6e" providerId="ADAL" clId="{0AB84215-D5DE-4B51-994D-7B1DCB931E97}" dt="2026-02-13T01:03:20.081" v="4855" actId="20577"/>
        <pc:sldMkLst>
          <pc:docMk/>
          <pc:sldMk cId="169339901" sldId="350"/>
        </pc:sldMkLst>
        <pc:spChg chg="mod">
          <ac:chgData name="Hilton Sarius" userId="e41e4170-a0b5-4ce6-bed1-533b1cecee6e" providerId="ADAL" clId="{0AB84215-D5DE-4B51-994D-7B1DCB931E97}" dt="2026-02-13T01:03:20.081" v="4855" actId="20577"/>
          <ac:spMkLst>
            <pc:docMk/>
            <pc:sldMk cId="169339901" sldId="350"/>
            <ac:spMk id="2" creationId="{DA4F0891-DDFC-91B0-ED41-3B1812AA211F}"/>
          </ac:spMkLst>
        </pc:spChg>
        <pc:picChg chg="del">
          <ac:chgData name="Hilton Sarius" userId="e41e4170-a0b5-4ce6-bed1-533b1cecee6e" providerId="ADAL" clId="{0AB84215-D5DE-4B51-994D-7B1DCB931E97}" dt="2026-02-12T01:33:54.030" v="1237" actId="478"/>
          <ac:picMkLst>
            <pc:docMk/>
            <pc:sldMk cId="169339901" sldId="350"/>
            <ac:picMk id="4" creationId="{4EF907A3-A9BE-2CD3-C3BE-4B0A39BF1DD8}"/>
          </ac:picMkLst>
        </pc:picChg>
        <pc:picChg chg="add ord">
          <ac:chgData name="Hilton Sarius" userId="e41e4170-a0b5-4ce6-bed1-533b1cecee6e" providerId="ADAL" clId="{0AB84215-D5DE-4B51-994D-7B1DCB931E97}" dt="2026-02-12T01:35:25.208" v="1239" actId="167"/>
          <ac:picMkLst>
            <pc:docMk/>
            <pc:sldMk cId="169339901" sldId="350"/>
            <ac:picMk id="6" creationId="{79F27371-DFBD-9779-1579-1716232A8362}"/>
          </ac:picMkLst>
        </pc:picChg>
      </pc:sldChg>
      <pc:sldChg chg="addSp delSp modSp add mod modNotesTx">
        <pc:chgData name="Hilton Sarius" userId="e41e4170-a0b5-4ce6-bed1-533b1cecee6e" providerId="ADAL" clId="{0AB84215-D5DE-4B51-994D-7B1DCB931E97}" dt="2026-02-13T01:03:28.120" v="4860" actId="20577"/>
        <pc:sldMkLst>
          <pc:docMk/>
          <pc:sldMk cId="698252674" sldId="351"/>
        </pc:sldMkLst>
        <pc:spChg chg="mod">
          <ac:chgData name="Hilton Sarius" userId="e41e4170-a0b5-4ce6-bed1-533b1cecee6e" providerId="ADAL" clId="{0AB84215-D5DE-4B51-994D-7B1DCB931E97}" dt="2026-02-13T01:03:28.120" v="4860" actId="20577"/>
          <ac:spMkLst>
            <pc:docMk/>
            <pc:sldMk cId="698252674" sldId="351"/>
            <ac:spMk id="2" creationId="{0D89423D-2EFE-EE12-8655-444E37DD6FCE}"/>
          </ac:spMkLst>
        </pc:spChg>
        <pc:picChg chg="add ord">
          <ac:chgData name="Hilton Sarius" userId="e41e4170-a0b5-4ce6-bed1-533b1cecee6e" providerId="ADAL" clId="{0AB84215-D5DE-4B51-994D-7B1DCB931E97}" dt="2026-02-12T02:22:23.464" v="1243" actId="167"/>
          <ac:picMkLst>
            <pc:docMk/>
            <pc:sldMk cId="698252674" sldId="351"/>
            <ac:picMk id="4" creationId="{1A83CD79-64EC-F7F8-76E8-04DB0F561DCA}"/>
          </ac:picMkLst>
        </pc:picChg>
        <pc:picChg chg="del">
          <ac:chgData name="Hilton Sarius" userId="e41e4170-a0b5-4ce6-bed1-533b1cecee6e" providerId="ADAL" clId="{0AB84215-D5DE-4B51-994D-7B1DCB931E97}" dt="2026-02-12T01:35:43.095" v="1241" actId="478"/>
          <ac:picMkLst>
            <pc:docMk/>
            <pc:sldMk cId="698252674" sldId="351"/>
            <ac:picMk id="6" creationId="{2AF15BE6-CBB9-97C8-3328-BDCA90C0D618}"/>
          </ac:picMkLst>
        </pc:picChg>
      </pc:sldChg>
      <pc:sldChg chg="addSp delSp modSp add mod modNotesTx">
        <pc:chgData name="Hilton Sarius" userId="e41e4170-a0b5-4ce6-bed1-533b1cecee6e" providerId="ADAL" clId="{0AB84215-D5DE-4B51-994D-7B1DCB931E97}" dt="2026-02-13T01:03:35.006" v="4865" actId="20577"/>
        <pc:sldMkLst>
          <pc:docMk/>
          <pc:sldMk cId="2257717179" sldId="352"/>
        </pc:sldMkLst>
        <pc:spChg chg="mod">
          <ac:chgData name="Hilton Sarius" userId="e41e4170-a0b5-4ce6-bed1-533b1cecee6e" providerId="ADAL" clId="{0AB84215-D5DE-4B51-994D-7B1DCB931E97}" dt="2026-02-13T01:03:35.006" v="4865" actId="20577"/>
          <ac:spMkLst>
            <pc:docMk/>
            <pc:sldMk cId="2257717179" sldId="352"/>
            <ac:spMk id="2" creationId="{7426CF25-83FB-3A8C-B372-05928F599FF8}"/>
          </ac:spMkLst>
        </pc:spChg>
        <pc:picChg chg="del">
          <ac:chgData name="Hilton Sarius" userId="e41e4170-a0b5-4ce6-bed1-533b1cecee6e" providerId="ADAL" clId="{0AB84215-D5DE-4B51-994D-7B1DCB931E97}" dt="2026-02-12T02:22:27.850" v="1245" actId="478"/>
          <ac:picMkLst>
            <pc:docMk/>
            <pc:sldMk cId="2257717179" sldId="352"/>
            <ac:picMk id="4" creationId="{146C8AEF-E77E-D604-BD12-5F963C7DDC6C}"/>
          </ac:picMkLst>
        </pc:picChg>
        <pc:picChg chg="add ord">
          <ac:chgData name="Hilton Sarius" userId="e41e4170-a0b5-4ce6-bed1-533b1cecee6e" providerId="ADAL" clId="{0AB84215-D5DE-4B51-994D-7B1DCB931E97}" dt="2026-02-12T02:22:55.864" v="1247" actId="167"/>
          <ac:picMkLst>
            <pc:docMk/>
            <pc:sldMk cId="2257717179" sldId="352"/>
            <ac:picMk id="6" creationId="{578E8569-3616-C141-AA14-D25A6B8720C0}"/>
          </ac:picMkLst>
        </pc:picChg>
      </pc:sldChg>
      <pc:sldChg chg="addSp delSp modSp add mod modNotesTx">
        <pc:chgData name="Hilton Sarius" userId="e41e4170-a0b5-4ce6-bed1-533b1cecee6e" providerId="ADAL" clId="{0AB84215-D5DE-4B51-994D-7B1DCB931E97}" dt="2026-02-13T01:03:41.092" v="4870" actId="20577"/>
        <pc:sldMkLst>
          <pc:docMk/>
          <pc:sldMk cId="2612340546" sldId="353"/>
        </pc:sldMkLst>
        <pc:spChg chg="mod">
          <ac:chgData name="Hilton Sarius" userId="e41e4170-a0b5-4ce6-bed1-533b1cecee6e" providerId="ADAL" clId="{0AB84215-D5DE-4B51-994D-7B1DCB931E97}" dt="2026-02-13T01:03:41.092" v="4870" actId="20577"/>
          <ac:spMkLst>
            <pc:docMk/>
            <pc:sldMk cId="2612340546" sldId="353"/>
            <ac:spMk id="2" creationId="{29F1FB9E-CF24-1CF4-0246-6365D2EEAC6F}"/>
          </ac:spMkLst>
        </pc:spChg>
        <pc:picChg chg="add ord">
          <ac:chgData name="Hilton Sarius" userId="e41e4170-a0b5-4ce6-bed1-533b1cecee6e" providerId="ADAL" clId="{0AB84215-D5DE-4B51-994D-7B1DCB931E97}" dt="2026-02-12T02:23:50.486" v="1251" actId="167"/>
          <ac:picMkLst>
            <pc:docMk/>
            <pc:sldMk cId="2612340546" sldId="353"/>
            <ac:picMk id="4" creationId="{42C1BF71-7F32-363E-D3F1-2E19B9145921}"/>
          </ac:picMkLst>
        </pc:picChg>
        <pc:picChg chg="del">
          <ac:chgData name="Hilton Sarius" userId="e41e4170-a0b5-4ce6-bed1-533b1cecee6e" providerId="ADAL" clId="{0AB84215-D5DE-4B51-994D-7B1DCB931E97}" dt="2026-02-12T02:23:00.398" v="1249" actId="478"/>
          <ac:picMkLst>
            <pc:docMk/>
            <pc:sldMk cId="2612340546" sldId="353"/>
            <ac:picMk id="6" creationId="{4519D52C-F0C5-54DD-C1B9-D5933E986AD1}"/>
          </ac:picMkLst>
        </pc:picChg>
      </pc:sldChg>
      <pc:sldChg chg="addSp delSp modSp add mod modNotesTx">
        <pc:chgData name="Hilton Sarius" userId="e41e4170-a0b5-4ce6-bed1-533b1cecee6e" providerId="ADAL" clId="{0AB84215-D5DE-4B51-994D-7B1DCB931E97}" dt="2026-02-13T01:03:49.312" v="4874" actId="20577"/>
        <pc:sldMkLst>
          <pc:docMk/>
          <pc:sldMk cId="63943230" sldId="354"/>
        </pc:sldMkLst>
        <pc:spChg chg="mod">
          <ac:chgData name="Hilton Sarius" userId="e41e4170-a0b5-4ce6-bed1-533b1cecee6e" providerId="ADAL" clId="{0AB84215-D5DE-4B51-994D-7B1DCB931E97}" dt="2026-02-13T01:03:49.312" v="4874" actId="20577"/>
          <ac:spMkLst>
            <pc:docMk/>
            <pc:sldMk cId="63943230" sldId="354"/>
            <ac:spMk id="2" creationId="{19069270-348E-0B9C-5E94-96ADF122399B}"/>
          </ac:spMkLst>
        </pc:spChg>
        <pc:picChg chg="del">
          <ac:chgData name="Hilton Sarius" userId="e41e4170-a0b5-4ce6-bed1-533b1cecee6e" providerId="ADAL" clId="{0AB84215-D5DE-4B51-994D-7B1DCB931E97}" dt="2026-02-12T02:25:48.172" v="1253" actId="478"/>
          <ac:picMkLst>
            <pc:docMk/>
            <pc:sldMk cId="63943230" sldId="354"/>
            <ac:picMk id="4" creationId="{C0F8A7CB-D833-32D1-3ECB-7780058D8878}"/>
          </ac:picMkLst>
        </pc:picChg>
        <pc:picChg chg="add ord">
          <ac:chgData name="Hilton Sarius" userId="e41e4170-a0b5-4ce6-bed1-533b1cecee6e" providerId="ADAL" clId="{0AB84215-D5DE-4B51-994D-7B1DCB931E97}" dt="2026-02-12T02:25:51.613" v="1255" actId="167"/>
          <ac:picMkLst>
            <pc:docMk/>
            <pc:sldMk cId="63943230" sldId="354"/>
            <ac:picMk id="6" creationId="{96EB6D22-5417-943F-557C-3C68C36E1902}"/>
          </ac:picMkLst>
        </pc:picChg>
        <pc:picChg chg="add mod">
          <ac:chgData name="Hilton Sarius" userId="e41e4170-a0b5-4ce6-bed1-533b1cecee6e" providerId="ADAL" clId="{0AB84215-D5DE-4B51-994D-7B1DCB931E97}" dt="2026-02-12T02:26:24.287" v="1258" actId="1076"/>
          <ac:picMkLst>
            <pc:docMk/>
            <pc:sldMk cId="63943230" sldId="354"/>
            <ac:picMk id="8" creationId="{5FFC59CE-DE04-E1CF-1E5C-9541B2759D5D}"/>
          </ac:picMkLst>
        </pc:picChg>
      </pc:sldChg>
      <pc:sldChg chg="addSp delSp modSp add mod modNotesTx">
        <pc:chgData name="Hilton Sarius" userId="e41e4170-a0b5-4ce6-bed1-533b1cecee6e" providerId="ADAL" clId="{0AB84215-D5DE-4B51-994D-7B1DCB931E97}" dt="2026-02-13T01:03:57.035" v="4880" actId="20577"/>
        <pc:sldMkLst>
          <pc:docMk/>
          <pc:sldMk cId="2356330734" sldId="355"/>
        </pc:sldMkLst>
        <pc:spChg chg="mod">
          <ac:chgData name="Hilton Sarius" userId="e41e4170-a0b5-4ce6-bed1-533b1cecee6e" providerId="ADAL" clId="{0AB84215-D5DE-4B51-994D-7B1DCB931E97}" dt="2026-02-13T01:03:57.035" v="4880" actId="20577"/>
          <ac:spMkLst>
            <pc:docMk/>
            <pc:sldMk cId="2356330734" sldId="355"/>
            <ac:spMk id="2" creationId="{D93D87C1-A5FB-B53B-0D28-28F790B372A4}"/>
          </ac:spMkLst>
        </pc:spChg>
        <pc:picChg chg="add del ord">
          <ac:chgData name="Hilton Sarius" userId="e41e4170-a0b5-4ce6-bed1-533b1cecee6e" providerId="ADAL" clId="{0AB84215-D5DE-4B51-994D-7B1DCB931E97}" dt="2026-02-12T02:28:46.703" v="1264" actId="478"/>
          <ac:picMkLst>
            <pc:docMk/>
            <pc:sldMk cId="2356330734" sldId="355"/>
            <ac:picMk id="4" creationId="{DC7645CD-1112-B608-A9C7-57FD9034D6CF}"/>
          </ac:picMkLst>
        </pc:picChg>
        <pc:picChg chg="del">
          <ac:chgData name="Hilton Sarius" userId="e41e4170-a0b5-4ce6-bed1-533b1cecee6e" providerId="ADAL" clId="{0AB84215-D5DE-4B51-994D-7B1DCB931E97}" dt="2026-02-12T02:26:29.142" v="1261" actId="478"/>
          <ac:picMkLst>
            <pc:docMk/>
            <pc:sldMk cId="2356330734" sldId="355"/>
            <ac:picMk id="6" creationId="{C417C9BF-CB29-13E0-3C60-0588FED4CC28}"/>
          </ac:picMkLst>
        </pc:picChg>
        <pc:picChg chg="del">
          <ac:chgData name="Hilton Sarius" userId="e41e4170-a0b5-4ce6-bed1-533b1cecee6e" providerId="ADAL" clId="{0AB84215-D5DE-4B51-994D-7B1DCB931E97}" dt="2026-02-12T02:26:28.695" v="1260" actId="478"/>
          <ac:picMkLst>
            <pc:docMk/>
            <pc:sldMk cId="2356330734" sldId="355"/>
            <ac:picMk id="8" creationId="{964C6A6E-C383-71AF-9674-075C834877FB}"/>
          </ac:picMkLst>
        </pc:picChg>
        <pc:picChg chg="add ord">
          <ac:chgData name="Hilton Sarius" userId="e41e4170-a0b5-4ce6-bed1-533b1cecee6e" providerId="ADAL" clId="{0AB84215-D5DE-4B51-994D-7B1DCB931E97}" dt="2026-02-12T02:28:49.517" v="1266" actId="167"/>
          <ac:picMkLst>
            <pc:docMk/>
            <pc:sldMk cId="2356330734" sldId="355"/>
            <ac:picMk id="9" creationId="{A78B9625-156E-FC40-9C6A-DFAEADA595FE}"/>
          </ac:picMkLst>
        </pc:picChg>
      </pc:sldChg>
      <pc:sldChg chg="addSp delSp modSp add mod">
        <pc:chgData name="Hilton Sarius" userId="e41e4170-a0b5-4ce6-bed1-533b1cecee6e" providerId="ADAL" clId="{0AB84215-D5DE-4B51-994D-7B1DCB931E97}" dt="2026-02-13T01:04:24.588" v="4886" actId="20577"/>
        <pc:sldMkLst>
          <pc:docMk/>
          <pc:sldMk cId="229419724" sldId="356"/>
        </pc:sldMkLst>
        <pc:spChg chg="mod">
          <ac:chgData name="Hilton Sarius" userId="e41e4170-a0b5-4ce6-bed1-533b1cecee6e" providerId="ADAL" clId="{0AB84215-D5DE-4B51-994D-7B1DCB931E97}" dt="2026-02-13T01:04:24.588" v="4886" actId="20577"/>
          <ac:spMkLst>
            <pc:docMk/>
            <pc:sldMk cId="229419724" sldId="356"/>
            <ac:spMk id="2" creationId="{8ABAC6F7-517E-B28B-85CF-A73ECBF9486B}"/>
          </ac:spMkLst>
        </pc:spChg>
        <pc:picChg chg="add del">
          <ac:chgData name="Hilton Sarius" userId="e41e4170-a0b5-4ce6-bed1-533b1cecee6e" providerId="ADAL" clId="{0AB84215-D5DE-4B51-994D-7B1DCB931E97}" dt="2026-02-12T23:17:40.872" v="1271" actId="478"/>
          <ac:picMkLst>
            <pc:docMk/>
            <pc:sldMk cId="229419724" sldId="356"/>
            <ac:picMk id="4" creationId="{0AB719BE-9E2C-F690-3C60-1D9449657ED9}"/>
          </ac:picMkLst>
        </pc:picChg>
        <pc:picChg chg="add">
          <ac:chgData name="Hilton Sarius" userId="e41e4170-a0b5-4ce6-bed1-533b1cecee6e" providerId="ADAL" clId="{0AB84215-D5DE-4B51-994D-7B1DCB931E97}" dt="2026-02-12T23:17:50.530" v="1272" actId="22"/>
          <ac:picMkLst>
            <pc:docMk/>
            <pc:sldMk cId="229419724" sldId="356"/>
            <ac:picMk id="7" creationId="{45B03AF7-EAC1-F039-5989-10AA653DD8CF}"/>
          </ac:picMkLst>
        </pc:picChg>
        <pc:picChg chg="del">
          <ac:chgData name="Hilton Sarius" userId="e41e4170-a0b5-4ce6-bed1-533b1cecee6e" providerId="ADAL" clId="{0AB84215-D5DE-4B51-994D-7B1DCB931E97}" dt="2026-02-12T23:15:01.669" v="1268" actId="478"/>
          <ac:picMkLst>
            <pc:docMk/>
            <pc:sldMk cId="229419724" sldId="356"/>
            <ac:picMk id="9" creationId="{F6DC3F1A-B600-978A-9C61-F880B55DCFC4}"/>
          </ac:picMkLst>
        </pc:picChg>
      </pc:sldChg>
      <pc:sldChg chg="modSp add mod ord modNotesTx">
        <pc:chgData name="Hilton Sarius" userId="e41e4170-a0b5-4ce6-bed1-533b1cecee6e" providerId="ADAL" clId="{0AB84215-D5DE-4B51-994D-7B1DCB931E97}" dt="2026-02-13T01:04:14.062" v="4884" actId="20577"/>
        <pc:sldMkLst>
          <pc:docMk/>
          <pc:sldMk cId="2058098835" sldId="357"/>
        </pc:sldMkLst>
        <pc:spChg chg="mod">
          <ac:chgData name="Hilton Sarius" userId="e41e4170-a0b5-4ce6-bed1-533b1cecee6e" providerId="ADAL" clId="{0AB84215-D5DE-4B51-994D-7B1DCB931E97}" dt="2026-02-13T01:04:14.062" v="4884" actId="20577"/>
          <ac:spMkLst>
            <pc:docMk/>
            <pc:sldMk cId="2058098835" sldId="357"/>
            <ac:spMk id="2" creationId="{4D66FAE2-53E2-6999-CC80-F0A5B8C65B84}"/>
          </ac:spMkLst>
        </pc:spChg>
      </pc:sldChg>
      <pc:sldChg chg="addSp delSp modSp add mod">
        <pc:chgData name="Hilton Sarius" userId="e41e4170-a0b5-4ce6-bed1-533b1cecee6e" providerId="ADAL" clId="{0AB84215-D5DE-4B51-994D-7B1DCB931E97}" dt="2026-02-13T01:04:31.383" v="4889" actId="20577"/>
        <pc:sldMkLst>
          <pc:docMk/>
          <pc:sldMk cId="1679388938" sldId="358"/>
        </pc:sldMkLst>
        <pc:spChg chg="mod">
          <ac:chgData name="Hilton Sarius" userId="e41e4170-a0b5-4ce6-bed1-533b1cecee6e" providerId="ADAL" clId="{0AB84215-D5DE-4B51-994D-7B1DCB931E97}" dt="2026-02-13T01:04:31.383" v="4889" actId="20577"/>
          <ac:spMkLst>
            <pc:docMk/>
            <pc:sldMk cId="1679388938" sldId="358"/>
            <ac:spMk id="2" creationId="{661C3FD4-2039-1629-C327-93D2B50FBA8D}"/>
          </ac:spMkLst>
        </pc:spChg>
        <pc:picChg chg="add mod">
          <ac:chgData name="Hilton Sarius" userId="e41e4170-a0b5-4ce6-bed1-533b1cecee6e" providerId="ADAL" clId="{0AB84215-D5DE-4B51-994D-7B1DCB931E97}" dt="2026-02-12T23:23:34.302" v="1366" actId="1036"/>
          <ac:picMkLst>
            <pc:docMk/>
            <pc:sldMk cId="1679388938" sldId="358"/>
            <ac:picMk id="4" creationId="{A61737AD-76E8-93DF-2013-D68F72126D89}"/>
          </ac:picMkLst>
        </pc:picChg>
        <pc:picChg chg="del">
          <ac:chgData name="Hilton Sarius" userId="e41e4170-a0b5-4ce6-bed1-533b1cecee6e" providerId="ADAL" clId="{0AB84215-D5DE-4B51-994D-7B1DCB931E97}" dt="2026-02-12T23:22:48.300" v="1276" actId="478"/>
          <ac:picMkLst>
            <pc:docMk/>
            <pc:sldMk cId="1679388938" sldId="358"/>
            <ac:picMk id="7" creationId="{7A93BDAA-6A5A-4E49-ACE7-805D99567EBF}"/>
          </ac:picMkLst>
        </pc:picChg>
        <pc:picChg chg="add mod">
          <ac:chgData name="Hilton Sarius" userId="e41e4170-a0b5-4ce6-bed1-533b1cecee6e" providerId="ADAL" clId="{0AB84215-D5DE-4B51-994D-7B1DCB931E97}" dt="2026-02-12T23:23:30.674" v="1348" actId="1036"/>
          <ac:picMkLst>
            <pc:docMk/>
            <pc:sldMk cId="1679388938" sldId="358"/>
            <ac:picMk id="8" creationId="{F6FFC55E-B418-93AD-82D0-9965E22D629A}"/>
          </ac:picMkLst>
        </pc:picChg>
      </pc:sldChg>
      <pc:sldChg chg="addSp delSp modSp add mod ord modNotesTx">
        <pc:chgData name="Hilton Sarius" userId="e41e4170-a0b5-4ce6-bed1-533b1cecee6e" providerId="ADAL" clId="{0AB84215-D5DE-4B51-994D-7B1DCB931E97}" dt="2026-02-13T01:03:06.822" v="4846" actId="20577"/>
        <pc:sldMkLst>
          <pc:docMk/>
          <pc:sldMk cId="3974107756" sldId="359"/>
        </pc:sldMkLst>
        <pc:spChg chg="mod">
          <ac:chgData name="Hilton Sarius" userId="e41e4170-a0b5-4ce6-bed1-533b1cecee6e" providerId="ADAL" clId="{0AB84215-D5DE-4B51-994D-7B1DCB931E97}" dt="2026-02-13T01:03:06.822" v="4846" actId="20577"/>
          <ac:spMkLst>
            <pc:docMk/>
            <pc:sldMk cId="3974107756" sldId="359"/>
            <ac:spMk id="2" creationId="{F1F97B1F-41FD-667A-134B-22AE088DFF71}"/>
          </ac:spMkLst>
        </pc:spChg>
        <pc:picChg chg="del">
          <ac:chgData name="Hilton Sarius" userId="e41e4170-a0b5-4ce6-bed1-533b1cecee6e" providerId="ADAL" clId="{0AB84215-D5DE-4B51-994D-7B1DCB931E97}" dt="2026-02-12T23:23:57.219" v="1368" actId="478"/>
          <ac:picMkLst>
            <pc:docMk/>
            <pc:sldMk cId="3974107756" sldId="359"/>
            <ac:picMk id="4" creationId="{1B71E17C-B739-240E-2DAF-73801039E1B3}"/>
          </ac:picMkLst>
        </pc:picChg>
        <pc:picChg chg="add del">
          <ac:chgData name="Hilton Sarius" userId="e41e4170-a0b5-4ce6-bed1-533b1cecee6e" providerId="ADAL" clId="{0AB84215-D5DE-4B51-994D-7B1DCB931E97}" dt="2026-02-12T23:24:39.114" v="1370" actId="478"/>
          <ac:picMkLst>
            <pc:docMk/>
            <pc:sldMk cId="3974107756" sldId="359"/>
            <ac:picMk id="6" creationId="{046A5F5B-9CC0-B08C-BA3A-AFD3CF02D8A9}"/>
          </ac:picMkLst>
        </pc:picChg>
        <pc:picChg chg="add">
          <ac:chgData name="Hilton Sarius" userId="e41e4170-a0b5-4ce6-bed1-533b1cecee6e" providerId="ADAL" clId="{0AB84215-D5DE-4B51-994D-7B1DCB931E97}" dt="2026-02-12T23:24:40.142" v="1371" actId="22"/>
          <ac:picMkLst>
            <pc:docMk/>
            <pc:sldMk cId="3974107756" sldId="359"/>
            <ac:picMk id="8" creationId="{9BB1180B-14A0-ABA8-8732-5E13570706EA}"/>
          </ac:picMkLst>
        </pc:picChg>
      </pc:sldChg>
      <pc:sldChg chg="addSp delSp modSp add mod">
        <pc:chgData name="Hilton Sarius" userId="e41e4170-a0b5-4ce6-bed1-533b1cecee6e" providerId="ADAL" clId="{0AB84215-D5DE-4B51-994D-7B1DCB931E97}" dt="2026-02-13T01:04:09.395" v="4882" actId="20577"/>
        <pc:sldMkLst>
          <pc:docMk/>
          <pc:sldMk cId="3880951173" sldId="360"/>
        </pc:sldMkLst>
        <pc:spChg chg="mod">
          <ac:chgData name="Hilton Sarius" userId="e41e4170-a0b5-4ce6-bed1-533b1cecee6e" providerId="ADAL" clId="{0AB84215-D5DE-4B51-994D-7B1DCB931E97}" dt="2026-02-13T01:04:09.395" v="4882" actId="20577"/>
          <ac:spMkLst>
            <pc:docMk/>
            <pc:sldMk cId="3880951173" sldId="360"/>
            <ac:spMk id="2" creationId="{A2F5B9D6-F1E7-8284-41D8-00DD9BCC824C}"/>
          </ac:spMkLst>
        </pc:spChg>
        <pc:picChg chg="add mod">
          <ac:chgData name="Hilton Sarius" userId="e41e4170-a0b5-4ce6-bed1-533b1cecee6e" providerId="ADAL" clId="{0AB84215-D5DE-4B51-994D-7B1DCB931E97}" dt="2026-02-12T23:38:46.304" v="1435" actId="1037"/>
          <ac:picMkLst>
            <pc:docMk/>
            <pc:sldMk cId="3880951173" sldId="360"/>
            <ac:picMk id="4" creationId="{25213EFF-DDEA-4866-41E7-05F9F0109860}"/>
          </ac:picMkLst>
        </pc:picChg>
        <pc:picChg chg="add mod ord">
          <ac:chgData name="Hilton Sarius" userId="e41e4170-a0b5-4ce6-bed1-533b1cecee6e" providerId="ADAL" clId="{0AB84215-D5DE-4B51-994D-7B1DCB931E97}" dt="2026-02-12T23:39:09.857" v="1517" actId="167"/>
          <ac:picMkLst>
            <pc:docMk/>
            <pc:sldMk cId="3880951173" sldId="360"/>
            <ac:picMk id="7" creationId="{36353731-C44A-C146-A33E-1AF9D319C9F1}"/>
          </ac:picMkLst>
        </pc:picChg>
        <pc:picChg chg="del">
          <ac:chgData name="Hilton Sarius" userId="e41e4170-a0b5-4ce6-bed1-533b1cecee6e" providerId="ADAL" clId="{0AB84215-D5DE-4B51-994D-7B1DCB931E97}" dt="2026-02-12T23:38:21.269" v="1377" actId="478"/>
          <ac:picMkLst>
            <pc:docMk/>
            <pc:sldMk cId="3880951173" sldId="360"/>
            <ac:picMk id="9" creationId="{92B8F5C0-5651-EE1D-84B4-F4C2696268C0}"/>
          </ac:picMkLst>
        </pc:picChg>
      </pc:sldChg>
      <pc:sldChg chg="addSp modSp add mod">
        <pc:chgData name="Hilton Sarius" userId="e41e4170-a0b5-4ce6-bed1-533b1cecee6e" providerId="ADAL" clId="{0AB84215-D5DE-4B51-994D-7B1DCB931E97}" dt="2026-02-13T01:05:07.758" v="4902" actId="20577"/>
        <pc:sldMkLst>
          <pc:docMk/>
          <pc:sldMk cId="4079668013" sldId="361"/>
        </pc:sldMkLst>
        <pc:spChg chg="mod">
          <ac:chgData name="Hilton Sarius" userId="e41e4170-a0b5-4ce6-bed1-533b1cecee6e" providerId="ADAL" clId="{0AB84215-D5DE-4B51-994D-7B1DCB931E97}" dt="2026-02-13T01:05:07.758" v="4902" actId="20577"/>
          <ac:spMkLst>
            <pc:docMk/>
            <pc:sldMk cId="4079668013" sldId="361"/>
            <ac:spMk id="3" creationId="{1E182F0F-EBB5-4C27-C955-C377F91775DE}"/>
          </ac:spMkLst>
        </pc:spChg>
        <pc:spChg chg="add mod">
          <ac:chgData name="Hilton Sarius" userId="e41e4170-a0b5-4ce6-bed1-533b1cecee6e" providerId="ADAL" clId="{0AB84215-D5DE-4B51-994D-7B1DCB931E97}" dt="2026-02-13T00:56:06.825" v="4819" actId="404"/>
          <ac:spMkLst>
            <pc:docMk/>
            <pc:sldMk cId="4079668013" sldId="361"/>
            <ac:spMk id="5" creationId="{B3A07B0E-10A6-2143-63E4-F6E9B42032AE}"/>
          </ac:spMkLst>
        </pc:spChg>
        <pc:spChg chg="add mod">
          <ac:chgData name="Hilton Sarius" userId="e41e4170-a0b5-4ce6-bed1-533b1cecee6e" providerId="ADAL" clId="{0AB84215-D5DE-4B51-994D-7B1DCB931E97}" dt="2026-02-13T00:56:15.468" v="4824" actId="1076"/>
          <ac:spMkLst>
            <pc:docMk/>
            <pc:sldMk cId="4079668013" sldId="361"/>
            <ac:spMk id="8" creationId="{9F9FF6A7-5DAD-D21A-A230-F7578309DE01}"/>
          </ac:spMkLst>
        </pc:spChg>
        <pc:spChg chg="add mod">
          <ac:chgData name="Hilton Sarius" userId="e41e4170-a0b5-4ce6-bed1-533b1cecee6e" providerId="ADAL" clId="{0AB84215-D5DE-4B51-994D-7B1DCB931E97}" dt="2026-02-13T00:56:20.445" v="4825" actId="1076"/>
          <ac:spMkLst>
            <pc:docMk/>
            <pc:sldMk cId="4079668013" sldId="361"/>
            <ac:spMk id="10" creationId="{E1C2DDDF-8521-374E-C9F4-B36718789A68}"/>
          </ac:spMkLst>
        </pc:spChg>
        <pc:spChg chg="add mod">
          <ac:chgData name="Hilton Sarius" userId="e41e4170-a0b5-4ce6-bed1-533b1cecee6e" providerId="ADAL" clId="{0AB84215-D5DE-4B51-994D-7B1DCB931E97}" dt="2026-02-13T00:56:30.069" v="4827" actId="1076"/>
          <ac:spMkLst>
            <pc:docMk/>
            <pc:sldMk cId="4079668013" sldId="361"/>
            <ac:spMk id="12" creationId="{1FC36F58-4FDF-ADB6-0D1C-D31F1DF59B5C}"/>
          </ac:spMkLst>
        </pc:spChg>
        <pc:picChg chg="mod modCrop">
          <ac:chgData name="Hilton Sarius" userId="e41e4170-a0b5-4ce6-bed1-533b1cecee6e" providerId="ADAL" clId="{0AB84215-D5DE-4B51-994D-7B1DCB931E97}" dt="2026-02-13T00:55:13.774" v="4809" actId="732"/>
          <ac:picMkLst>
            <pc:docMk/>
            <pc:sldMk cId="4079668013" sldId="361"/>
            <ac:picMk id="6" creationId="{4C9B3944-3C3D-B555-B4D0-ACACA230B88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32A8EA-0068-4978-B921-E69E98BAEE59}"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3B0600-2A5F-422A-8015-714B8338F1A3}" type="slidenum">
              <a:rPr lang="en-US" smtClean="0"/>
              <a:t>‹#›</a:t>
            </a:fld>
            <a:endParaRPr lang="en-US"/>
          </a:p>
        </p:txBody>
      </p:sp>
    </p:spTree>
    <p:extLst>
      <p:ext uri="{BB962C8B-B14F-4D97-AF65-F5344CB8AC3E}">
        <p14:creationId xmlns:p14="http://schemas.microsoft.com/office/powerpoint/2010/main" val="1334627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two transforms at the same time</a:t>
            </a:r>
          </a:p>
          <a:p>
            <a:r>
              <a:rPr lang="en-US" dirty="0"/>
              <a:t>Original model and draft model</a:t>
            </a:r>
          </a:p>
          <a:p>
            <a:r>
              <a:rPr lang="en-US" dirty="0"/>
              <a:t>Rejection sampling uses a neat mathematical manipulation called rejection sampling that enables the use of the two models while preserving the accuracy</a:t>
            </a:r>
          </a:p>
        </p:txBody>
      </p:sp>
      <p:sp>
        <p:nvSpPr>
          <p:cNvPr id="4" name="Slide Number Placeholder 3"/>
          <p:cNvSpPr>
            <a:spLocks noGrp="1"/>
          </p:cNvSpPr>
          <p:nvPr>
            <p:ph type="sldNum" sz="quarter" idx="5"/>
          </p:nvPr>
        </p:nvSpPr>
        <p:spPr/>
        <p:txBody>
          <a:bodyPr/>
          <a:lstStyle/>
          <a:p>
            <a:fld id="{D83B0600-2A5F-422A-8015-714B8338F1A3}" type="slidenum">
              <a:rPr lang="en-US" smtClean="0"/>
              <a:t>2</a:t>
            </a:fld>
            <a:endParaRPr lang="en-US"/>
          </a:p>
        </p:txBody>
      </p:sp>
    </p:spTree>
    <p:extLst>
      <p:ext uri="{BB962C8B-B14F-4D97-AF65-F5344CB8AC3E}">
        <p14:creationId xmlns:p14="http://schemas.microsoft.com/office/powerpoint/2010/main" val="2383535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Goodle</a:t>
            </a:r>
            <a:r>
              <a:rPr lang="en-US" dirty="0"/>
              <a:t> and deep mind published the same idea around the same time independently. The logic of the algorithms are identical in logic. </a:t>
            </a:r>
            <a:r>
              <a:rPr lang="en-US" dirty="0" err="1"/>
              <a:t>Deepmind</a:t>
            </a:r>
            <a:r>
              <a:rPr lang="en-US" dirty="0"/>
              <a:t> paper is easier to read but the google paper has some really nice mathematical breakdown. Today we will be looking at the google paper but with insights from the deep mind paper as well</a:t>
            </a:r>
          </a:p>
        </p:txBody>
      </p:sp>
      <p:sp>
        <p:nvSpPr>
          <p:cNvPr id="4" name="Slide Number Placeholder 3"/>
          <p:cNvSpPr>
            <a:spLocks noGrp="1"/>
          </p:cNvSpPr>
          <p:nvPr>
            <p:ph type="sldNum" sz="quarter" idx="5"/>
          </p:nvPr>
        </p:nvSpPr>
        <p:spPr/>
        <p:txBody>
          <a:bodyPr/>
          <a:lstStyle/>
          <a:p>
            <a:fld id="{D83B0600-2A5F-422A-8015-714B8338F1A3}" type="slidenum">
              <a:rPr lang="en-US" smtClean="0"/>
              <a:t>3</a:t>
            </a:fld>
            <a:endParaRPr lang="en-US"/>
          </a:p>
        </p:txBody>
      </p:sp>
    </p:spTree>
    <p:extLst>
      <p:ext uri="{BB962C8B-B14F-4D97-AF65-F5344CB8AC3E}">
        <p14:creationId xmlns:p14="http://schemas.microsoft.com/office/powerpoint/2010/main" val="3666505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a forward pass for an easy token generation will take the same time as a difficult token.  There are more easier tokens than difficult tokens so it would be better to use a smaller model that can generate the easier tokens with a relative ease and generate the more difficult tokens with a larger model.</a:t>
            </a:r>
          </a:p>
        </p:txBody>
      </p:sp>
      <p:sp>
        <p:nvSpPr>
          <p:cNvPr id="4" name="Slide Number Placeholder 3"/>
          <p:cNvSpPr>
            <a:spLocks noGrp="1"/>
          </p:cNvSpPr>
          <p:nvPr>
            <p:ph type="sldNum" sz="quarter" idx="5"/>
          </p:nvPr>
        </p:nvSpPr>
        <p:spPr/>
        <p:txBody>
          <a:bodyPr/>
          <a:lstStyle/>
          <a:p>
            <a:fld id="{D83B0600-2A5F-422A-8015-714B8338F1A3}" type="slidenum">
              <a:rPr lang="en-US" smtClean="0"/>
              <a:t>4</a:t>
            </a:fld>
            <a:endParaRPr lang="en-US"/>
          </a:p>
        </p:txBody>
      </p:sp>
    </p:spTree>
    <p:extLst>
      <p:ext uri="{BB962C8B-B14F-4D97-AF65-F5344CB8AC3E}">
        <p14:creationId xmlns:p14="http://schemas.microsoft.com/office/powerpoint/2010/main" val="651550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forward pass generates the probability for a single token or a sequence of token with roughly the same amount of compute. In this case the probability of Toronto will be low because based on the training data </a:t>
            </a:r>
            <a:r>
              <a:rPr lang="en-US" dirty="0" err="1"/>
              <a:t>Edingburg</a:t>
            </a:r>
            <a:r>
              <a:rPr lang="en-US" dirty="0"/>
              <a:t> is the correct next word</a:t>
            </a:r>
          </a:p>
        </p:txBody>
      </p:sp>
      <p:sp>
        <p:nvSpPr>
          <p:cNvPr id="4" name="Slide Number Placeholder 3"/>
          <p:cNvSpPr>
            <a:spLocks noGrp="1"/>
          </p:cNvSpPr>
          <p:nvPr>
            <p:ph type="sldNum" sz="quarter" idx="5"/>
          </p:nvPr>
        </p:nvSpPr>
        <p:spPr/>
        <p:txBody>
          <a:bodyPr/>
          <a:lstStyle/>
          <a:p>
            <a:fld id="{D83B0600-2A5F-422A-8015-714B8338F1A3}" type="slidenum">
              <a:rPr lang="en-US" smtClean="0"/>
              <a:t>5</a:t>
            </a:fld>
            <a:endParaRPr lang="en-US"/>
          </a:p>
        </p:txBody>
      </p:sp>
    </p:spTree>
    <p:extLst>
      <p:ext uri="{BB962C8B-B14F-4D97-AF65-F5344CB8AC3E}">
        <p14:creationId xmlns:p14="http://schemas.microsoft.com/office/powerpoint/2010/main" val="749022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model is the smaller one and the target is the bigger one. Given a prefix we use the draft model to generate the next 5 tokens. The model produces a probability model over the vocabulary and we sample the probability distribution to get the next token. This is run for k = 5 steps to get the next 5 tokens.</a:t>
            </a:r>
          </a:p>
        </p:txBody>
      </p:sp>
      <p:sp>
        <p:nvSpPr>
          <p:cNvPr id="4" name="Slide Number Placeholder 3"/>
          <p:cNvSpPr>
            <a:spLocks noGrp="1"/>
          </p:cNvSpPr>
          <p:nvPr>
            <p:ph type="sldNum" sz="quarter" idx="5"/>
          </p:nvPr>
        </p:nvSpPr>
        <p:spPr/>
        <p:txBody>
          <a:bodyPr/>
          <a:lstStyle/>
          <a:p>
            <a:fld id="{D83B0600-2A5F-422A-8015-714B8338F1A3}" type="slidenum">
              <a:rPr lang="en-US" smtClean="0"/>
              <a:t>6</a:t>
            </a:fld>
            <a:endParaRPr lang="en-US"/>
          </a:p>
        </p:txBody>
      </p:sp>
    </p:spTree>
    <p:extLst>
      <p:ext uri="{BB962C8B-B14F-4D97-AF65-F5344CB8AC3E}">
        <p14:creationId xmlns:p14="http://schemas.microsoft.com/office/powerpoint/2010/main" val="3413360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step is to run the target model using all of the tokens generated by the draft model as well as the next token to get a probability distribution. All of this is accomplished in just 1 forward pass</a:t>
            </a:r>
          </a:p>
        </p:txBody>
      </p:sp>
      <p:sp>
        <p:nvSpPr>
          <p:cNvPr id="4" name="Slide Number Placeholder 3"/>
          <p:cNvSpPr>
            <a:spLocks noGrp="1"/>
          </p:cNvSpPr>
          <p:nvPr>
            <p:ph type="sldNum" sz="quarter" idx="5"/>
          </p:nvPr>
        </p:nvSpPr>
        <p:spPr/>
        <p:txBody>
          <a:bodyPr/>
          <a:lstStyle/>
          <a:p>
            <a:fld id="{D83B0600-2A5F-422A-8015-714B8338F1A3}" type="slidenum">
              <a:rPr lang="en-US" smtClean="0"/>
              <a:t>7</a:t>
            </a:fld>
            <a:endParaRPr lang="en-US"/>
          </a:p>
        </p:txBody>
      </p:sp>
    </p:spTree>
    <p:extLst>
      <p:ext uri="{BB962C8B-B14F-4D97-AF65-F5344CB8AC3E}">
        <p14:creationId xmlns:p14="http://schemas.microsoft.com/office/powerpoint/2010/main" val="3120149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Sampling is not done with the larger model – just the forward pass to generate the probability model. All tokens generated are from the draft model. These probabilities are then used in rejection sampling</a:t>
            </a:r>
          </a:p>
        </p:txBody>
      </p:sp>
      <p:sp>
        <p:nvSpPr>
          <p:cNvPr id="4" name="Slide Number Placeholder 3"/>
          <p:cNvSpPr>
            <a:spLocks noGrp="1"/>
          </p:cNvSpPr>
          <p:nvPr>
            <p:ph type="sldNum" sz="quarter" idx="5"/>
          </p:nvPr>
        </p:nvSpPr>
        <p:spPr/>
        <p:txBody>
          <a:bodyPr/>
          <a:lstStyle/>
          <a:p>
            <a:fld id="{D83B0600-2A5F-422A-8015-714B8338F1A3}" type="slidenum">
              <a:rPr lang="en-US" smtClean="0"/>
              <a:t>8</a:t>
            </a:fld>
            <a:endParaRPr lang="en-US"/>
          </a:p>
        </p:txBody>
      </p:sp>
    </p:spTree>
    <p:extLst>
      <p:ext uri="{BB962C8B-B14F-4D97-AF65-F5344CB8AC3E}">
        <p14:creationId xmlns:p14="http://schemas.microsoft.com/office/powerpoint/2010/main" val="3221795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each token based on the probabilities each of the two models assigned to it to determine whether to accept or reject. Best case we accept all worst case we reject the first token. The acceptance loop is broken once a token gets rejected because the tokens that follow were based on the assumption that the rejected token was correct</a:t>
            </a:r>
          </a:p>
        </p:txBody>
      </p:sp>
      <p:sp>
        <p:nvSpPr>
          <p:cNvPr id="4" name="Slide Number Placeholder 3"/>
          <p:cNvSpPr>
            <a:spLocks noGrp="1"/>
          </p:cNvSpPr>
          <p:nvPr>
            <p:ph type="sldNum" sz="quarter" idx="5"/>
          </p:nvPr>
        </p:nvSpPr>
        <p:spPr/>
        <p:txBody>
          <a:bodyPr/>
          <a:lstStyle/>
          <a:p>
            <a:fld id="{D83B0600-2A5F-422A-8015-714B8338F1A3}" type="slidenum">
              <a:rPr lang="en-US" smtClean="0"/>
              <a:t>9</a:t>
            </a:fld>
            <a:endParaRPr lang="en-US"/>
          </a:p>
        </p:txBody>
      </p:sp>
    </p:spTree>
    <p:extLst>
      <p:ext uri="{BB962C8B-B14F-4D97-AF65-F5344CB8AC3E}">
        <p14:creationId xmlns:p14="http://schemas.microsoft.com/office/powerpoint/2010/main" val="4076795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token is accepted because the target model shows that there is a higher probability than even the guess made by the draft model. For x3 we roll a dice with the probability 8/9 which is around 90% so this one is more likely to be accepted than rejected. The next one will most likely be rejected and we exit the loop and have the draft model generate another 5 tokens using the q(x) last token and the existing tokens as a prefix and continue the loop</a:t>
            </a:r>
          </a:p>
        </p:txBody>
      </p:sp>
      <p:sp>
        <p:nvSpPr>
          <p:cNvPr id="4" name="Slide Number Placeholder 3"/>
          <p:cNvSpPr>
            <a:spLocks noGrp="1"/>
          </p:cNvSpPr>
          <p:nvPr>
            <p:ph type="sldNum" sz="quarter" idx="5"/>
          </p:nvPr>
        </p:nvSpPr>
        <p:spPr/>
        <p:txBody>
          <a:bodyPr/>
          <a:lstStyle/>
          <a:p>
            <a:fld id="{D83B0600-2A5F-422A-8015-714B8338F1A3}" type="slidenum">
              <a:rPr lang="en-US" smtClean="0"/>
              <a:t>10</a:t>
            </a:fld>
            <a:endParaRPr lang="en-US"/>
          </a:p>
        </p:txBody>
      </p:sp>
    </p:spTree>
    <p:extLst>
      <p:ext uri="{BB962C8B-B14F-4D97-AF65-F5344CB8AC3E}">
        <p14:creationId xmlns:p14="http://schemas.microsoft.com/office/powerpoint/2010/main" val="280717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tries to generate several tokens in one go. It keeps tokens only if they are accepted.  If a token is rejected, generation stops for that step. </a:t>
            </a:r>
          </a:p>
          <a:p>
            <a:r>
              <a:rPr lang="en-US" dirty="0"/>
              <a:t>So: Higher acceptance probability (𝛼) and more speculation (γ) → more tokens generated per step</a:t>
            </a:r>
          </a:p>
        </p:txBody>
      </p:sp>
      <p:sp>
        <p:nvSpPr>
          <p:cNvPr id="4" name="Slide Number Placeholder 3"/>
          <p:cNvSpPr>
            <a:spLocks noGrp="1"/>
          </p:cNvSpPr>
          <p:nvPr>
            <p:ph type="sldNum" sz="quarter" idx="5"/>
          </p:nvPr>
        </p:nvSpPr>
        <p:spPr/>
        <p:txBody>
          <a:bodyPr/>
          <a:lstStyle/>
          <a:p>
            <a:fld id="{D83B0600-2A5F-422A-8015-714B8338F1A3}" type="slidenum">
              <a:rPr lang="en-US" smtClean="0"/>
              <a:t>11</a:t>
            </a:fld>
            <a:endParaRPr lang="en-US"/>
          </a:p>
        </p:txBody>
      </p:sp>
    </p:spTree>
    <p:extLst>
      <p:ext uri="{BB962C8B-B14F-4D97-AF65-F5344CB8AC3E}">
        <p14:creationId xmlns:p14="http://schemas.microsoft.com/office/powerpoint/2010/main" val="3297102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this works</a:t>
            </a:r>
          </a:p>
          <a:p>
            <a:r>
              <a:rPr lang="en-US" dirty="0"/>
              <a:t>The </a:t>
            </a:r>
            <a:r>
              <a:rPr lang="en-US" b="1" dirty="0"/>
              <a:t>small model is cheap</a:t>
            </a:r>
            <a:r>
              <a:rPr lang="en-US" dirty="0"/>
              <a:t>, so guessing extra tokens is okay</a:t>
            </a:r>
          </a:p>
          <a:p>
            <a:r>
              <a:rPr lang="en-US" dirty="0"/>
              <a:t>The </a:t>
            </a:r>
            <a:r>
              <a:rPr lang="en-US" b="1" dirty="0"/>
              <a:t>large model is expensive</a:t>
            </a:r>
            <a:r>
              <a:rPr lang="en-US" dirty="0"/>
              <a:t>, so we want to call it less often</a:t>
            </a:r>
          </a:p>
          <a:p>
            <a:r>
              <a:rPr lang="en-US" dirty="0"/>
              <a:t>Speculative decoding:</a:t>
            </a:r>
          </a:p>
          <a:p>
            <a:pPr lvl="1"/>
            <a:r>
              <a:rPr lang="en-US" dirty="0"/>
              <a:t>Trades </a:t>
            </a:r>
            <a:r>
              <a:rPr lang="en-US" b="1" dirty="0"/>
              <a:t>cheap extra guesses</a:t>
            </a:r>
            <a:r>
              <a:rPr lang="en-US" dirty="0"/>
              <a:t> for </a:t>
            </a:r>
            <a:r>
              <a:rPr lang="en-US" b="1" dirty="0"/>
              <a:t>fewer expensive checks</a:t>
            </a:r>
          </a:p>
          <a:p>
            <a:pPr lvl="1"/>
            <a:endParaRPr lang="en-US" b="1" dirty="0"/>
          </a:p>
          <a:p>
            <a:r>
              <a:rPr lang="en-US" b="1" dirty="0"/>
              <a:t>Key intuition (one sentence)</a:t>
            </a:r>
          </a:p>
          <a:p>
            <a:r>
              <a:rPr lang="en-US" dirty="0"/>
              <a:t>Instead of asking the slow model for one token at a time, speculative decoding lets a fast model guess several tokens and asks the slow model to verify them all at once—saving </a:t>
            </a:r>
            <a:r>
              <a:rPr lang="en-US" dirty="0" err="1"/>
              <a:t>ti</a:t>
            </a:r>
            <a:endParaRPr lang="en-US" dirty="0"/>
          </a:p>
          <a:p>
            <a:pPr lvl="1"/>
            <a:endParaRPr lang="en-US" dirty="0"/>
          </a:p>
          <a:p>
            <a:endParaRPr lang="en-US" dirty="0"/>
          </a:p>
        </p:txBody>
      </p:sp>
      <p:sp>
        <p:nvSpPr>
          <p:cNvPr id="4" name="Slide Number Placeholder 3"/>
          <p:cNvSpPr>
            <a:spLocks noGrp="1"/>
          </p:cNvSpPr>
          <p:nvPr>
            <p:ph type="sldNum" sz="quarter" idx="5"/>
          </p:nvPr>
        </p:nvSpPr>
        <p:spPr/>
        <p:txBody>
          <a:bodyPr/>
          <a:lstStyle/>
          <a:p>
            <a:fld id="{D83B0600-2A5F-422A-8015-714B8338F1A3}" type="slidenum">
              <a:rPr lang="en-US" smtClean="0"/>
              <a:t>12</a:t>
            </a:fld>
            <a:endParaRPr lang="en-US"/>
          </a:p>
        </p:txBody>
      </p:sp>
    </p:spTree>
    <p:extLst>
      <p:ext uri="{BB962C8B-B14F-4D97-AF65-F5344CB8AC3E}">
        <p14:creationId xmlns:p14="http://schemas.microsoft.com/office/powerpoint/2010/main" val="1418271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Bandwidth Memory to cache presents a bottleneck. Implementation hurdles due to the need for a separate draft model. Extra decoding heads to predict multiple tokens in parallel. Medusa 1 - Finetune on frozen backbone.</a:t>
            </a:r>
          </a:p>
          <a:p>
            <a:r>
              <a:rPr lang="en-US" dirty="0"/>
              <a:t>Quality of language generation improves with model size. Causes inference latency – challenges practical application</a:t>
            </a:r>
          </a:p>
        </p:txBody>
      </p:sp>
      <p:sp>
        <p:nvSpPr>
          <p:cNvPr id="4" name="Slide Number Placeholder 3"/>
          <p:cNvSpPr>
            <a:spLocks noGrp="1"/>
          </p:cNvSpPr>
          <p:nvPr>
            <p:ph type="sldNum" sz="quarter" idx="5"/>
          </p:nvPr>
        </p:nvSpPr>
        <p:spPr/>
        <p:txBody>
          <a:bodyPr/>
          <a:lstStyle/>
          <a:p>
            <a:fld id="{D83B0600-2A5F-422A-8015-714B8338F1A3}" type="slidenum">
              <a:rPr lang="en-US" smtClean="0"/>
              <a:t>15</a:t>
            </a:fld>
            <a:endParaRPr lang="en-US"/>
          </a:p>
        </p:txBody>
      </p:sp>
    </p:spTree>
    <p:extLst>
      <p:ext uri="{BB962C8B-B14F-4D97-AF65-F5344CB8AC3E}">
        <p14:creationId xmlns:p14="http://schemas.microsoft.com/office/powerpoint/2010/main" val="2252622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3B0600-2A5F-422A-8015-714B8338F1A3}" type="slidenum">
              <a:rPr lang="en-US" smtClean="0"/>
              <a:t>16</a:t>
            </a:fld>
            <a:endParaRPr lang="en-US"/>
          </a:p>
        </p:txBody>
      </p:sp>
    </p:spTree>
    <p:extLst>
      <p:ext uri="{BB962C8B-B14F-4D97-AF65-F5344CB8AC3E}">
        <p14:creationId xmlns:p14="http://schemas.microsoft.com/office/powerpoint/2010/main" val="1689777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C8A89-F56A-7971-0660-113CC97B1D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805AB-05AC-59E6-6972-A8C3B47FC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69CCC5-B779-C095-36DE-BB7919924C8E}"/>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5" name="Footer Placeholder 4">
            <a:extLst>
              <a:ext uri="{FF2B5EF4-FFF2-40B4-BE49-F238E27FC236}">
                <a16:creationId xmlns:a16="http://schemas.microsoft.com/office/drawing/2014/main" id="{0F2626A1-3E5A-A5F3-FABB-FEF8EECB1C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EAE7A-1F7D-09FE-6A6F-4AACAC7B54EB}"/>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1748711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F3F-ABD7-7CDD-C9A9-12B20F8BE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105E5B-B943-F734-2B94-6AF7709715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C69A5-BE76-E23B-6F62-A6E4996A0EDB}"/>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5" name="Footer Placeholder 4">
            <a:extLst>
              <a:ext uri="{FF2B5EF4-FFF2-40B4-BE49-F238E27FC236}">
                <a16:creationId xmlns:a16="http://schemas.microsoft.com/office/drawing/2014/main" id="{D1F923DB-49B8-3808-6DBC-61FC9559C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F624BB-6F74-B6B8-A90C-B4E79C4EB32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64574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4AC0E-2EDF-8EF0-A4D9-62803E8030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7D5D80-5DB6-B5E7-4727-0004D36672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BFCA4B-1091-0B75-D9BF-468BF5CEA31C}"/>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5" name="Footer Placeholder 4">
            <a:extLst>
              <a:ext uri="{FF2B5EF4-FFF2-40B4-BE49-F238E27FC236}">
                <a16:creationId xmlns:a16="http://schemas.microsoft.com/office/drawing/2014/main" id="{916A9D7B-DF9A-E3D5-BA0A-EFF0D1D8F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92A593-F0D5-1CF4-5191-0BB9A4C6B601}"/>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709295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B9EC-4956-923B-23AB-4DBCD01D84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42186-2F37-DA15-7A83-07B34D0244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C598ED-1174-D45B-D1CD-A0DD73EB4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68D178-BA47-7498-0F40-5D2F49294CDE}"/>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6" name="Footer Placeholder 5">
            <a:extLst>
              <a:ext uri="{FF2B5EF4-FFF2-40B4-BE49-F238E27FC236}">
                <a16:creationId xmlns:a16="http://schemas.microsoft.com/office/drawing/2014/main" id="{3BF72C78-6107-F0CB-D881-56C02BB85F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37A07-2B21-37CF-EB21-7A834D583F1D}"/>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136913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AB70C-7E86-6CB2-C19A-BE3E89D95C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F75EE4-1D56-628B-D3DC-E1BD177DE9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F9740E-1D2F-9CE1-CC4F-6038CCF3A6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9676AD-60A5-6F3E-BEB2-8A580BAE06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E450D5-AF75-9844-B494-3402B1B6C0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D1AEF4-82BC-0A1E-6088-0BC5D4E7FBBC}"/>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8" name="Footer Placeholder 7">
            <a:extLst>
              <a:ext uri="{FF2B5EF4-FFF2-40B4-BE49-F238E27FC236}">
                <a16:creationId xmlns:a16="http://schemas.microsoft.com/office/drawing/2014/main" id="{46BE2E03-ECD9-4968-5804-EB5964698F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EEC556-44DC-8B5D-B0D8-C817B0C696A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911151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3F0E-E43A-ACE4-B897-B2993BDD61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998A6D-66B5-C2DF-EC0A-96F746B2F40A}"/>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4" name="Footer Placeholder 3">
            <a:extLst>
              <a:ext uri="{FF2B5EF4-FFF2-40B4-BE49-F238E27FC236}">
                <a16:creationId xmlns:a16="http://schemas.microsoft.com/office/drawing/2014/main" id="{9AA92876-FF89-0B3B-80B0-217EB35D0B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3C615B-0301-332D-7A0A-7FCF50A6F287}"/>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377501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FEF84F-76C0-74C3-FE60-63DA76768D78}"/>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3" name="Footer Placeholder 2">
            <a:extLst>
              <a:ext uri="{FF2B5EF4-FFF2-40B4-BE49-F238E27FC236}">
                <a16:creationId xmlns:a16="http://schemas.microsoft.com/office/drawing/2014/main" id="{D1F66573-A680-0CAB-2DC7-F8D0EF4EC4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0383AF-7CD8-D80E-E271-810CA4F44C77}"/>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1578835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4212-20E5-BFDC-58F9-F81D81013C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8E56C-6574-7D31-E674-5579CA142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867CA9-24A0-92F6-1057-C3458B52EE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9FE20-70BE-FF15-F9D6-A0ABA1BC20D8}"/>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6" name="Footer Placeholder 5">
            <a:extLst>
              <a:ext uri="{FF2B5EF4-FFF2-40B4-BE49-F238E27FC236}">
                <a16:creationId xmlns:a16="http://schemas.microsoft.com/office/drawing/2014/main" id="{EEC32CEB-8F32-1C77-7D73-6E938E7A9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AA1E3-F254-6DB7-6FCD-1CFBEAF77CE5}"/>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386354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1F2C-F9E8-37AA-2EBD-743341C79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5DDD0A-CC50-6460-5658-F54654871A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7C326C-8BB7-063E-7EC6-90A85916F3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8EBD3-5107-03BC-DAE9-A81D3899E0D3}"/>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6" name="Footer Placeholder 5">
            <a:extLst>
              <a:ext uri="{FF2B5EF4-FFF2-40B4-BE49-F238E27FC236}">
                <a16:creationId xmlns:a16="http://schemas.microsoft.com/office/drawing/2014/main" id="{481F01E9-425E-5F40-B4C6-DB77EC05B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924001-4D8C-3B19-04EB-1A6AE2CEFA5F}"/>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3979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2531-9592-B1D9-F504-957048ACEF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24BAFC-7C12-8AA1-E097-A44C507BD4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97DC3-8CE9-E3F6-4B44-4FC65E90B24D}"/>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5" name="Footer Placeholder 4">
            <a:extLst>
              <a:ext uri="{FF2B5EF4-FFF2-40B4-BE49-F238E27FC236}">
                <a16:creationId xmlns:a16="http://schemas.microsoft.com/office/drawing/2014/main" id="{A6AA46C8-6AC6-DA6C-631A-659F65E11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A3F39-C28E-C184-76F9-B73C11989CA0}"/>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70091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9BD30E-934F-4EE8-0490-B15820862D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945734-EE16-FBF5-A32E-D22BEC4616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6501D9-07C2-0489-21CE-956EAEF54DDC}"/>
              </a:ext>
            </a:extLst>
          </p:cNvPr>
          <p:cNvSpPr>
            <a:spLocks noGrp="1"/>
          </p:cNvSpPr>
          <p:nvPr>
            <p:ph type="dt" sz="half" idx="10"/>
          </p:nvPr>
        </p:nvSpPr>
        <p:spPr/>
        <p:txBody>
          <a:bodyPr/>
          <a:lstStyle/>
          <a:p>
            <a:fld id="{F3A5D07C-AD67-425A-A963-569751B90433}" type="datetimeFigureOut">
              <a:rPr lang="en-US" smtClean="0"/>
              <a:t>2/12/2026</a:t>
            </a:fld>
            <a:endParaRPr lang="en-US"/>
          </a:p>
        </p:txBody>
      </p:sp>
      <p:sp>
        <p:nvSpPr>
          <p:cNvPr id="5" name="Footer Placeholder 4">
            <a:extLst>
              <a:ext uri="{FF2B5EF4-FFF2-40B4-BE49-F238E27FC236}">
                <a16:creationId xmlns:a16="http://schemas.microsoft.com/office/drawing/2014/main" id="{AF5C13F9-DA47-0838-3C61-8C2CC1A476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9F0E2-57C2-CEFA-34A7-6808D53F536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404446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7935F0-7FBF-822C-5BB9-349551E038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F00A64-8560-FC97-6D42-AA94CA43C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222F1-053B-9B42-DD4E-DF3DC62BD5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A5D07C-AD67-425A-A963-569751B90433}" type="datetimeFigureOut">
              <a:rPr lang="en-US" smtClean="0"/>
              <a:t>2/12/2026</a:t>
            </a:fld>
            <a:endParaRPr lang="en-US"/>
          </a:p>
        </p:txBody>
      </p:sp>
      <p:sp>
        <p:nvSpPr>
          <p:cNvPr id="5" name="Footer Placeholder 4">
            <a:extLst>
              <a:ext uri="{FF2B5EF4-FFF2-40B4-BE49-F238E27FC236}">
                <a16:creationId xmlns:a16="http://schemas.microsoft.com/office/drawing/2014/main" id="{B8E0D49C-46C8-A899-1015-F518143226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54DCE6-13D0-7DFB-F5C4-8EACE78C08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C62B21-1FF8-47C4-8CF7-710F5DA64AD5}" type="slidenum">
              <a:rPr lang="en-US" smtClean="0"/>
              <a:t>‹#›</a:t>
            </a:fld>
            <a:endParaRPr lang="en-US"/>
          </a:p>
        </p:txBody>
      </p:sp>
    </p:spTree>
    <p:extLst>
      <p:ext uri="{BB962C8B-B14F-4D97-AF65-F5344CB8AC3E}">
        <p14:creationId xmlns:p14="http://schemas.microsoft.com/office/powerpoint/2010/main" val="1993709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AD479B-97C7-ACBE-792A-874EA2018EC5}"/>
              </a:ext>
            </a:extLst>
          </p:cNvPr>
          <p:cNvSpPr>
            <a:spLocks noGrp="1"/>
          </p:cNvSpPr>
          <p:nvPr>
            <p:ph type="ctrTitle"/>
          </p:nvPr>
        </p:nvSpPr>
        <p:spPr>
          <a:xfrm>
            <a:off x="1127208" y="857251"/>
            <a:ext cx="4747280" cy="3098061"/>
          </a:xfrm>
        </p:spPr>
        <p:txBody>
          <a:bodyPr anchor="b">
            <a:normAutofit/>
          </a:bodyPr>
          <a:lstStyle/>
          <a:p>
            <a:pPr algn="r"/>
            <a:r>
              <a:rPr lang="en-US" sz="4800" dirty="0">
                <a:solidFill>
                  <a:srgbClr val="FFFFFF"/>
                </a:solidFill>
              </a:rPr>
              <a:t>Speculative Decoding</a:t>
            </a:r>
            <a:br>
              <a:rPr lang="en-US" sz="4800" dirty="0">
                <a:solidFill>
                  <a:srgbClr val="FFFFFF"/>
                </a:solidFill>
              </a:rPr>
            </a:br>
            <a:r>
              <a:rPr lang="en-US" sz="4800" dirty="0">
                <a:solidFill>
                  <a:srgbClr val="FFFFFF"/>
                </a:solidFill>
              </a:rPr>
              <a:t>&amp;</a:t>
            </a:r>
            <a:br>
              <a:rPr lang="en-US" sz="4800" dirty="0">
                <a:solidFill>
                  <a:srgbClr val="FFFFFF"/>
                </a:solidFill>
              </a:rPr>
            </a:br>
            <a:r>
              <a:rPr lang="en-US" sz="4800" dirty="0">
                <a:solidFill>
                  <a:srgbClr val="FFFFFF"/>
                </a:solidFill>
              </a:rPr>
              <a:t> Medusa</a:t>
            </a:r>
          </a:p>
        </p:txBody>
      </p:sp>
      <p:sp>
        <p:nvSpPr>
          <p:cNvPr id="49" name="Rectangle 48">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2AE763AF-0B70-9C74-CACA-1E0A80D0EDC8}"/>
              </a:ext>
            </a:extLst>
          </p:cNvPr>
          <p:cNvSpPr>
            <a:spLocks noGrp="1"/>
          </p:cNvSpPr>
          <p:nvPr>
            <p:ph type="subTitle" idx="1"/>
          </p:nvPr>
        </p:nvSpPr>
        <p:spPr>
          <a:xfrm>
            <a:off x="1127208" y="4756265"/>
            <a:ext cx="4393278" cy="1244483"/>
          </a:xfrm>
        </p:spPr>
        <p:txBody>
          <a:bodyPr anchor="t">
            <a:normAutofit/>
          </a:bodyPr>
          <a:lstStyle/>
          <a:p>
            <a:pPr algn="l"/>
            <a:r>
              <a:rPr lang="en-US" dirty="0">
                <a:solidFill>
                  <a:srgbClr val="FFFFFF"/>
                </a:solidFill>
              </a:rPr>
              <a:t>2.11.2026</a:t>
            </a:r>
          </a:p>
        </p:txBody>
      </p:sp>
      <p:sp>
        <p:nvSpPr>
          <p:cNvPr id="51" name="Oval 50">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2A3B640-7088-0AC7-2ADF-0E8162CDD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2292098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25549-C58F-6D31-E9FE-3B2D076EB5D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9076AC3-5495-C744-10B7-3EAD472CE5AB}"/>
              </a:ext>
            </a:extLst>
          </p:cNvPr>
          <p:cNvPicPr>
            <a:picLocks noChangeAspect="1"/>
          </p:cNvPicPr>
          <p:nvPr/>
        </p:nvPicPr>
        <p:blipFill>
          <a:blip r:embed="rId3"/>
          <a:stretch>
            <a:fillRect/>
          </a:stretch>
        </p:blipFill>
        <p:spPr>
          <a:xfrm>
            <a:off x="0" y="47986"/>
            <a:ext cx="12192000" cy="6762028"/>
          </a:xfrm>
          <a:prstGeom prst="rect">
            <a:avLst/>
          </a:prstGeom>
        </p:spPr>
      </p:pic>
      <p:sp>
        <p:nvSpPr>
          <p:cNvPr id="5" name="Title 1">
            <a:extLst>
              <a:ext uri="{FF2B5EF4-FFF2-40B4-BE49-F238E27FC236}">
                <a16:creationId xmlns:a16="http://schemas.microsoft.com/office/drawing/2014/main" id="{4B11EDE5-D97B-2481-E948-59E7D2EE3574}"/>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34F7B0FA-B88F-1E4A-57E4-4858D8C884CA}"/>
              </a:ext>
            </a:extLst>
          </p:cNvPr>
          <p:cNvSpPr txBox="1"/>
          <p:nvPr/>
        </p:nvSpPr>
        <p:spPr>
          <a:xfrm>
            <a:off x="10625328" y="6254496"/>
            <a:ext cx="1389888" cy="369332"/>
          </a:xfrm>
          <a:prstGeom prst="rect">
            <a:avLst/>
          </a:prstGeom>
          <a:noFill/>
        </p:spPr>
        <p:txBody>
          <a:bodyPr wrap="square" rtlCol="0">
            <a:spAutoFit/>
          </a:bodyPr>
          <a:lstStyle/>
          <a:p>
            <a:r>
              <a:rPr lang="en-US" dirty="0"/>
              <a:t>1/23</a:t>
            </a:r>
          </a:p>
        </p:txBody>
      </p:sp>
    </p:spTree>
    <p:extLst>
      <p:ext uri="{BB962C8B-B14F-4D97-AF65-F5344CB8AC3E}">
        <p14:creationId xmlns:p14="http://schemas.microsoft.com/office/powerpoint/2010/main" val="1796135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A574E-29EA-64F8-A992-76D773DFDCB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C106F9A-9A8E-DCC9-04C1-1ADF1231D5C2}"/>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F1F97B1F-41FD-667A-134B-22AE088DFF71}"/>
              </a:ext>
            </a:extLst>
          </p:cNvPr>
          <p:cNvSpPr txBox="1"/>
          <p:nvPr/>
        </p:nvSpPr>
        <p:spPr>
          <a:xfrm>
            <a:off x="10625328" y="6254496"/>
            <a:ext cx="1389888" cy="369332"/>
          </a:xfrm>
          <a:prstGeom prst="rect">
            <a:avLst/>
          </a:prstGeom>
          <a:noFill/>
        </p:spPr>
        <p:txBody>
          <a:bodyPr wrap="square" rtlCol="0">
            <a:spAutoFit/>
          </a:bodyPr>
          <a:lstStyle/>
          <a:p>
            <a:r>
              <a:rPr lang="en-US" dirty="0"/>
              <a:t>2/23</a:t>
            </a:r>
          </a:p>
        </p:txBody>
      </p:sp>
      <p:pic>
        <p:nvPicPr>
          <p:cNvPr id="8" name="Picture 7">
            <a:extLst>
              <a:ext uri="{FF2B5EF4-FFF2-40B4-BE49-F238E27FC236}">
                <a16:creationId xmlns:a16="http://schemas.microsoft.com/office/drawing/2014/main" id="{9BB1180B-14A0-ABA8-8732-5E13570706EA}"/>
              </a:ext>
            </a:extLst>
          </p:cNvPr>
          <p:cNvPicPr>
            <a:picLocks noChangeAspect="1"/>
          </p:cNvPicPr>
          <p:nvPr/>
        </p:nvPicPr>
        <p:blipFill>
          <a:blip r:embed="rId3"/>
          <a:stretch>
            <a:fillRect/>
          </a:stretch>
        </p:blipFill>
        <p:spPr>
          <a:xfrm>
            <a:off x="0" y="539010"/>
            <a:ext cx="12192000" cy="5779979"/>
          </a:xfrm>
          <a:prstGeom prst="rect">
            <a:avLst/>
          </a:prstGeom>
        </p:spPr>
      </p:pic>
    </p:spTree>
    <p:extLst>
      <p:ext uri="{BB962C8B-B14F-4D97-AF65-F5344CB8AC3E}">
        <p14:creationId xmlns:p14="http://schemas.microsoft.com/office/powerpoint/2010/main" val="3974107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1EFCA-0979-8579-B37B-24D42E7240E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55E650C-6216-73EA-B057-CF56E482549D}"/>
              </a:ext>
            </a:extLst>
          </p:cNvPr>
          <p:cNvPicPr>
            <a:picLocks noChangeAspect="1"/>
          </p:cNvPicPr>
          <p:nvPr/>
        </p:nvPicPr>
        <p:blipFill>
          <a:blip r:embed="rId3"/>
          <a:stretch>
            <a:fillRect/>
          </a:stretch>
        </p:blipFill>
        <p:spPr>
          <a:xfrm>
            <a:off x="0" y="14867"/>
            <a:ext cx="12192000" cy="6828266"/>
          </a:xfrm>
          <a:prstGeom prst="rect">
            <a:avLst/>
          </a:prstGeom>
        </p:spPr>
      </p:pic>
      <p:sp>
        <p:nvSpPr>
          <p:cNvPr id="5" name="Title 1">
            <a:extLst>
              <a:ext uri="{FF2B5EF4-FFF2-40B4-BE49-F238E27FC236}">
                <a16:creationId xmlns:a16="http://schemas.microsoft.com/office/drawing/2014/main" id="{1B10B1AE-85CE-1A0C-564D-75D0C08ADF08}"/>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15A3E1AD-C8BD-CD30-5500-4FE33A225C62}"/>
              </a:ext>
            </a:extLst>
          </p:cNvPr>
          <p:cNvSpPr txBox="1"/>
          <p:nvPr/>
        </p:nvSpPr>
        <p:spPr>
          <a:xfrm>
            <a:off x="10625328" y="6254496"/>
            <a:ext cx="1389888" cy="369332"/>
          </a:xfrm>
          <a:prstGeom prst="rect">
            <a:avLst/>
          </a:prstGeom>
          <a:noFill/>
        </p:spPr>
        <p:txBody>
          <a:bodyPr wrap="square" rtlCol="0">
            <a:spAutoFit/>
          </a:bodyPr>
          <a:lstStyle/>
          <a:p>
            <a:r>
              <a:rPr lang="en-US" dirty="0"/>
              <a:t>3/23</a:t>
            </a:r>
          </a:p>
        </p:txBody>
      </p:sp>
    </p:spTree>
    <p:extLst>
      <p:ext uri="{BB962C8B-B14F-4D97-AF65-F5344CB8AC3E}">
        <p14:creationId xmlns:p14="http://schemas.microsoft.com/office/powerpoint/2010/main" val="3892582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29311-2DBC-72FD-639B-00FCAEC2AF8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9F27371-DFBD-9779-1579-1716232A8362}"/>
              </a:ext>
            </a:extLst>
          </p:cNvPr>
          <p:cNvPicPr>
            <a:picLocks noChangeAspect="1"/>
          </p:cNvPicPr>
          <p:nvPr/>
        </p:nvPicPr>
        <p:blipFill>
          <a:blip r:embed="rId3"/>
          <a:stretch>
            <a:fillRect/>
          </a:stretch>
        </p:blipFill>
        <p:spPr>
          <a:xfrm>
            <a:off x="0" y="36684"/>
            <a:ext cx="12192000" cy="6784631"/>
          </a:xfrm>
          <a:prstGeom prst="rect">
            <a:avLst/>
          </a:prstGeom>
        </p:spPr>
      </p:pic>
      <p:sp>
        <p:nvSpPr>
          <p:cNvPr id="5" name="Title 1">
            <a:extLst>
              <a:ext uri="{FF2B5EF4-FFF2-40B4-BE49-F238E27FC236}">
                <a16:creationId xmlns:a16="http://schemas.microsoft.com/office/drawing/2014/main" id="{508D3E08-642B-3C5C-E30F-25D6DF1D8814}"/>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DA4F0891-DDFC-91B0-ED41-3B1812AA211F}"/>
              </a:ext>
            </a:extLst>
          </p:cNvPr>
          <p:cNvSpPr txBox="1"/>
          <p:nvPr/>
        </p:nvSpPr>
        <p:spPr>
          <a:xfrm>
            <a:off x="10625328" y="6254496"/>
            <a:ext cx="1389888" cy="369332"/>
          </a:xfrm>
          <a:prstGeom prst="rect">
            <a:avLst/>
          </a:prstGeom>
          <a:noFill/>
        </p:spPr>
        <p:txBody>
          <a:bodyPr wrap="square" rtlCol="0">
            <a:spAutoFit/>
          </a:bodyPr>
          <a:lstStyle/>
          <a:p>
            <a:r>
              <a:rPr lang="en-US" dirty="0"/>
              <a:t>4/23</a:t>
            </a:r>
          </a:p>
        </p:txBody>
      </p:sp>
    </p:spTree>
    <p:extLst>
      <p:ext uri="{BB962C8B-B14F-4D97-AF65-F5344CB8AC3E}">
        <p14:creationId xmlns:p14="http://schemas.microsoft.com/office/powerpoint/2010/main" val="169339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84377-5115-6D95-5065-56828DB7ABF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A83CD79-64EC-F7F8-76E8-04DB0F561DCA}"/>
              </a:ext>
            </a:extLst>
          </p:cNvPr>
          <p:cNvPicPr>
            <a:picLocks noChangeAspect="1"/>
          </p:cNvPicPr>
          <p:nvPr/>
        </p:nvPicPr>
        <p:blipFill>
          <a:blip r:embed="rId3"/>
          <a:stretch>
            <a:fillRect/>
          </a:stretch>
        </p:blipFill>
        <p:spPr>
          <a:xfrm>
            <a:off x="0" y="44383"/>
            <a:ext cx="12192000" cy="6769234"/>
          </a:xfrm>
          <a:prstGeom prst="rect">
            <a:avLst/>
          </a:prstGeom>
        </p:spPr>
      </p:pic>
      <p:sp>
        <p:nvSpPr>
          <p:cNvPr id="5" name="Title 1">
            <a:extLst>
              <a:ext uri="{FF2B5EF4-FFF2-40B4-BE49-F238E27FC236}">
                <a16:creationId xmlns:a16="http://schemas.microsoft.com/office/drawing/2014/main" id="{FAD405AD-D487-C9FF-2B55-2597AD50EB12}"/>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0D89423D-2EFE-EE12-8655-444E37DD6FCE}"/>
              </a:ext>
            </a:extLst>
          </p:cNvPr>
          <p:cNvSpPr txBox="1"/>
          <p:nvPr/>
        </p:nvSpPr>
        <p:spPr>
          <a:xfrm>
            <a:off x="10625328" y="6254496"/>
            <a:ext cx="1389888" cy="369332"/>
          </a:xfrm>
          <a:prstGeom prst="rect">
            <a:avLst/>
          </a:prstGeom>
          <a:noFill/>
        </p:spPr>
        <p:txBody>
          <a:bodyPr wrap="square" rtlCol="0">
            <a:spAutoFit/>
          </a:bodyPr>
          <a:lstStyle/>
          <a:p>
            <a:r>
              <a:rPr lang="en-US" dirty="0"/>
              <a:t>5/23</a:t>
            </a:r>
          </a:p>
        </p:txBody>
      </p:sp>
    </p:spTree>
    <p:extLst>
      <p:ext uri="{BB962C8B-B14F-4D97-AF65-F5344CB8AC3E}">
        <p14:creationId xmlns:p14="http://schemas.microsoft.com/office/powerpoint/2010/main" val="698252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EF2D-0F91-E465-AF83-4BBD5F6A907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78E8569-3616-C141-AA14-D25A6B8720C0}"/>
              </a:ext>
            </a:extLst>
          </p:cNvPr>
          <p:cNvPicPr>
            <a:picLocks noChangeAspect="1"/>
          </p:cNvPicPr>
          <p:nvPr/>
        </p:nvPicPr>
        <p:blipFill>
          <a:blip r:embed="rId3"/>
          <a:stretch>
            <a:fillRect/>
          </a:stretch>
        </p:blipFill>
        <p:spPr>
          <a:xfrm>
            <a:off x="0" y="21730"/>
            <a:ext cx="12192000" cy="6814540"/>
          </a:xfrm>
          <a:prstGeom prst="rect">
            <a:avLst/>
          </a:prstGeom>
        </p:spPr>
      </p:pic>
      <p:sp>
        <p:nvSpPr>
          <p:cNvPr id="5" name="Title 1">
            <a:extLst>
              <a:ext uri="{FF2B5EF4-FFF2-40B4-BE49-F238E27FC236}">
                <a16:creationId xmlns:a16="http://schemas.microsoft.com/office/drawing/2014/main" id="{5CE9ED4A-D607-DF79-DB36-DD5978893778}"/>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7426CF25-83FB-3A8C-B372-05928F599FF8}"/>
              </a:ext>
            </a:extLst>
          </p:cNvPr>
          <p:cNvSpPr txBox="1"/>
          <p:nvPr/>
        </p:nvSpPr>
        <p:spPr>
          <a:xfrm>
            <a:off x="10625328" y="6254496"/>
            <a:ext cx="1389888" cy="369332"/>
          </a:xfrm>
          <a:prstGeom prst="rect">
            <a:avLst/>
          </a:prstGeom>
          <a:noFill/>
        </p:spPr>
        <p:txBody>
          <a:bodyPr wrap="square" rtlCol="0">
            <a:spAutoFit/>
          </a:bodyPr>
          <a:lstStyle/>
          <a:p>
            <a:r>
              <a:rPr lang="en-US" dirty="0"/>
              <a:t>6/23</a:t>
            </a:r>
          </a:p>
        </p:txBody>
      </p:sp>
    </p:spTree>
    <p:extLst>
      <p:ext uri="{BB962C8B-B14F-4D97-AF65-F5344CB8AC3E}">
        <p14:creationId xmlns:p14="http://schemas.microsoft.com/office/powerpoint/2010/main" val="2257717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C1AF0-C410-CB7E-944C-C836850EDB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2C1BF71-7F32-363E-D3F1-2E19B9145921}"/>
              </a:ext>
            </a:extLst>
          </p:cNvPr>
          <p:cNvPicPr>
            <a:picLocks noChangeAspect="1"/>
          </p:cNvPicPr>
          <p:nvPr/>
        </p:nvPicPr>
        <p:blipFill>
          <a:blip r:embed="rId3"/>
          <a:stretch>
            <a:fillRect/>
          </a:stretch>
        </p:blipFill>
        <p:spPr>
          <a:xfrm>
            <a:off x="0" y="38216"/>
            <a:ext cx="12192000" cy="6781568"/>
          </a:xfrm>
          <a:prstGeom prst="rect">
            <a:avLst/>
          </a:prstGeom>
        </p:spPr>
      </p:pic>
      <p:sp>
        <p:nvSpPr>
          <p:cNvPr id="5" name="Title 1">
            <a:extLst>
              <a:ext uri="{FF2B5EF4-FFF2-40B4-BE49-F238E27FC236}">
                <a16:creationId xmlns:a16="http://schemas.microsoft.com/office/drawing/2014/main" id="{05507AFA-8A5F-2595-3B4C-E6C7C48028EC}"/>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29F1FB9E-CF24-1CF4-0246-6365D2EEAC6F}"/>
              </a:ext>
            </a:extLst>
          </p:cNvPr>
          <p:cNvSpPr txBox="1"/>
          <p:nvPr/>
        </p:nvSpPr>
        <p:spPr>
          <a:xfrm>
            <a:off x="10625328" y="6254496"/>
            <a:ext cx="1389888" cy="369332"/>
          </a:xfrm>
          <a:prstGeom prst="rect">
            <a:avLst/>
          </a:prstGeom>
          <a:noFill/>
        </p:spPr>
        <p:txBody>
          <a:bodyPr wrap="square" rtlCol="0">
            <a:spAutoFit/>
          </a:bodyPr>
          <a:lstStyle/>
          <a:p>
            <a:r>
              <a:rPr lang="en-US" dirty="0"/>
              <a:t>7/23</a:t>
            </a:r>
          </a:p>
        </p:txBody>
      </p:sp>
    </p:spTree>
    <p:extLst>
      <p:ext uri="{BB962C8B-B14F-4D97-AF65-F5344CB8AC3E}">
        <p14:creationId xmlns:p14="http://schemas.microsoft.com/office/powerpoint/2010/main" val="2612340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E9133-7103-9494-9875-132B0C59D4D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6EB6D22-5417-943F-557C-3C68C36E1902}"/>
              </a:ext>
            </a:extLst>
          </p:cNvPr>
          <p:cNvPicPr>
            <a:picLocks noChangeAspect="1"/>
          </p:cNvPicPr>
          <p:nvPr/>
        </p:nvPicPr>
        <p:blipFill>
          <a:blip r:embed="rId3"/>
          <a:stretch>
            <a:fillRect/>
          </a:stretch>
        </p:blipFill>
        <p:spPr>
          <a:xfrm>
            <a:off x="0" y="24319"/>
            <a:ext cx="12192000" cy="6809361"/>
          </a:xfrm>
          <a:prstGeom prst="rect">
            <a:avLst/>
          </a:prstGeom>
        </p:spPr>
      </p:pic>
      <p:sp>
        <p:nvSpPr>
          <p:cNvPr id="5" name="Title 1">
            <a:extLst>
              <a:ext uri="{FF2B5EF4-FFF2-40B4-BE49-F238E27FC236}">
                <a16:creationId xmlns:a16="http://schemas.microsoft.com/office/drawing/2014/main" id="{11C387AD-ADEB-2645-06D0-92B9F844418B}"/>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19069270-348E-0B9C-5E94-96ADF122399B}"/>
              </a:ext>
            </a:extLst>
          </p:cNvPr>
          <p:cNvSpPr txBox="1"/>
          <p:nvPr/>
        </p:nvSpPr>
        <p:spPr>
          <a:xfrm>
            <a:off x="10625328" y="6254496"/>
            <a:ext cx="1389888" cy="369332"/>
          </a:xfrm>
          <a:prstGeom prst="rect">
            <a:avLst/>
          </a:prstGeom>
          <a:noFill/>
        </p:spPr>
        <p:txBody>
          <a:bodyPr wrap="square" rtlCol="0">
            <a:spAutoFit/>
          </a:bodyPr>
          <a:lstStyle/>
          <a:p>
            <a:r>
              <a:rPr lang="en-US" dirty="0"/>
              <a:t>8/23</a:t>
            </a:r>
          </a:p>
        </p:txBody>
      </p:sp>
      <p:pic>
        <p:nvPicPr>
          <p:cNvPr id="8" name="Picture 7">
            <a:extLst>
              <a:ext uri="{FF2B5EF4-FFF2-40B4-BE49-F238E27FC236}">
                <a16:creationId xmlns:a16="http://schemas.microsoft.com/office/drawing/2014/main" id="{5FFC59CE-DE04-E1CF-1E5C-9541B2759D5D}"/>
              </a:ext>
            </a:extLst>
          </p:cNvPr>
          <p:cNvPicPr>
            <a:picLocks noChangeAspect="1"/>
          </p:cNvPicPr>
          <p:nvPr/>
        </p:nvPicPr>
        <p:blipFill>
          <a:blip r:embed="rId4"/>
          <a:stretch>
            <a:fillRect/>
          </a:stretch>
        </p:blipFill>
        <p:spPr>
          <a:xfrm>
            <a:off x="1175651" y="4558537"/>
            <a:ext cx="9840698" cy="1486107"/>
          </a:xfrm>
          <a:prstGeom prst="rect">
            <a:avLst/>
          </a:prstGeom>
        </p:spPr>
      </p:pic>
    </p:spTree>
    <p:extLst>
      <p:ext uri="{BB962C8B-B14F-4D97-AF65-F5344CB8AC3E}">
        <p14:creationId xmlns:p14="http://schemas.microsoft.com/office/powerpoint/2010/main" val="63943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8937-AC20-64C4-8DCC-2984B00C46D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78B9625-156E-FC40-9C6A-DFAEADA595FE}"/>
              </a:ext>
            </a:extLst>
          </p:cNvPr>
          <p:cNvPicPr>
            <a:picLocks noChangeAspect="1"/>
          </p:cNvPicPr>
          <p:nvPr/>
        </p:nvPicPr>
        <p:blipFill>
          <a:blip r:embed="rId3"/>
          <a:stretch>
            <a:fillRect/>
          </a:stretch>
        </p:blipFill>
        <p:spPr>
          <a:xfrm>
            <a:off x="0" y="13018"/>
            <a:ext cx="12192000" cy="6831963"/>
          </a:xfrm>
          <a:prstGeom prst="rect">
            <a:avLst/>
          </a:prstGeom>
        </p:spPr>
      </p:pic>
      <p:sp>
        <p:nvSpPr>
          <p:cNvPr id="5" name="Title 1">
            <a:extLst>
              <a:ext uri="{FF2B5EF4-FFF2-40B4-BE49-F238E27FC236}">
                <a16:creationId xmlns:a16="http://schemas.microsoft.com/office/drawing/2014/main" id="{9B6D66A8-2A29-2F5B-1A83-B6907F0E8ABD}"/>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D93D87C1-A5FB-B53B-0D28-28F790B372A4}"/>
              </a:ext>
            </a:extLst>
          </p:cNvPr>
          <p:cNvSpPr txBox="1"/>
          <p:nvPr/>
        </p:nvSpPr>
        <p:spPr>
          <a:xfrm>
            <a:off x="10625328" y="6254496"/>
            <a:ext cx="1389888" cy="369332"/>
          </a:xfrm>
          <a:prstGeom prst="rect">
            <a:avLst/>
          </a:prstGeom>
          <a:noFill/>
        </p:spPr>
        <p:txBody>
          <a:bodyPr wrap="square" rtlCol="0">
            <a:spAutoFit/>
          </a:bodyPr>
          <a:lstStyle/>
          <a:p>
            <a:r>
              <a:rPr lang="en-US" dirty="0"/>
              <a:t>9/23</a:t>
            </a:r>
          </a:p>
        </p:txBody>
      </p:sp>
    </p:spTree>
    <p:extLst>
      <p:ext uri="{BB962C8B-B14F-4D97-AF65-F5344CB8AC3E}">
        <p14:creationId xmlns:p14="http://schemas.microsoft.com/office/powerpoint/2010/main" val="2356330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4033B-8C29-D763-D225-2FEB425C1E3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6353731-C44A-C146-A33E-1AF9D319C9F1}"/>
              </a:ext>
            </a:extLst>
          </p:cNvPr>
          <p:cNvPicPr>
            <a:picLocks noChangeAspect="1"/>
          </p:cNvPicPr>
          <p:nvPr/>
        </p:nvPicPr>
        <p:blipFill>
          <a:blip r:embed="rId3"/>
          <a:stretch>
            <a:fillRect/>
          </a:stretch>
        </p:blipFill>
        <p:spPr>
          <a:xfrm>
            <a:off x="6376597" y="342473"/>
            <a:ext cx="5591955" cy="6115904"/>
          </a:xfrm>
          <a:prstGeom prst="rect">
            <a:avLst/>
          </a:prstGeom>
        </p:spPr>
      </p:pic>
      <p:sp>
        <p:nvSpPr>
          <p:cNvPr id="5" name="Title 1">
            <a:extLst>
              <a:ext uri="{FF2B5EF4-FFF2-40B4-BE49-F238E27FC236}">
                <a16:creationId xmlns:a16="http://schemas.microsoft.com/office/drawing/2014/main" id="{1F86B3A8-B202-EE23-F00A-D63DCD48A92A}"/>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A2F5B9D6-F1E7-8284-41D8-00DD9BCC824C}"/>
              </a:ext>
            </a:extLst>
          </p:cNvPr>
          <p:cNvSpPr txBox="1"/>
          <p:nvPr/>
        </p:nvSpPr>
        <p:spPr>
          <a:xfrm>
            <a:off x="10625328" y="6254496"/>
            <a:ext cx="1389888" cy="369332"/>
          </a:xfrm>
          <a:prstGeom prst="rect">
            <a:avLst/>
          </a:prstGeom>
          <a:noFill/>
        </p:spPr>
        <p:txBody>
          <a:bodyPr wrap="square" rtlCol="0">
            <a:spAutoFit/>
          </a:bodyPr>
          <a:lstStyle/>
          <a:p>
            <a:r>
              <a:rPr lang="en-US" dirty="0"/>
              <a:t>10/23</a:t>
            </a:r>
          </a:p>
        </p:txBody>
      </p:sp>
      <p:pic>
        <p:nvPicPr>
          <p:cNvPr id="4" name="Picture 3">
            <a:extLst>
              <a:ext uri="{FF2B5EF4-FFF2-40B4-BE49-F238E27FC236}">
                <a16:creationId xmlns:a16="http://schemas.microsoft.com/office/drawing/2014/main" id="{25213EFF-DDEA-4866-41E7-05F9F0109860}"/>
              </a:ext>
            </a:extLst>
          </p:cNvPr>
          <p:cNvPicPr>
            <a:picLocks noChangeAspect="1"/>
          </p:cNvPicPr>
          <p:nvPr/>
        </p:nvPicPr>
        <p:blipFill>
          <a:blip r:embed="rId4"/>
          <a:stretch>
            <a:fillRect/>
          </a:stretch>
        </p:blipFill>
        <p:spPr>
          <a:xfrm>
            <a:off x="185728" y="332943"/>
            <a:ext cx="5591955" cy="6192114"/>
          </a:xfrm>
          <a:prstGeom prst="rect">
            <a:avLst/>
          </a:prstGeom>
        </p:spPr>
      </p:pic>
    </p:spTree>
    <p:extLst>
      <p:ext uri="{BB962C8B-B14F-4D97-AF65-F5344CB8AC3E}">
        <p14:creationId xmlns:p14="http://schemas.microsoft.com/office/powerpoint/2010/main" val="3880951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20467-17A7-F130-E9B2-70B94266E67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0C89F61-3E5D-8111-9E79-478FB387AF83}"/>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4D66FAE2-53E2-6999-CC80-F0A5B8C65B84}"/>
              </a:ext>
            </a:extLst>
          </p:cNvPr>
          <p:cNvSpPr txBox="1"/>
          <p:nvPr/>
        </p:nvSpPr>
        <p:spPr>
          <a:xfrm>
            <a:off x="10625328" y="6254496"/>
            <a:ext cx="1389888" cy="369332"/>
          </a:xfrm>
          <a:prstGeom prst="rect">
            <a:avLst/>
          </a:prstGeom>
          <a:noFill/>
        </p:spPr>
        <p:txBody>
          <a:bodyPr wrap="square" rtlCol="0">
            <a:spAutoFit/>
          </a:bodyPr>
          <a:lstStyle/>
          <a:p>
            <a:r>
              <a:rPr lang="en-US" dirty="0"/>
              <a:t>11/23</a:t>
            </a:r>
          </a:p>
        </p:txBody>
      </p:sp>
      <p:pic>
        <p:nvPicPr>
          <p:cNvPr id="4" name="Picture 3">
            <a:extLst>
              <a:ext uri="{FF2B5EF4-FFF2-40B4-BE49-F238E27FC236}">
                <a16:creationId xmlns:a16="http://schemas.microsoft.com/office/drawing/2014/main" id="{3231831E-5F95-4567-94AD-3F2D882F462E}"/>
              </a:ext>
            </a:extLst>
          </p:cNvPr>
          <p:cNvPicPr>
            <a:picLocks noChangeAspect="1"/>
          </p:cNvPicPr>
          <p:nvPr/>
        </p:nvPicPr>
        <p:blipFill>
          <a:blip r:embed="rId3"/>
          <a:stretch>
            <a:fillRect/>
          </a:stretch>
        </p:blipFill>
        <p:spPr>
          <a:xfrm>
            <a:off x="318281" y="1423707"/>
            <a:ext cx="11555438" cy="4010585"/>
          </a:xfrm>
          <a:prstGeom prst="rect">
            <a:avLst/>
          </a:prstGeom>
        </p:spPr>
      </p:pic>
    </p:spTree>
    <p:extLst>
      <p:ext uri="{BB962C8B-B14F-4D97-AF65-F5344CB8AC3E}">
        <p14:creationId xmlns:p14="http://schemas.microsoft.com/office/powerpoint/2010/main" val="2058098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EAC8C-F44A-50BB-234D-5816B472999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3D44736-7DD6-CC02-34D5-DF7976AC1CB6}"/>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8ABAC6F7-517E-B28B-85CF-A73ECBF9486B}"/>
              </a:ext>
            </a:extLst>
          </p:cNvPr>
          <p:cNvSpPr txBox="1"/>
          <p:nvPr/>
        </p:nvSpPr>
        <p:spPr>
          <a:xfrm>
            <a:off x="10625328" y="6254496"/>
            <a:ext cx="1389888" cy="369332"/>
          </a:xfrm>
          <a:prstGeom prst="rect">
            <a:avLst/>
          </a:prstGeom>
          <a:noFill/>
        </p:spPr>
        <p:txBody>
          <a:bodyPr wrap="square" rtlCol="0">
            <a:spAutoFit/>
          </a:bodyPr>
          <a:lstStyle/>
          <a:p>
            <a:r>
              <a:rPr lang="en-US" dirty="0"/>
              <a:t>12/23</a:t>
            </a:r>
          </a:p>
        </p:txBody>
      </p:sp>
      <p:pic>
        <p:nvPicPr>
          <p:cNvPr id="7" name="Picture 6">
            <a:extLst>
              <a:ext uri="{FF2B5EF4-FFF2-40B4-BE49-F238E27FC236}">
                <a16:creationId xmlns:a16="http://schemas.microsoft.com/office/drawing/2014/main" id="{45B03AF7-EAC1-F039-5989-10AA653DD8CF}"/>
              </a:ext>
            </a:extLst>
          </p:cNvPr>
          <p:cNvPicPr>
            <a:picLocks noChangeAspect="1"/>
          </p:cNvPicPr>
          <p:nvPr/>
        </p:nvPicPr>
        <p:blipFill>
          <a:blip r:embed="rId2"/>
          <a:stretch>
            <a:fillRect/>
          </a:stretch>
        </p:blipFill>
        <p:spPr>
          <a:xfrm>
            <a:off x="375439" y="928338"/>
            <a:ext cx="11441122" cy="5001323"/>
          </a:xfrm>
          <a:prstGeom prst="rect">
            <a:avLst/>
          </a:prstGeom>
        </p:spPr>
      </p:pic>
    </p:spTree>
    <p:extLst>
      <p:ext uri="{BB962C8B-B14F-4D97-AF65-F5344CB8AC3E}">
        <p14:creationId xmlns:p14="http://schemas.microsoft.com/office/powerpoint/2010/main" val="229419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05BEE-B69C-A588-453F-6B86EF61577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6D86CF8-289A-D580-77D8-F4DCAE3C7153}"/>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Fast Inference from Transformers via Speculative Decoding (18 May 2023)</a:t>
            </a:r>
          </a:p>
        </p:txBody>
      </p:sp>
      <p:sp>
        <p:nvSpPr>
          <p:cNvPr id="2" name="TextBox 1">
            <a:extLst>
              <a:ext uri="{FF2B5EF4-FFF2-40B4-BE49-F238E27FC236}">
                <a16:creationId xmlns:a16="http://schemas.microsoft.com/office/drawing/2014/main" id="{661C3FD4-2039-1629-C327-93D2B50FBA8D}"/>
              </a:ext>
            </a:extLst>
          </p:cNvPr>
          <p:cNvSpPr txBox="1"/>
          <p:nvPr/>
        </p:nvSpPr>
        <p:spPr>
          <a:xfrm>
            <a:off x="10625328" y="6254496"/>
            <a:ext cx="1389888" cy="369332"/>
          </a:xfrm>
          <a:prstGeom prst="rect">
            <a:avLst/>
          </a:prstGeom>
          <a:noFill/>
        </p:spPr>
        <p:txBody>
          <a:bodyPr wrap="square" rtlCol="0">
            <a:spAutoFit/>
          </a:bodyPr>
          <a:lstStyle/>
          <a:p>
            <a:r>
              <a:rPr lang="en-US" dirty="0"/>
              <a:t>13/23</a:t>
            </a:r>
          </a:p>
        </p:txBody>
      </p:sp>
      <p:pic>
        <p:nvPicPr>
          <p:cNvPr id="4" name="Picture 3">
            <a:extLst>
              <a:ext uri="{FF2B5EF4-FFF2-40B4-BE49-F238E27FC236}">
                <a16:creationId xmlns:a16="http://schemas.microsoft.com/office/drawing/2014/main" id="{A61737AD-76E8-93DF-2013-D68F72126D89}"/>
              </a:ext>
            </a:extLst>
          </p:cNvPr>
          <p:cNvPicPr>
            <a:picLocks noChangeAspect="1"/>
          </p:cNvPicPr>
          <p:nvPr/>
        </p:nvPicPr>
        <p:blipFill>
          <a:blip r:embed="rId2"/>
          <a:stretch>
            <a:fillRect/>
          </a:stretch>
        </p:blipFill>
        <p:spPr>
          <a:xfrm>
            <a:off x="0" y="830143"/>
            <a:ext cx="12192000" cy="2302114"/>
          </a:xfrm>
          <a:prstGeom prst="rect">
            <a:avLst/>
          </a:prstGeom>
        </p:spPr>
      </p:pic>
      <p:pic>
        <p:nvPicPr>
          <p:cNvPr id="8" name="Picture 7">
            <a:extLst>
              <a:ext uri="{FF2B5EF4-FFF2-40B4-BE49-F238E27FC236}">
                <a16:creationId xmlns:a16="http://schemas.microsoft.com/office/drawing/2014/main" id="{F6FFC55E-B418-93AD-82D0-9965E22D629A}"/>
              </a:ext>
            </a:extLst>
          </p:cNvPr>
          <p:cNvPicPr>
            <a:picLocks noChangeAspect="1"/>
          </p:cNvPicPr>
          <p:nvPr/>
        </p:nvPicPr>
        <p:blipFill>
          <a:blip r:embed="rId3"/>
          <a:stretch>
            <a:fillRect/>
          </a:stretch>
        </p:blipFill>
        <p:spPr>
          <a:xfrm>
            <a:off x="0" y="3228193"/>
            <a:ext cx="12192000" cy="2992413"/>
          </a:xfrm>
          <a:prstGeom prst="rect">
            <a:avLst/>
          </a:prstGeom>
        </p:spPr>
      </p:pic>
    </p:spTree>
    <p:extLst>
      <p:ext uri="{BB962C8B-B14F-4D97-AF65-F5344CB8AC3E}">
        <p14:creationId xmlns:p14="http://schemas.microsoft.com/office/powerpoint/2010/main" val="1679388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4D9B-A3D0-B769-83CE-338303E74C6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B2A5F00-0675-27B2-B5ED-AB0426EE97DA}"/>
              </a:ext>
            </a:extLst>
          </p:cNvPr>
          <p:cNvPicPr>
            <a:picLocks noChangeAspect="1"/>
          </p:cNvPicPr>
          <p:nvPr/>
        </p:nvPicPr>
        <p:blipFill>
          <a:blip r:embed="rId3"/>
          <a:stretch>
            <a:fillRect/>
          </a:stretch>
        </p:blipFill>
        <p:spPr>
          <a:xfrm>
            <a:off x="0" y="9518"/>
            <a:ext cx="12192000" cy="6838964"/>
          </a:xfrm>
          <a:prstGeom prst="rect">
            <a:avLst/>
          </a:prstGeom>
        </p:spPr>
      </p:pic>
      <p:sp>
        <p:nvSpPr>
          <p:cNvPr id="2" name="Title 1">
            <a:extLst>
              <a:ext uri="{FF2B5EF4-FFF2-40B4-BE49-F238E27FC236}">
                <a16:creationId xmlns:a16="http://schemas.microsoft.com/office/drawing/2014/main" id="{428ABF6D-83D6-40A1-4B92-285433CE96A4}"/>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 (14 Jun 2024)</a:t>
            </a:r>
          </a:p>
        </p:txBody>
      </p:sp>
      <p:sp>
        <p:nvSpPr>
          <p:cNvPr id="3" name="TextBox 2">
            <a:extLst>
              <a:ext uri="{FF2B5EF4-FFF2-40B4-BE49-F238E27FC236}">
                <a16:creationId xmlns:a16="http://schemas.microsoft.com/office/drawing/2014/main" id="{D12C6992-85D6-CD58-2849-ED91C3210759}"/>
              </a:ext>
            </a:extLst>
          </p:cNvPr>
          <p:cNvSpPr txBox="1"/>
          <p:nvPr/>
        </p:nvSpPr>
        <p:spPr>
          <a:xfrm>
            <a:off x="10625328" y="6254496"/>
            <a:ext cx="1389888" cy="369332"/>
          </a:xfrm>
          <a:prstGeom prst="rect">
            <a:avLst/>
          </a:prstGeom>
          <a:noFill/>
        </p:spPr>
        <p:txBody>
          <a:bodyPr wrap="square" rtlCol="0">
            <a:spAutoFit/>
          </a:bodyPr>
          <a:lstStyle/>
          <a:p>
            <a:r>
              <a:rPr lang="en-US" dirty="0"/>
              <a:t>13/23</a:t>
            </a:r>
          </a:p>
        </p:txBody>
      </p:sp>
    </p:spTree>
    <p:extLst>
      <p:ext uri="{BB962C8B-B14F-4D97-AF65-F5344CB8AC3E}">
        <p14:creationId xmlns:p14="http://schemas.microsoft.com/office/powerpoint/2010/main" val="1235335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97BD-8AB3-2B35-C4C3-BF7A2F14E2C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70F68A2-A715-C433-5883-F12E917CA460}"/>
              </a:ext>
            </a:extLst>
          </p:cNvPr>
          <p:cNvPicPr>
            <a:picLocks noChangeAspect="1"/>
          </p:cNvPicPr>
          <p:nvPr/>
        </p:nvPicPr>
        <p:blipFill>
          <a:blip r:embed="rId3"/>
          <a:stretch>
            <a:fillRect/>
          </a:stretch>
        </p:blipFill>
        <p:spPr>
          <a:xfrm>
            <a:off x="0" y="32063"/>
            <a:ext cx="12192000" cy="6793874"/>
          </a:xfrm>
          <a:prstGeom prst="rect">
            <a:avLst/>
          </a:prstGeom>
        </p:spPr>
      </p:pic>
      <p:sp>
        <p:nvSpPr>
          <p:cNvPr id="2" name="Title 1">
            <a:extLst>
              <a:ext uri="{FF2B5EF4-FFF2-40B4-BE49-F238E27FC236}">
                <a16:creationId xmlns:a16="http://schemas.microsoft.com/office/drawing/2014/main" id="{B70D9ACE-1B37-758C-2915-119A53342F39}"/>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371AA202-BF66-7A6A-883F-5DDB6B804772}"/>
              </a:ext>
            </a:extLst>
          </p:cNvPr>
          <p:cNvSpPr txBox="1"/>
          <p:nvPr/>
        </p:nvSpPr>
        <p:spPr>
          <a:xfrm>
            <a:off x="10625328" y="6254496"/>
            <a:ext cx="1389888" cy="369332"/>
          </a:xfrm>
          <a:prstGeom prst="rect">
            <a:avLst/>
          </a:prstGeom>
          <a:noFill/>
        </p:spPr>
        <p:txBody>
          <a:bodyPr wrap="square" rtlCol="0">
            <a:spAutoFit/>
          </a:bodyPr>
          <a:lstStyle/>
          <a:p>
            <a:r>
              <a:rPr lang="en-US" dirty="0"/>
              <a:t>14/23</a:t>
            </a:r>
          </a:p>
        </p:txBody>
      </p:sp>
    </p:spTree>
    <p:extLst>
      <p:ext uri="{BB962C8B-B14F-4D97-AF65-F5344CB8AC3E}">
        <p14:creationId xmlns:p14="http://schemas.microsoft.com/office/powerpoint/2010/main" val="1376401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C57BF-33E3-2748-A048-27FC3EB6525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948566D-49DE-F1E1-841C-411FB02E8C99}"/>
              </a:ext>
            </a:extLst>
          </p:cNvPr>
          <p:cNvPicPr>
            <a:picLocks noChangeAspect="1"/>
          </p:cNvPicPr>
          <p:nvPr/>
        </p:nvPicPr>
        <p:blipFill>
          <a:blip r:embed="rId2"/>
          <a:stretch>
            <a:fillRect/>
          </a:stretch>
        </p:blipFill>
        <p:spPr>
          <a:xfrm>
            <a:off x="0" y="12662"/>
            <a:ext cx="12192000" cy="6832676"/>
          </a:xfrm>
          <a:prstGeom prst="rect">
            <a:avLst/>
          </a:prstGeom>
        </p:spPr>
      </p:pic>
      <p:sp>
        <p:nvSpPr>
          <p:cNvPr id="2" name="Title 1">
            <a:extLst>
              <a:ext uri="{FF2B5EF4-FFF2-40B4-BE49-F238E27FC236}">
                <a16:creationId xmlns:a16="http://schemas.microsoft.com/office/drawing/2014/main" id="{DB759357-FA97-1618-D824-EEE045901C61}"/>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51820ABE-E0D7-15DF-9047-5CD8FBCF71B3}"/>
              </a:ext>
            </a:extLst>
          </p:cNvPr>
          <p:cNvSpPr txBox="1"/>
          <p:nvPr/>
        </p:nvSpPr>
        <p:spPr>
          <a:xfrm>
            <a:off x="10625328" y="6254496"/>
            <a:ext cx="1389888" cy="369332"/>
          </a:xfrm>
          <a:prstGeom prst="rect">
            <a:avLst/>
          </a:prstGeom>
          <a:noFill/>
        </p:spPr>
        <p:txBody>
          <a:bodyPr wrap="square" rtlCol="0">
            <a:spAutoFit/>
          </a:bodyPr>
          <a:lstStyle/>
          <a:p>
            <a:r>
              <a:rPr lang="en-US" dirty="0"/>
              <a:t>15/23</a:t>
            </a:r>
          </a:p>
        </p:txBody>
      </p:sp>
    </p:spTree>
    <p:extLst>
      <p:ext uri="{BB962C8B-B14F-4D97-AF65-F5344CB8AC3E}">
        <p14:creationId xmlns:p14="http://schemas.microsoft.com/office/powerpoint/2010/main" val="753351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E3DE9-2447-39BB-4A6C-1FEC0C5213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1AF156-6DCE-D1DE-8B22-3BDC902DF7C8}"/>
              </a:ext>
            </a:extLst>
          </p:cNvPr>
          <p:cNvPicPr>
            <a:picLocks noChangeAspect="1"/>
          </p:cNvPicPr>
          <p:nvPr/>
        </p:nvPicPr>
        <p:blipFill>
          <a:blip r:embed="rId2"/>
          <a:stretch>
            <a:fillRect/>
          </a:stretch>
        </p:blipFill>
        <p:spPr>
          <a:xfrm>
            <a:off x="0" y="14687"/>
            <a:ext cx="12192000" cy="6828626"/>
          </a:xfrm>
          <a:prstGeom prst="rect">
            <a:avLst/>
          </a:prstGeom>
        </p:spPr>
      </p:pic>
      <p:sp>
        <p:nvSpPr>
          <p:cNvPr id="2" name="Title 1">
            <a:extLst>
              <a:ext uri="{FF2B5EF4-FFF2-40B4-BE49-F238E27FC236}">
                <a16:creationId xmlns:a16="http://schemas.microsoft.com/office/drawing/2014/main" id="{86CD9246-CE16-478D-A8B1-C760811EA03A}"/>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997E8DCF-5FA3-9551-D366-02F595AAC317}"/>
              </a:ext>
            </a:extLst>
          </p:cNvPr>
          <p:cNvSpPr txBox="1"/>
          <p:nvPr/>
        </p:nvSpPr>
        <p:spPr>
          <a:xfrm>
            <a:off x="10625328" y="6254496"/>
            <a:ext cx="1389888" cy="369332"/>
          </a:xfrm>
          <a:prstGeom prst="rect">
            <a:avLst/>
          </a:prstGeom>
          <a:noFill/>
        </p:spPr>
        <p:txBody>
          <a:bodyPr wrap="square" rtlCol="0">
            <a:spAutoFit/>
          </a:bodyPr>
          <a:lstStyle/>
          <a:p>
            <a:r>
              <a:rPr lang="en-US" dirty="0"/>
              <a:t>15/23</a:t>
            </a:r>
          </a:p>
        </p:txBody>
      </p:sp>
    </p:spTree>
    <p:extLst>
      <p:ext uri="{BB962C8B-B14F-4D97-AF65-F5344CB8AC3E}">
        <p14:creationId xmlns:p14="http://schemas.microsoft.com/office/powerpoint/2010/main" val="167091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9437D-F2C0-D8C8-7C38-E189C52B830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E3D9445-E741-B599-4ADD-717119F63E69}"/>
              </a:ext>
            </a:extLst>
          </p:cNvPr>
          <p:cNvPicPr>
            <a:picLocks noChangeAspect="1"/>
          </p:cNvPicPr>
          <p:nvPr/>
        </p:nvPicPr>
        <p:blipFill>
          <a:blip r:embed="rId2"/>
          <a:stretch>
            <a:fillRect/>
          </a:stretch>
        </p:blipFill>
        <p:spPr>
          <a:xfrm>
            <a:off x="0" y="16164"/>
            <a:ext cx="12192000" cy="6825672"/>
          </a:xfrm>
          <a:prstGeom prst="rect">
            <a:avLst/>
          </a:prstGeom>
        </p:spPr>
      </p:pic>
      <p:sp>
        <p:nvSpPr>
          <p:cNvPr id="2" name="Title 1">
            <a:extLst>
              <a:ext uri="{FF2B5EF4-FFF2-40B4-BE49-F238E27FC236}">
                <a16:creationId xmlns:a16="http://schemas.microsoft.com/office/drawing/2014/main" id="{E7BFAE57-EF98-4B0E-56B1-E40A00E3234A}"/>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9917897B-EA93-1A97-6C02-5B5DADC1378F}"/>
              </a:ext>
            </a:extLst>
          </p:cNvPr>
          <p:cNvSpPr txBox="1"/>
          <p:nvPr/>
        </p:nvSpPr>
        <p:spPr>
          <a:xfrm>
            <a:off x="10625328" y="6254496"/>
            <a:ext cx="1389888" cy="369332"/>
          </a:xfrm>
          <a:prstGeom prst="rect">
            <a:avLst/>
          </a:prstGeom>
          <a:noFill/>
        </p:spPr>
        <p:txBody>
          <a:bodyPr wrap="square" rtlCol="0">
            <a:spAutoFit/>
          </a:bodyPr>
          <a:lstStyle/>
          <a:p>
            <a:r>
              <a:rPr lang="en-US" dirty="0"/>
              <a:t>16/23</a:t>
            </a:r>
          </a:p>
        </p:txBody>
      </p:sp>
    </p:spTree>
    <p:extLst>
      <p:ext uri="{BB962C8B-B14F-4D97-AF65-F5344CB8AC3E}">
        <p14:creationId xmlns:p14="http://schemas.microsoft.com/office/powerpoint/2010/main" val="3879931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892B7-49C8-37A4-B693-4DC82CE3E34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C9B3944-3C3D-B555-B4D0-ACACA230B885}"/>
              </a:ext>
            </a:extLst>
          </p:cNvPr>
          <p:cNvPicPr>
            <a:picLocks noChangeAspect="1"/>
          </p:cNvPicPr>
          <p:nvPr/>
        </p:nvPicPr>
        <p:blipFill>
          <a:blip r:embed="rId2"/>
          <a:srcRect l="65722"/>
          <a:stretch>
            <a:fillRect/>
          </a:stretch>
        </p:blipFill>
        <p:spPr>
          <a:xfrm>
            <a:off x="8012784" y="16164"/>
            <a:ext cx="4179216" cy="6825672"/>
          </a:xfrm>
          <a:prstGeom prst="rect">
            <a:avLst/>
          </a:prstGeom>
        </p:spPr>
      </p:pic>
      <p:sp>
        <p:nvSpPr>
          <p:cNvPr id="2" name="Title 1">
            <a:extLst>
              <a:ext uri="{FF2B5EF4-FFF2-40B4-BE49-F238E27FC236}">
                <a16:creationId xmlns:a16="http://schemas.microsoft.com/office/drawing/2014/main" id="{9CAE23CD-8A99-2B2F-9E95-86BFC6291466}"/>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1E182F0F-EBB5-4C27-C955-C377F91775DE}"/>
              </a:ext>
            </a:extLst>
          </p:cNvPr>
          <p:cNvSpPr txBox="1"/>
          <p:nvPr/>
        </p:nvSpPr>
        <p:spPr>
          <a:xfrm>
            <a:off x="10625328" y="6254496"/>
            <a:ext cx="1389888" cy="369332"/>
          </a:xfrm>
          <a:prstGeom prst="rect">
            <a:avLst/>
          </a:prstGeom>
          <a:noFill/>
        </p:spPr>
        <p:txBody>
          <a:bodyPr wrap="square" rtlCol="0">
            <a:spAutoFit/>
          </a:bodyPr>
          <a:lstStyle/>
          <a:p>
            <a:r>
              <a:rPr lang="en-US" dirty="0"/>
              <a:t>17/23</a:t>
            </a:r>
          </a:p>
        </p:txBody>
      </p:sp>
      <p:sp>
        <p:nvSpPr>
          <p:cNvPr id="5" name="TextBox 4">
            <a:extLst>
              <a:ext uri="{FF2B5EF4-FFF2-40B4-BE49-F238E27FC236}">
                <a16:creationId xmlns:a16="http://schemas.microsoft.com/office/drawing/2014/main" id="{B3A07B0E-10A6-2143-63E4-F6E9B42032AE}"/>
              </a:ext>
            </a:extLst>
          </p:cNvPr>
          <p:cNvSpPr txBox="1"/>
          <p:nvPr/>
        </p:nvSpPr>
        <p:spPr>
          <a:xfrm>
            <a:off x="285162" y="772527"/>
            <a:ext cx="6094428" cy="1169551"/>
          </a:xfrm>
          <a:prstGeom prst="rect">
            <a:avLst/>
          </a:prstGeom>
          <a:noFill/>
        </p:spPr>
        <p:txBody>
          <a:bodyPr wrap="square">
            <a:spAutoFit/>
          </a:bodyPr>
          <a:lstStyle/>
          <a:p>
            <a:pPr>
              <a:buNone/>
            </a:pPr>
            <a:r>
              <a:rPr lang="en-US" sz="1400" b="1" dirty="0"/>
              <a:t>🔹 Vicuna-33B: Lower accuracy rate, comparable quality</a:t>
            </a:r>
          </a:p>
          <a:p>
            <a:pPr>
              <a:buFont typeface="Arial" panose="020B0604020202020204" pitchFamily="34" charset="0"/>
              <a:buChar char="•"/>
            </a:pPr>
            <a:r>
              <a:rPr lang="en-US" sz="1400" dirty="0"/>
              <a:t>The </a:t>
            </a:r>
            <a:r>
              <a:rPr lang="en-US" sz="1400" b="1" dirty="0"/>
              <a:t>33B-parameter model</a:t>
            </a:r>
            <a:r>
              <a:rPr lang="en-US" sz="1400" dirty="0"/>
              <a:t> doesn’t always match exact answers (lower accuracy)</a:t>
            </a:r>
          </a:p>
          <a:p>
            <a:pPr>
              <a:buFont typeface="Arial" panose="020B0604020202020204" pitchFamily="34" charset="0"/>
              <a:buChar char="•"/>
            </a:pPr>
            <a:r>
              <a:rPr lang="en-US" sz="1400" dirty="0"/>
              <a:t>But </a:t>
            </a:r>
            <a:r>
              <a:rPr lang="en-US" sz="1400" b="1" dirty="0"/>
              <a:t>humans judge its responses as similarly good</a:t>
            </a:r>
            <a:endParaRPr lang="en-US" sz="1400" dirty="0"/>
          </a:p>
          <a:p>
            <a:pPr>
              <a:buFont typeface="Arial" panose="020B0604020202020204" pitchFamily="34" charset="0"/>
              <a:buChar char="•"/>
            </a:pPr>
            <a:r>
              <a:rPr lang="en-US" sz="1400" dirty="0"/>
              <a:t>Meaning: </a:t>
            </a:r>
            <a:r>
              <a:rPr lang="en-US" sz="1400" i="1" dirty="0"/>
              <a:t>It sounds good, even if it’s not always exactly correct</a:t>
            </a:r>
            <a:endParaRPr lang="en-US" sz="1400" dirty="0"/>
          </a:p>
        </p:txBody>
      </p:sp>
      <p:sp>
        <p:nvSpPr>
          <p:cNvPr id="8" name="TextBox 7">
            <a:extLst>
              <a:ext uri="{FF2B5EF4-FFF2-40B4-BE49-F238E27FC236}">
                <a16:creationId xmlns:a16="http://schemas.microsoft.com/office/drawing/2014/main" id="{9F9FF6A7-5DAD-D21A-A230-F7578309DE01}"/>
              </a:ext>
            </a:extLst>
          </p:cNvPr>
          <p:cNvSpPr txBox="1"/>
          <p:nvPr/>
        </p:nvSpPr>
        <p:spPr>
          <a:xfrm>
            <a:off x="285162" y="2128616"/>
            <a:ext cx="6094428" cy="1600438"/>
          </a:xfrm>
          <a:prstGeom prst="rect">
            <a:avLst/>
          </a:prstGeom>
          <a:noFill/>
        </p:spPr>
        <p:txBody>
          <a:bodyPr wrap="square">
            <a:spAutoFit/>
          </a:bodyPr>
          <a:lstStyle/>
          <a:p>
            <a:pPr>
              <a:buNone/>
            </a:pPr>
            <a:r>
              <a:rPr lang="en-US" sz="1400" b="1" dirty="0"/>
              <a:t>🔹 Zephyr-7B: Multiple rounds conversational generation</a:t>
            </a:r>
          </a:p>
          <a:p>
            <a:pPr>
              <a:buFont typeface="Arial" panose="020B0604020202020204" pitchFamily="34" charset="0"/>
              <a:buChar char="•"/>
            </a:pPr>
            <a:r>
              <a:rPr lang="en-US" sz="1400" dirty="0"/>
              <a:t>The </a:t>
            </a:r>
            <a:r>
              <a:rPr lang="en-US" sz="1400" b="1" dirty="0"/>
              <a:t>7B model</a:t>
            </a:r>
            <a:r>
              <a:rPr lang="en-US" sz="1400" dirty="0"/>
              <a:t> is trained through </a:t>
            </a:r>
            <a:r>
              <a:rPr lang="en-US" sz="1400" b="1" dirty="0"/>
              <a:t>multiple conversation turns</a:t>
            </a:r>
            <a:endParaRPr lang="en-US" sz="1400" dirty="0"/>
          </a:p>
          <a:p>
            <a:pPr>
              <a:buFont typeface="Arial" panose="020B0604020202020204" pitchFamily="34" charset="0"/>
              <a:buChar char="•"/>
            </a:pPr>
            <a:r>
              <a:rPr lang="en-US" sz="1400" dirty="0"/>
              <a:t>It learns to:</a:t>
            </a:r>
          </a:p>
          <a:p>
            <a:pPr marL="742950" lvl="1" indent="-285750">
              <a:buFont typeface="Arial" panose="020B0604020202020204" pitchFamily="34" charset="0"/>
              <a:buChar char="•"/>
            </a:pPr>
            <a:r>
              <a:rPr lang="en-US" sz="1400" dirty="0"/>
              <a:t>Respond</a:t>
            </a:r>
          </a:p>
          <a:p>
            <a:pPr marL="742950" lvl="1" indent="-285750">
              <a:buFont typeface="Arial" panose="020B0604020202020204" pitchFamily="34" charset="0"/>
              <a:buChar char="•"/>
            </a:pPr>
            <a:r>
              <a:rPr lang="en-US" sz="1400" dirty="0"/>
              <a:t>Follow up</a:t>
            </a:r>
          </a:p>
          <a:p>
            <a:pPr marL="742950" lvl="1" indent="-285750">
              <a:buFont typeface="Arial" panose="020B0604020202020204" pitchFamily="34" charset="0"/>
              <a:buChar char="•"/>
            </a:pPr>
            <a:r>
              <a:rPr lang="en-US" sz="1400" dirty="0"/>
              <a:t>Stay consistent across dialogue</a:t>
            </a:r>
          </a:p>
          <a:p>
            <a:pPr>
              <a:buFont typeface="Arial" panose="020B0604020202020204" pitchFamily="34" charset="0"/>
              <a:buChar char="•"/>
            </a:pPr>
            <a:r>
              <a:rPr lang="en-US" sz="1400" dirty="0"/>
              <a:t>This improves </a:t>
            </a:r>
            <a:r>
              <a:rPr lang="en-US" sz="1400" b="1" dirty="0"/>
              <a:t>chat behavior</a:t>
            </a:r>
            <a:r>
              <a:rPr lang="en-US" sz="1400" dirty="0"/>
              <a:t>, not just single answers</a:t>
            </a:r>
          </a:p>
        </p:txBody>
      </p:sp>
      <p:sp>
        <p:nvSpPr>
          <p:cNvPr id="10" name="TextBox 9">
            <a:extLst>
              <a:ext uri="{FF2B5EF4-FFF2-40B4-BE49-F238E27FC236}">
                <a16:creationId xmlns:a16="http://schemas.microsoft.com/office/drawing/2014/main" id="{E1C2DDDF-8521-374E-C9F4-B36718789A68}"/>
              </a:ext>
            </a:extLst>
          </p:cNvPr>
          <p:cNvSpPr txBox="1"/>
          <p:nvPr/>
        </p:nvSpPr>
        <p:spPr>
          <a:xfrm>
            <a:off x="285162" y="3915592"/>
            <a:ext cx="6094428" cy="954107"/>
          </a:xfrm>
          <a:prstGeom prst="rect">
            <a:avLst/>
          </a:prstGeom>
          <a:noFill/>
        </p:spPr>
        <p:txBody>
          <a:bodyPr wrap="square">
            <a:spAutoFit/>
          </a:bodyPr>
          <a:lstStyle/>
          <a:p>
            <a:pPr>
              <a:buNone/>
            </a:pPr>
            <a:r>
              <a:rPr lang="en-US" sz="1400" b="1" dirty="0"/>
              <a:t>🔹 MT-Bench: Quality scores 0–10</a:t>
            </a:r>
          </a:p>
          <a:p>
            <a:pPr>
              <a:buFont typeface="Arial" panose="020B0604020202020204" pitchFamily="34" charset="0"/>
              <a:buChar char="•"/>
            </a:pPr>
            <a:r>
              <a:rPr lang="en-US" sz="1400" b="1" dirty="0"/>
              <a:t>MT-Bench</a:t>
            </a:r>
            <a:r>
              <a:rPr lang="en-US" sz="1400" dirty="0"/>
              <a:t> is a </a:t>
            </a:r>
            <a:r>
              <a:rPr lang="en-US" sz="1400" b="1" dirty="0"/>
              <a:t>human-style evaluation test</a:t>
            </a:r>
            <a:endParaRPr lang="en-US" sz="1400" dirty="0"/>
          </a:p>
          <a:p>
            <a:pPr>
              <a:buFont typeface="Arial" panose="020B0604020202020204" pitchFamily="34" charset="0"/>
              <a:buChar char="•"/>
            </a:pPr>
            <a:r>
              <a:rPr lang="en-US" sz="1400" dirty="0"/>
              <a:t>Scores answers from </a:t>
            </a:r>
            <a:r>
              <a:rPr lang="en-US" sz="1400" b="1" dirty="0"/>
              <a:t>0 (bad) to 10 (excellent)</a:t>
            </a:r>
            <a:endParaRPr lang="en-US" sz="1400" dirty="0"/>
          </a:p>
          <a:p>
            <a:pPr>
              <a:buFont typeface="Arial" panose="020B0604020202020204" pitchFamily="34" charset="0"/>
              <a:buChar char="•"/>
            </a:pPr>
            <a:r>
              <a:rPr lang="en-US" sz="1400" dirty="0"/>
              <a:t>Used to compare how </a:t>
            </a:r>
            <a:r>
              <a:rPr lang="en-US" sz="1400" i="1" dirty="0"/>
              <a:t>good</a:t>
            </a:r>
            <a:r>
              <a:rPr lang="en-US" sz="1400" dirty="0"/>
              <a:t> responses feel to users, not just correctness</a:t>
            </a:r>
          </a:p>
        </p:txBody>
      </p:sp>
      <p:sp>
        <p:nvSpPr>
          <p:cNvPr id="12" name="TextBox 11">
            <a:extLst>
              <a:ext uri="{FF2B5EF4-FFF2-40B4-BE49-F238E27FC236}">
                <a16:creationId xmlns:a16="http://schemas.microsoft.com/office/drawing/2014/main" id="{1FC36F58-4FDF-ADB6-0D1C-D31F1DF59B5C}"/>
              </a:ext>
            </a:extLst>
          </p:cNvPr>
          <p:cNvSpPr txBox="1"/>
          <p:nvPr/>
        </p:nvSpPr>
        <p:spPr>
          <a:xfrm>
            <a:off x="318690" y="5323085"/>
            <a:ext cx="11035110" cy="923330"/>
          </a:xfrm>
          <a:prstGeom prst="rect">
            <a:avLst/>
          </a:prstGeom>
          <a:noFill/>
        </p:spPr>
        <p:txBody>
          <a:bodyPr wrap="square">
            <a:spAutoFit/>
          </a:bodyPr>
          <a:lstStyle/>
          <a:p>
            <a:pPr>
              <a:buNone/>
            </a:pPr>
            <a:r>
              <a:rPr lang="en-US" b="1" dirty="0"/>
              <a:t>Big takeaway (one sentence)</a:t>
            </a:r>
          </a:p>
          <a:p>
            <a:pPr>
              <a:buNone/>
            </a:pPr>
            <a:r>
              <a:rPr lang="en-US" dirty="0"/>
              <a:t>Self-distillation lets smaller models sound almost as good as larger ones by learning from them, even if they’re slightly less accurate.</a:t>
            </a:r>
          </a:p>
        </p:txBody>
      </p:sp>
    </p:spTree>
    <p:extLst>
      <p:ext uri="{BB962C8B-B14F-4D97-AF65-F5344CB8AC3E}">
        <p14:creationId xmlns:p14="http://schemas.microsoft.com/office/powerpoint/2010/main" val="4079668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4393C-52FD-BC8B-AC69-79363DAB82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01A79F-CF05-17DB-25ED-5B38F3D30FAE}"/>
              </a:ext>
            </a:extLst>
          </p:cNvPr>
          <p:cNvPicPr>
            <a:picLocks noChangeAspect="1"/>
          </p:cNvPicPr>
          <p:nvPr/>
        </p:nvPicPr>
        <p:blipFill>
          <a:blip r:embed="rId2"/>
          <a:stretch>
            <a:fillRect/>
          </a:stretch>
        </p:blipFill>
        <p:spPr>
          <a:xfrm>
            <a:off x="0" y="32063"/>
            <a:ext cx="12192000" cy="6793874"/>
          </a:xfrm>
          <a:prstGeom prst="rect">
            <a:avLst/>
          </a:prstGeom>
        </p:spPr>
      </p:pic>
      <p:sp>
        <p:nvSpPr>
          <p:cNvPr id="2" name="Title 1">
            <a:extLst>
              <a:ext uri="{FF2B5EF4-FFF2-40B4-BE49-F238E27FC236}">
                <a16:creationId xmlns:a16="http://schemas.microsoft.com/office/drawing/2014/main" id="{348715D9-32EC-D7FE-F1D6-E82755EB7347}"/>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8CE74E55-0164-6107-2E09-BAE9F3FA11FF}"/>
              </a:ext>
            </a:extLst>
          </p:cNvPr>
          <p:cNvSpPr txBox="1"/>
          <p:nvPr/>
        </p:nvSpPr>
        <p:spPr>
          <a:xfrm>
            <a:off x="10625328" y="6254496"/>
            <a:ext cx="1389888" cy="369332"/>
          </a:xfrm>
          <a:prstGeom prst="rect">
            <a:avLst/>
          </a:prstGeom>
          <a:noFill/>
        </p:spPr>
        <p:txBody>
          <a:bodyPr wrap="square" rtlCol="0">
            <a:spAutoFit/>
          </a:bodyPr>
          <a:lstStyle/>
          <a:p>
            <a:r>
              <a:rPr lang="en-US" dirty="0"/>
              <a:t>18/23</a:t>
            </a:r>
          </a:p>
        </p:txBody>
      </p:sp>
      <p:sp>
        <p:nvSpPr>
          <p:cNvPr id="6" name="TextBox 5">
            <a:extLst>
              <a:ext uri="{FF2B5EF4-FFF2-40B4-BE49-F238E27FC236}">
                <a16:creationId xmlns:a16="http://schemas.microsoft.com/office/drawing/2014/main" id="{D276854C-4BF8-0A19-3FE3-A309C04E433E}"/>
              </a:ext>
            </a:extLst>
          </p:cNvPr>
          <p:cNvSpPr txBox="1"/>
          <p:nvPr/>
        </p:nvSpPr>
        <p:spPr>
          <a:xfrm>
            <a:off x="84840" y="5069340"/>
            <a:ext cx="10363703" cy="1200329"/>
          </a:xfrm>
          <a:prstGeom prst="rect">
            <a:avLst/>
          </a:prstGeom>
          <a:noFill/>
        </p:spPr>
        <p:txBody>
          <a:bodyPr wrap="square">
            <a:spAutoFit/>
          </a:bodyPr>
          <a:lstStyle/>
          <a:p>
            <a:pPr>
              <a:buNone/>
            </a:pPr>
            <a:r>
              <a:rPr lang="en-US" sz="1200" b="1" dirty="0"/>
              <a:t>Why Humanities is harder to speed up</a:t>
            </a:r>
          </a:p>
          <a:p>
            <a:pPr>
              <a:buNone/>
            </a:pPr>
            <a:r>
              <a:rPr lang="en-US" sz="1200" b="1" dirty="0"/>
              <a:t>1️⃣ More open-ended language</a:t>
            </a:r>
          </a:p>
          <a:p>
            <a:pPr>
              <a:buNone/>
            </a:pPr>
            <a:r>
              <a:rPr lang="en-US" sz="1200" dirty="0"/>
              <a:t>Humanities tasks (essays, interpretations, opinions):</a:t>
            </a:r>
          </a:p>
          <a:p>
            <a:pPr>
              <a:buFont typeface="Arial" panose="020B0604020202020204" pitchFamily="34" charset="0"/>
              <a:buChar char="•"/>
            </a:pPr>
            <a:r>
              <a:rPr lang="en-US" sz="1200" dirty="0"/>
              <a:t>Have </a:t>
            </a:r>
            <a:r>
              <a:rPr lang="en-US" sz="1200" b="1" dirty="0"/>
              <a:t>many valid ways to continue</a:t>
            </a:r>
            <a:endParaRPr lang="en-US" sz="1200" dirty="0"/>
          </a:p>
          <a:p>
            <a:pPr>
              <a:buFont typeface="Arial" panose="020B0604020202020204" pitchFamily="34" charset="0"/>
              <a:buChar char="•"/>
            </a:pPr>
            <a:r>
              <a:rPr lang="en-US" sz="1200" dirty="0"/>
              <a:t>Small wording changes can be equally correct</a:t>
            </a:r>
          </a:p>
          <a:p>
            <a:pPr>
              <a:buNone/>
            </a:pPr>
            <a:r>
              <a:rPr lang="en-US" sz="1200" dirty="0"/>
              <a:t>➡ The fast “guessing” model disagrees more often with the main model.</a:t>
            </a:r>
          </a:p>
        </p:txBody>
      </p:sp>
    </p:spTree>
    <p:extLst>
      <p:ext uri="{BB962C8B-B14F-4D97-AF65-F5344CB8AC3E}">
        <p14:creationId xmlns:p14="http://schemas.microsoft.com/office/powerpoint/2010/main" val="190465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46338-8C8D-3A50-1A67-0D11BE2D741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8AF3C4-90D4-FF91-E8DF-5481CB56256C}"/>
              </a:ext>
            </a:extLst>
          </p:cNvPr>
          <p:cNvPicPr>
            <a:picLocks noChangeAspect="1"/>
          </p:cNvPicPr>
          <p:nvPr/>
        </p:nvPicPr>
        <p:blipFill>
          <a:blip r:embed="rId2"/>
          <a:stretch>
            <a:fillRect/>
          </a:stretch>
        </p:blipFill>
        <p:spPr>
          <a:xfrm>
            <a:off x="0" y="16164"/>
            <a:ext cx="12192000" cy="6825672"/>
          </a:xfrm>
          <a:prstGeom prst="rect">
            <a:avLst/>
          </a:prstGeom>
        </p:spPr>
      </p:pic>
      <p:sp>
        <p:nvSpPr>
          <p:cNvPr id="2" name="Title 1">
            <a:extLst>
              <a:ext uri="{FF2B5EF4-FFF2-40B4-BE49-F238E27FC236}">
                <a16:creationId xmlns:a16="http://schemas.microsoft.com/office/drawing/2014/main" id="{BA0C0212-EBA2-20D0-36F0-17FB91D65501}"/>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EF829AA6-CFC7-BEF7-6E86-CFD8E914967C}"/>
              </a:ext>
            </a:extLst>
          </p:cNvPr>
          <p:cNvSpPr txBox="1"/>
          <p:nvPr/>
        </p:nvSpPr>
        <p:spPr>
          <a:xfrm>
            <a:off x="10625328" y="6254496"/>
            <a:ext cx="1389888" cy="369332"/>
          </a:xfrm>
          <a:prstGeom prst="rect">
            <a:avLst/>
          </a:prstGeom>
          <a:noFill/>
        </p:spPr>
        <p:txBody>
          <a:bodyPr wrap="square" rtlCol="0">
            <a:spAutoFit/>
          </a:bodyPr>
          <a:lstStyle/>
          <a:p>
            <a:r>
              <a:rPr lang="en-US" dirty="0"/>
              <a:t>19/23</a:t>
            </a:r>
          </a:p>
        </p:txBody>
      </p:sp>
    </p:spTree>
    <p:extLst>
      <p:ext uri="{BB962C8B-B14F-4D97-AF65-F5344CB8AC3E}">
        <p14:creationId xmlns:p14="http://schemas.microsoft.com/office/powerpoint/2010/main" val="2780791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8714B-CDEC-7568-00CF-2D81964973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41548C4-350F-DB48-697A-EDBE295E4B4C}"/>
              </a:ext>
            </a:extLst>
          </p:cNvPr>
          <p:cNvPicPr>
            <a:picLocks noChangeAspect="1"/>
          </p:cNvPicPr>
          <p:nvPr/>
        </p:nvPicPr>
        <p:blipFill>
          <a:blip r:embed="rId2"/>
          <a:stretch>
            <a:fillRect/>
          </a:stretch>
        </p:blipFill>
        <p:spPr>
          <a:xfrm>
            <a:off x="0" y="15610"/>
            <a:ext cx="12192000" cy="6826780"/>
          </a:xfrm>
          <a:prstGeom prst="rect">
            <a:avLst/>
          </a:prstGeom>
        </p:spPr>
      </p:pic>
      <p:sp>
        <p:nvSpPr>
          <p:cNvPr id="2" name="Title 1">
            <a:extLst>
              <a:ext uri="{FF2B5EF4-FFF2-40B4-BE49-F238E27FC236}">
                <a16:creationId xmlns:a16="http://schemas.microsoft.com/office/drawing/2014/main" id="{C1F43402-789B-B5FE-1812-93CCC82ABB90}"/>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1FE6FF5E-61D1-9328-A88E-CB7BF2F46041}"/>
              </a:ext>
            </a:extLst>
          </p:cNvPr>
          <p:cNvSpPr txBox="1"/>
          <p:nvPr/>
        </p:nvSpPr>
        <p:spPr>
          <a:xfrm>
            <a:off x="10625328" y="6254496"/>
            <a:ext cx="1389888" cy="369332"/>
          </a:xfrm>
          <a:prstGeom prst="rect">
            <a:avLst/>
          </a:prstGeom>
          <a:noFill/>
        </p:spPr>
        <p:txBody>
          <a:bodyPr wrap="square" rtlCol="0">
            <a:spAutoFit/>
          </a:bodyPr>
          <a:lstStyle/>
          <a:p>
            <a:r>
              <a:rPr lang="en-US" dirty="0"/>
              <a:t>20/23</a:t>
            </a:r>
          </a:p>
        </p:txBody>
      </p:sp>
    </p:spTree>
    <p:extLst>
      <p:ext uri="{BB962C8B-B14F-4D97-AF65-F5344CB8AC3E}">
        <p14:creationId xmlns:p14="http://schemas.microsoft.com/office/powerpoint/2010/main" val="3678618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AC18-6351-9FB5-F596-AF591B2500E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217FCFD-9E6D-FCA8-FDAC-B4DDB05F5588}"/>
              </a:ext>
            </a:extLst>
          </p:cNvPr>
          <p:cNvPicPr>
            <a:picLocks noChangeAspect="1"/>
          </p:cNvPicPr>
          <p:nvPr/>
        </p:nvPicPr>
        <p:blipFill>
          <a:blip r:embed="rId2"/>
          <a:stretch>
            <a:fillRect/>
          </a:stretch>
        </p:blipFill>
        <p:spPr>
          <a:xfrm>
            <a:off x="0" y="24441"/>
            <a:ext cx="12192000" cy="6809117"/>
          </a:xfrm>
          <a:prstGeom prst="rect">
            <a:avLst/>
          </a:prstGeom>
        </p:spPr>
      </p:pic>
      <p:sp>
        <p:nvSpPr>
          <p:cNvPr id="2" name="Title 1">
            <a:extLst>
              <a:ext uri="{FF2B5EF4-FFF2-40B4-BE49-F238E27FC236}">
                <a16:creationId xmlns:a16="http://schemas.microsoft.com/office/drawing/2014/main" id="{4B49B2F7-7BD1-991C-2228-20AE163828DC}"/>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8854630F-1627-8600-5C21-DFB9AFE5A505}"/>
              </a:ext>
            </a:extLst>
          </p:cNvPr>
          <p:cNvSpPr txBox="1"/>
          <p:nvPr/>
        </p:nvSpPr>
        <p:spPr>
          <a:xfrm>
            <a:off x="10625328" y="6254496"/>
            <a:ext cx="1389888" cy="369332"/>
          </a:xfrm>
          <a:prstGeom prst="rect">
            <a:avLst/>
          </a:prstGeom>
          <a:noFill/>
        </p:spPr>
        <p:txBody>
          <a:bodyPr wrap="square" rtlCol="0">
            <a:spAutoFit/>
          </a:bodyPr>
          <a:lstStyle/>
          <a:p>
            <a:r>
              <a:rPr lang="en-US" dirty="0"/>
              <a:t>1/20</a:t>
            </a:r>
          </a:p>
        </p:txBody>
      </p:sp>
    </p:spTree>
    <p:extLst>
      <p:ext uri="{BB962C8B-B14F-4D97-AF65-F5344CB8AC3E}">
        <p14:creationId xmlns:p14="http://schemas.microsoft.com/office/powerpoint/2010/main" val="1592833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C98DED-031F-F700-8C73-5F5675921590}"/>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CBB4005-7640-7795-5675-514F4DAFC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03C475D2-7573-73F5-EE8C-3139EEB91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A9159C-C57B-C5B6-3C94-830E955A2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913551D-483C-C5B6-4075-DC27966EC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9AF4F0-FC60-B015-A37C-F7ACEF188D99}"/>
              </a:ext>
            </a:extLst>
          </p:cNvPr>
          <p:cNvSpPr>
            <a:spLocks noGrp="1"/>
          </p:cNvSpPr>
          <p:nvPr>
            <p:ph type="ctrTitle"/>
          </p:nvPr>
        </p:nvSpPr>
        <p:spPr>
          <a:xfrm>
            <a:off x="1127208" y="857251"/>
            <a:ext cx="4747280" cy="3098061"/>
          </a:xfrm>
        </p:spPr>
        <p:txBody>
          <a:bodyPr anchor="b">
            <a:normAutofit/>
          </a:bodyPr>
          <a:lstStyle/>
          <a:p>
            <a:pPr algn="r"/>
            <a:r>
              <a:rPr lang="en-US" sz="4800" dirty="0">
                <a:solidFill>
                  <a:srgbClr val="FFFFFF"/>
                </a:solidFill>
              </a:rPr>
              <a:t>END</a:t>
            </a:r>
          </a:p>
        </p:txBody>
      </p:sp>
      <p:sp>
        <p:nvSpPr>
          <p:cNvPr id="49" name="Rectangle 48">
            <a:extLst>
              <a:ext uri="{FF2B5EF4-FFF2-40B4-BE49-F238E27FC236}">
                <a16:creationId xmlns:a16="http://schemas.microsoft.com/office/drawing/2014/main" id="{744A5E6B-EC40-410E-03B9-C7ECA6CC4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CD8A3BF-15BC-4857-BCF7-6E2F91477800}"/>
              </a:ext>
            </a:extLst>
          </p:cNvPr>
          <p:cNvSpPr>
            <a:spLocks noGrp="1"/>
          </p:cNvSpPr>
          <p:nvPr>
            <p:ph type="subTitle" idx="1"/>
          </p:nvPr>
        </p:nvSpPr>
        <p:spPr>
          <a:xfrm>
            <a:off x="1127208" y="4756265"/>
            <a:ext cx="4393278" cy="1244483"/>
          </a:xfrm>
        </p:spPr>
        <p:txBody>
          <a:bodyPr anchor="t">
            <a:normAutofit/>
          </a:bodyPr>
          <a:lstStyle/>
          <a:p>
            <a:pPr algn="l"/>
            <a:r>
              <a:rPr lang="en-US" dirty="0">
                <a:solidFill>
                  <a:srgbClr val="FFFFFF"/>
                </a:solidFill>
              </a:rPr>
              <a:t>2.11.2026</a:t>
            </a:r>
          </a:p>
        </p:txBody>
      </p:sp>
      <p:sp>
        <p:nvSpPr>
          <p:cNvPr id="51" name="Oval 50">
            <a:extLst>
              <a:ext uri="{FF2B5EF4-FFF2-40B4-BE49-F238E27FC236}">
                <a16:creationId xmlns:a16="http://schemas.microsoft.com/office/drawing/2014/main" id="{80A053CE-B36C-71CD-07D5-A839D6087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62B312A-4981-8204-7858-92DE679FB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134886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4A954-13F3-D67A-68B8-E72378B94F8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B122206-6944-DBDF-695E-704641E2443D}"/>
              </a:ext>
            </a:extLst>
          </p:cNvPr>
          <p:cNvPicPr>
            <a:picLocks noChangeAspect="1"/>
          </p:cNvPicPr>
          <p:nvPr/>
        </p:nvPicPr>
        <p:blipFill>
          <a:blip r:embed="rId2"/>
          <a:stretch>
            <a:fillRect/>
          </a:stretch>
        </p:blipFill>
        <p:spPr>
          <a:xfrm>
            <a:off x="0" y="14687"/>
            <a:ext cx="12192000" cy="6828626"/>
          </a:xfrm>
          <a:prstGeom prst="rect">
            <a:avLst/>
          </a:prstGeom>
        </p:spPr>
      </p:pic>
      <p:sp>
        <p:nvSpPr>
          <p:cNvPr id="2" name="Title 1">
            <a:extLst>
              <a:ext uri="{FF2B5EF4-FFF2-40B4-BE49-F238E27FC236}">
                <a16:creationId xmlns:a16="http://schemas.microsoft.com/office/drawing/2014/main" id="{EBEA8446-25C5-9E14-7665-CD61FECCD76A}"/>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850DC042-E829-3841-0D11-2EF8AA2C5B80}"/>
              </a:ext>
            </a:extLst>
          </p:cNvPr>
          <p:cNvSpPr txBox="1"/>
          <p:nvPr/>
        </p:nvSpPr>
        <p:spPr>
          <a:xfrm>
            <a:off x="10625328" y="6254496"/>
            <a:ext cx="1389888" cy="369332"/>
          </a:xfrm>
          <a:prstGeom prst="rect">
            <a:avLst/>
          </a:prstGeom>
          <a:noFill/>
        </p:spPr>
        <p:txBody>
          <a:bodyPr wrap="square" rtlCol="0">
            <a:spAutoFit/>
          </a:bodyPr>
          <a:lstStyle/>
          <a:p>
            <a:r>
              <a:rPr lang="en-US" dirty="0"/>
              <a:t>1/20</a:t>
            </a:r>
          </a:p>
        </p:txBody>
      </p:sp>
    </p:spTree>
    <p:extLst>
      <p:ext uri="{BB962C8B-B14F-4D97-AF65-F5344CB8AC3E}">
        <p14:creationId xmlns:p14="http://schemas.microsoft.com/office/powerpoint/2010/main" val="140595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0EFAA-C89E-7E65-5398-C1BCDBB9FEF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1F67AD6-3291-677D-F09C-86F64CD2B0EA}"/>
              </a:ext>
            </a:extLst>
          </p:cNvPr>
          <p:cNvPicPr>
            <a:picLocks noChangeAspect="1"/>
          </p:cNvPicPr>
          <p:nvPr/>
        </p:nvPicPr>
        <p:blipFill>
          <a:blip r:embed="rId2"/>
          <a:stretch>
            <a:fillRect/>
          </a:stretch>
        </p:blipFill>
        <p:spPr>
          <a:xfrm>
            <a:off x="0" y="15610"/>
            <a:ext cx="12192000" cy="6826780"/>
          </a:xfrm>
          <a:prstGeom prst="rect">
            <a:avLst/>
          </a:prstGeom>
        </p:spPr>
      </p:pic>
      <p:sp>
        <p:nvSpPr>
          <p:cNvPr id="2" name="Title 1">
            <a:extLst>
              <a:ext uri="{FF2B5EF4-FFF2-40B4-BE49-F238E27FC236}">
                <a16:creationId xmlns:a16="http://schemas.microsoft.com/office/drawing/2014/main" id="{7CD0DA68-B18B-4A3D-8432-FC43122BFB51}"/>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7EB58441-4D07-1D0E-5A18-3DE054237FC7}"/>
              </a:ext>
            </a:extLst>
          </p:cNvPr>
          <p:cNvSpPr txBox="1"/>
          <p:nvPr/>
        </p:nvSpPr>
        <p:spPr>
          <a:xfrm>
            <a:off x="10625328" y="6254496"/>
            <a:ext cx="1389888" cy="369332"/>
          </a:xfrm>
          <a:prstGeom prst="rect">
            <a:avLst/>
          </a:prstGeom>
          <a:noFill/>
        </p:spPr>
        <p:txBody>
          <a:bodyPr wrap="square" rtlCol="0">
            <a:spAutoFit/>
          </a:bodyPr>
          <a:lstStyle/>
          <a:p>
            <a:r>
              <a:rPr lang="en-US" dirty="0"/>
              <a:t>1/20</a:t>
            </a:r>
          </a:p>
        </p:txBody>
      </p:sp>
    </p:spTree>
    <p:extLst>
      <p:ext uri="{BB962C8B-B14F-4D97-AF65-F5344CB8AC3E}">
        <p14:creationId xmlns:p14="http://schemas.microsoft.com/office/powerpoint/2010/main" val="547196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09D9C-6ACC-F3E0-225D-50748A8E1C2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8663058-6CC4-361E-DF74-91895D511C64}"/>
              </a:ext>
            </a:extLst>
          </p:cNvPr>
          <p:cNvPicPr>
            <a:picLocks noChangeAspect="1"/>
          </p:cNvPicPr>
          <p:nvPr/>
        </p:nvPicPr>
        <p:blipFill>
          <a:blip r:embed="rId2"/>
          <a:stretch>
            <a:fillRect/>
          </a:stretch>
        </p:blipFill>
        <p:spPr>
          <a:xfrm>
            <a:off x="0" y="25400"/>
            <a:ext cx="12192000" cy="6807200"/>
          </a:xfrm>
          <a:prstGeom prst="rect">
            <a:avLst/>
          </a:prstGeom>
        </p:spPr>
      </p:pic>
      <p:sp>
        <p:nvSpPr>
          <p:cNvPr id="2" name="Title 1">
            <a:extLst>
              <a:ext uri="{FF2B5EF4-FFF2-40B4-BE49-F238E27FC236}">
                <a16:creationId xmlns:a16="http://schemas.microsoft.com/office/drawing/2014/main" id="{51877F70-EFEB-D3DB-991E-D3404A54BDA5}"/>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7024F895-1193-0F08-43F9-D98D15A5C3A8}"/>
              </a:ext>
            </a:extLst>
          </p:cNvPr>
          <p:cNvSpPr txBox="1"/>
          <p:nvPr/>
        </p:nvSpPr>
        <p:spPr>
          <a:xfrm>
            <a:off x="10625328" y="6254496"/>
            <a:ext cx="1389888" cy="369332"/>
          </a:xfrm>
          <a:prstGeom prst="rect">
            <a:avLst/>
          </a:prstGeom>
          <a:noFill/>
        </p:spPr>
        <p:txBody>
          <a:bodyPr wrap="square" rtlCol="0">
            <a:spAutoFit/>
          </a:bodyPr>
          <a:lstStyle/>
          <a:p>
            <a:r>
              <a:rPr lang="en-US" dirty="0"/>
              <a:t>1/20</a:t>
            </a:r>
          </a:p>
        </p:txBody>
      </p:sp>
    </p:spTree>
    <p:extLst>
      <p:ext uri="{BB962C8B-B14F-4D97-AF65-F5344CB8AC3E}">
        <p14:creationId xmlns:p14="http://schemas.microsoft.com/office/powerpoint/2010/main" val="3415302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1EC57-DA42-80A9-E88A-6315F610AE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8A40EE6-5499-D885-8255-BF4C6FD77425}"/>
              </a:ext>
            </a:extLst>
          </p:cNvPr>
          <p:cNvPicPr>
            <a:picLocks noChangeAspect="1"/>
          </p:cNvPicPr>
          <p:nvPr/>
        </p:nvPicPr>
        <p:blipFill>
          <a:blip r:embed="rId2"/>
          <a:stretch>
            <a:fillRect/>
          </a:stretch>
        </p:blipFill>
        <p:spPr>
          <a:xfrm>
            <a:off x="0" y="24860"/>
            <a:ext cx="12192000" cy="6808279"/>
          </a:xfrm>
          <a:prstGeom prst="rect">
            <a:avLst/>
          </a:prstGeom>
        </p:spPr>
      </p:pic>
      <p:sp>
        <p:nvSpPr>
          <p:cNvPr id="2" name="Title 1">
            <a:extLst>
              <a:ext uri="{FF2B5EF4-FFF2-40B4-BE49-F238E27FC236}">
                <a16:creationId xmlns:a16="http://schemas.microsoft.com/office/drawing/2014/main" id="{053AA103-1C91-EBE1-957D-2D0B16CCA592}"/>
              </a:ext>
            </a:extLst>
          </p:cNvPr>
          <p:cNvSpPr>
            <a:spLocks noGrp="1"/>
          </p:cNvSpPr>
          <p:nvPr>
            <p:ph type="title"/>
          </p:nvPr>
        </p:nvSpPr>
        <p:spPr>
          <a:xfrm>
            <a:off x="0" y="1"/>
            <a:ext cx="11353800" cy="369454"/>
          </a:xfrm>
        </p:spPr>
        <p:txBody>
          <a:bodyPr>
            <a:noAutofit/>
          </a:bodyPr>
          <a:lstStyle/>
          <a:p>
            <a:r>
              <a:rPr lang="en-US" sz="1100" dirty="0"/>
              <a:t>Medusa: Simple LLM Inference Acceleration Framework with Multiple Decoding Heads</a:t>
            </a:r>
          </a:p>
        </p:txBody>
      </p:sp>
      <p:sp>
        <p:nvSpPr>
          <p:cNvPr id="3" name="TextBox 2">
            <a:extLst>
              <a:ext uri="{FF2B5EF4-FFF2-40B4-BE49-F238E27FC236}">
                <a16:creationId xmlns:a16="http://schemas.microsoft.com/office/drawing/2014/main" id="{82FEB16B-C0A4-D7EF-6B79-D43F68B78724}"/>
              </a:ext>
            </a:extLst>
          </p:cNvPr>
          <p:cNvSpPr txBox="1"/>
          <p:nvPr/>
        </p:nvSpPr>
        <p:spPr>
          <a:xfrm>
            <a:off x="10625328" y="6254496"/>
            <a:ext cx="1389888" cy="369332"/>
          </a:xfrm>
          <a:prstGeom prst="rect">
            <a:avLst/>
          </a:prstGeom>
          <a:noFill/>
        </p:spPr>
        <p:txBody>
          <a:bodyPr wrap="square" rtlCol="0">
            <a:spAutoFit/>
          </a:bodyPr>
          <a:lstStyle/>
          <a:p>
            <a:r>
              <a:rPr lang="en-US" dirty="0"/>
              <a:t>1/20</a:t>
            </a:r>
          </a:p>
        </p:txBody>
      </p:sp>
    </p:spTree>
    <p:extLst>
      <p:ext uri="{BB962C8B-B14F-4D97-AF65-F5344CB8AC3E}">
        <p14:creationId xmlns:p14="http://schemas.microsoft.com/office/powerpoint/2010/main" val="155553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12040</TotalTime>
  <Words>1241</Words>
  <Application>Microsoft Office PowerPoint</Application>
  <PresentationFormat>Widescreen</PresentationFormat>
  <Paragraphs>117</Paragraphs>
  <Slides>29</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Speculative Decoding &amp;  Medusa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Medusa: Simple LLM Inference Acceleration Framework with Multiple Decoding Heads (14 Jun 2024)</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lpstr>END</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lpstr>Medusa: Simple LLM Inference Acceleration Framework with Multiple Decoding Heads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Hilton Sarius</dc:creator>
  <cp:lastModifiedBy>Hilton Sarius</cp:lastModifiedBy>
  <cp:revision>1</cp:revision>
  <dcterms:created xsi:type="dcterms:W3CDTF">2026-01-21T01:37:36Z</dcterms:created>
  <dcterms:modified xsi:type="dcterms:W3CDTF">2026-02-13T01:05:32Z</dcterms:modified>
</cp:coreProperties>
</file>